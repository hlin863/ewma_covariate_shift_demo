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7"/>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301" r:id="rId40"/>
    <p:sldId id="293" r:id="rId41"/>
    <p:sldId id="299" r:id="rId42"/>
    <p:sldId id="298" r:id="rId43"/>
    <p:sldId id="295" r:id="rId44"/>
    <p:sldId id="296" r:id="rId45"/>
    <p:sldId id="297" r:id="rId46"/>
  </p:sldIdLst>
  <p:sldSz cx="18288000" cy="10287000"/>
  <p:notesSz cx="6858000" cy="9144000"/>
  <p:embeddedFontLst>
    <p:embeddedFont>
      <p:font typeface="Aptos Bold" panose="020B0004020202020204" charset="0"/>
      <p:regular r:id="rId48"/>
      <p:bold r:id="rId49"/>
    </p:embeddedFont>
    <p:embeddedFont>
      <p:font typeface="Calibri (MS)" panose="020B0604020202020204" charset="0"/>
      <p:regular r:id="rId50"/>
    </p:embeddedFont>
    <p:embeddedFont>
      <p:font typeface="Calibri (MS) Bold"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bold r:id="rId65"/>
      <p:italic r:id="rId66"/>
      <p:boldItalic r:id="rId67"/>
    </p:embeddedFont>
    <p:embeddedFont>
      <p:font typeface="Roboto Bold" panose="02000000000000000000" charset="0"/>
      <p:regular r:id="rId68"/>
      <p:bold r:id="rId69"/>
    </p:embeddedFont>
    <p:embeddedFont>
      <p:font typeface="Segoe UI" panose="020B0502040204020203" pitchFamily="34" charset="0"/>
      <p:regular r:id="rId70"/>
      <p:bold r:id="rId71"/>
      <p:italic r:id="rId72"/>
      <p:boldItalic r:id="rId7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451" dt="2026-10-18T15:07:22.0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56" d="100"/>
          <a:sy n="56" d="100"/>
        </p:scale>
        <p:origin x="621" y="2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font" Target="fonts/font21.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font" Target="fonts/font19.fntdata"/><Relationship Id="rId74" Type="http://schemas.openxmlformats.org/officeDocument/2006/relationships/presProps" Target="presProps.xml"/><Relationship Id="rId79"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font" Target="fonts/font14.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font" Target="fonts/font22.fntdata"/><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4.fntdata"/><Relationship Id="rId72" Type="http://schemas.openxmlformats.org/officeDocument/2006/relationships/font" Target="fonts/font2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2.fntdata"/><Relationship Id="rId67" Type="http://schemas.openxmlformats.org/officeDocument/2006/relationships/font" Target="fonts/font20.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7.fntdata"/><Relationship Id="rId62" Type="http://schemas.openxmlformats.org/officeDocument/2006/relationships/font" Target="fonts/font15.fntdata"/><Relationship Id="rId70" Type="http://schemas.openxmlformats.org/officeDocument/2006/relationships/font" Target="fonts/font23.fntdata"/><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73" Type="http://schemas.openxmlformats.org/officeDocument/2006/relationships/font" Target="fonts/font26.fntdata"/><Relationship Id="rId78"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3.fntdata"/><Relationship Id="rId55" Type="http://schemas.openxmlformats.org/officeDocument/2006/relationships/font" Target="fonts/font8.fntdata"/><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font" Target="fonts/font24.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redo custSel addSld delSld modSld">
      <pc:chgData name="Haocheng Lin" userId="3c9af17cd41df8cf" providerId="LiveId" clId="{E85DCD58-ED75-4D29-A2F4-F018EE94DF03}" dt="2026-10-18T15:07:22.066" v="995" actId="6549"/>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del">
          <ac:chgData name="Haocheng Lin" userId="3c9af17cd41df8cf" providerId="LiveId" clId="{E85DCD58-ED75-4D29-A2F4-F018EE94DF03}" dt="2026-10-18T13:29:51.318" v="738" actId="21"/>
          <ac:spMkLst>
            <pc:docMk/>
            <pc:sldMk cId="0" sldId="262"/>
            <ac:spMk id="13"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picChg chg="del mod">
          <ac:chgData name="Haocheng Lin" userId="3c9af17cd41df8cf" providerId="LiveId" clId="{E85DCD58-ED75-4D29-A2F4-F018EE94DF03}" dt="2026-10-18T11:56:24.290" v="511" actId="21"/>
          <ac:picMkLst>
            <pc:docMk/>
            <pc:sldMk cId="0" sldId="262"/>
            <ac:picMk id="18" creationId="{00000000-0000-0000-0000-000000000000}"/>
          </ac:picMkLst>
        </pc:picChg>
        <pc:picChg chg="del mod">
          <ac:chgData name="Haocheng Lin" userId="3c9af17cd41df8cf" providerId="LiveId" clId="{E85DCD58-ED75-4D29-A2F4-F018EE94DF03}" dt="2026-10-18T12:00:38.094" v="574" actId="21"/>
          <ac:picMkLst>
            <pc:docMk/>
            <pc:sldMk cId="0" sldId="262"/>
            <ac:picMk id="19" creationId="{00000000-0000-0000-0000-000000000000}"/>
          </ac:picMkLst>
        </pc:picChg>
        <pc:picChg chg="del mod">
          <ac:chgData name="Haocheng Lin" userId="3c9af17cd41df8cf" providerId="LiveId" clId="{E85DCD58-ED75-4D29-A2F4-F018EE94DF03}" dt="2026-10-18T13:21:09.646" v="608" actId="21"/>
          <ac:picMkLst>
            <pc:docMk/>
            <pc:sldMk cId="0" sldId="262"/>
            <ac:picMk id="23" creationId="{00000000-0000-0000-0000-000000000000}"/>
          </ac:picMkLst>
        </pc:picChg>
        <pc:picChg chg="del mod">
          <ac:chgData name="Haocheng Lin" userId="3c9af17cd41df8cf" providerId="LiveId" clId="{E85DCD58-ED75-4D29-A2F4-F018EE94DF03}" dt="2026-10-18T13:23:25.749" v="649" actId="21"/>
          <ac:picMkLst>
            <pc:docMk/>
            <pc:sldMk cId="0" sldId="262"/>
            <ac:picMk id="24" creationId="{00000000-0000-0000-0000-000000000000}"/>
          </ac:picMkLst>
        </pc:picChg>
        <pc:picChg chg="del">
          <ac:chgData name="Haocheng Lin" userId="3c9af17cd41df8cf" providerId="LiveId" clId="{E85DCD58-ED75-4D29-A2F4-F018EE94DF03}" dt="2026-10-18T13:27:02.887" v="671" actId="21"/>
          <ac:picMkLst>
            <pc:docMk/>
            <pc:sldMk cId="0" sldId="262"/>
            <ac:picMk id="28" creationId="{00000000-0000-0000-0000-000000000000}"/>
          </ac:picMkLst>
        </pc:picChg>
        <pc:picChg chg="del mod">
          <ac:chgData name="Haocheng Lin" userId="3c9af17cd41df8cf" providerId="LiveId" clId="{E85DCD58-ED75-4D29-A2F4-F018EE94DF03}" dt="2026-10-18T13:28:35.631" v="708" actId="21"/>
          <ac:picMkLst>
            <pc:docMk/>
            <pc:sldMk cId="0" sldId="262"/>
            <ac:picMk id="32" creationId="{00000000-0000-0000-0000-000000000000}"/>
          </ac:picMkLst>
        </pc:picChg>
        <pc:picChg chg="del mod">
          <ac:chgData name="Haocheng Lin" userId="3c9af17cd41df8cf" providerId="LiveId" clId="{E85DCD58-ED75-4D29-A2F4-F018EE94DF03}" dt="2026-10-18T13:29:53.081" v="739" actId="21"/>
          <ac:picMkLst>
            <pc:docMk/>
            <pc:sldMk cId="0" sldId="262"/>
            <ac:picMk id="33" creationId="{00000000-0000-0000-0000-000000000000}"/>
          </ac:picMkLst>
        </pc:pic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Sp delSp modSp add mod">
        <pc:chgData name="Haocheng Lin" userId="3c9af17cd41df8cf" providerId="LiveId" clId="{E85DCD58-ED75-4D29-A2F4-F018EE94DF03}" dt="2026-10-18T15:07:22.066" v="995" actId="6549"/>
        <pc:sldMkLst>
          <pc:docMk/>
          <pc:sldMk cId="2362586608" sldId="301"/>
        </pc:sldMkLst>
        <pc:spChg chg="mod">
          <ac:chgData name="Haocheng Lin" userId="3c9af17cd41df8cf" providerId="LiveId" clId="{E85DCD58-ED75-4D29-A2F4-F018EE94DF03}" dt="2026-10-18T14:57:04.931" v="938" actId="1076"/>
          <ac:spMkLst>
            <pc:docMk/>
            <pc:sldMk cId="2362586608" sldId="301"/>
            <ac:spMk id="2" creationId="{90B6BF9D-50B6-F534-8130-8B2D5EBAF546}"/>
          </ac:spMkLst>
        </pc:spChg>
        <pc:spChg chg="mod">
          <ac:chgData name="Haocheng Lin" userId="3c9af17cd41df8cf" providerId="LiveId" clId="{E85DCD58-ED75-4D29-A2F4-F018EE94DF03}" dt="2026-10-18T14:57:21.583" v="939" actId="1076"/>
          <ac:spMkLst>
            <pc:docMk/>
            <pc:sldMk cId="2362586608" sldId="301"/>
            <ac:spMk id="3" creationId="{031A46FA-5644-B21B-51EC-B65E5B8669F4}"/>
          </ac:spMkLst>
        </pc:spChg>
        <pc:spChg chg="del">
          <ac:chgData name="Haocheng Lin" userId="3c9af17cd41df8cf" providerId="LiveId" clId="{E85DCD58-ED75-4D29-A2F4-F018EE94DF03}" dt="2026-10-18T14:14:55.197" v="741" actId="478"/>
          <ac:spMkLst>
            <pc:docMk/>
            <pc:sldMk cId="2362586608" sldId="301"/>
            <ac:spMk id="4" creationId="{24007430-2BD1-18E5-24CD-2606149163AA}"/>
          </ac:spMkLst>
        </pc:spChg>
        <pc:spChg chg="del">
          <ac:chgData name="Haocheng Lin" userId="3c9af17cd41df8cf" providerId="LiveId" clId="{E85DCD58-ED75-4D29-A2F4-F018EE94DF03}" dt="2026-10-18T14:14:55.197" v="741" actId="478"/>
          <ac:spMkLst>
            <pc:docMk/>
            <pc:sldMk cId="2362586608" sldId="301"/>
            <ac:spMk id="7" creationId="{1E8451D4-DE3D-84B1-2D2E-5297580A64F8}"/>
          </ac:spMkLst>
        </pc:spChg>
        <pc:spChg chg="del">
          <ac:chgData name="Haocheng Lin" userId="3c9af17cd41df8cf" providerId="LiveId" clId="{E85DCD58-ED75-4D29-A2F4-F018EE94DF03}" dt="2026-10-18T14:14:55.197" v="741" actId="478"/>
          <ac:spMkLst>
            <pc:docMk/>
            <pc:sldMk cId="2362586608" sldId="301"/>
            <ac:spMk id="8" creationId="{E34D0A64-9C43-0A3E-65C9-C3EDBE2923A8}"/>
          </ac:spMkLst>
        </pc:spChg>
        <pc:spChg chg="del">
          <ac:chgData name="Haocheng Lin" userId="3c9af17cd41df8cf" providerId="LiveId" clId="{E85DCD58-ED75-4D29-A2F4-F018EE94DF03}" dt="2026-10-18T14:14:55.197" v="741" actId="478"/>
          <ac:spMkLst>
            <pc:docMk/>
            <pc:sldMk cId="2362586608" sldId="301"/>
            <ac:spMk id="9" creationId="{735A56C3-FECF-A788-FC64-D9EECFF5B1E2}"/>
          </ac:spMkLst>
        </pc:spChg>
        <pc:spChg chg="del">
          <ac:chgData name="Haocheng Lin" userId="3c9af17cd41df8cf" providerId="LiveId" clId="{E85DCD58-ED75-4D29-A2F4-F018EE94DF03}" dt="2026-10-18T14:14:55.197" v="741" actId="478"/>
          <ac:spMkLst>
            <pc:docMk/>
            <pc:sldMk cId="2362586608" sldId="301"/>
            <ac:spMk id="10" creationId="{F7529124-ED24-6D81-D26C-FAB7524EF86E}"/>
          </ac:spMkLst>
        </pc:spChg>
        <pc:spChg chg="add mod">
          <ac:chgData name="Haocheng Lin" userId="3c9af17cd41df8cf" providerId="LiveId" clId="{E85DCD58-ED75-4D29-A2F4-F018EE94DF03}" dt="2026-10-18T14:59:27.217" v="950" actId="207"/>
          <ac:spMkLst>
            <pc:docMk/>
            <pc:sldMk cId="2362586608" sldId="301"/>
            <ac:spMk id="15" creationId="{E82A2E68-0111-80EF-6BBD-8868517D96E1}"/>
          </ac:spMkLst>
        </pc:spChg>
        <pc:spChg chg="add mod">
          <ac:chgData name="Haocheng Lin" userId="3c9af17cd41df8cf" providerId="LiveId" clId="{E85DCD58-ED75-4D29-A2F4-F018EE94DF03}" dt="2026-10-18T15:05:18.518" v="957" actId="20577"/>
          <ac:spMkLst>
            <pc:docMk/>
            <pc:sldMk cId="2362586608" sldId="301"/>
            <ac:spMk id="17" creationId="{9A79190E-7FED-6E83-F30E-9248D0FAC75C}"/>
          </ac:spMkLst>
        </pc:spChg>
        <pc:spChg chg="add mod">
          <ac:chgData name="Haocheng Lin" userId="3c9af17cd41df8cf" providerId="LiveId" clId="{E85DCD58-ED75-4D29-A2F4-F018EE94DF03}" dt="2026-10-18T15:07:22.066" v="995" actId="6549"/>
          <ac:spMkLst>
            <pc:docMk/>
            <pc:sldMk cId="2362586608" sldId="301"/>
            <ac:spMk id="19" creationId="{95F7D17C-2A9A-DEB0-1F29-BD97DE53FE1A}"/>
          </ac:spMkLst>
        </pc:spChg>
        <pc:graphicFrameChg chg="del">
          <ac:chgData name="Haocheng Lin" userId="3c9af17cd41df8cf" providerId="LiveId" clId="{E85DCD58-ED75-4D29-A2F4-F018EE94DF03}" dt="2026-10-18T14:14:55.197" v="741" actId="478"/>
          <ac:graphicFrameMkLst>
            <pc:docMk/>
            <pc:sldMk cId="2362586608" sldId="301"/>
            <ac:graphicFrameMk id="6" creationId="{F1967E22-C593-6F00-FC25-B9C8D4C05EE2}"/>
          </ac:graphicFrameMkLst>
        </pc:graphicFrameChg>
        <pc:graphicFrameChg chg="add mod modGraphic">
          <ac:chgData name="Haocheng Lin" userId="3c9af17cd41df8cf" providerId="LiveId" clId="{E85DCD58-ED75-4D29-A2F4-F018EE94DF03}" dt="2026-10-18T14:58:02.032" v="941" actId="1076"/>
          <ac:graphicFrameMkLst>
            <pc:docMk/>
            <pc:sldMk cId="2362586608" sldId="301"/>
            <ac:graphicFrameMk id="14" creationId="{818B685D-994C-ADA3-FF7E-F97592350F7C}"/>
          </ac:graphicFrameMkLst>
        </pc:graphicFrameChg>
        <pc:picChg chg="add mod">
          <ac:chgData name="Haocheng Lin" userId="3c9af17cd41df8cf" providerId="LiveId" clId="{E85DCD58-ED75-4D29-A2F4-F018EE94DF03}" dt="2026-10-18T14:57:46.160" v="940" actId="1076"/>
          <ac:picMkLst>
            <pc:docMk/>
            <pc:sldMk cId="2362586608" sldId="301"/>
            <ac:picMk id="13" creationId="{8A733F1E-7B60-290E-C004-3B666A75EED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DA28E-9C44-665C-4589-AE1BB573253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5D566C8-94BF-E2CE-71CA-AD006A93ACC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9B8EEFF-9FE5-A303-237A-9BA8E37311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C9FBAC-01FD-4ABC-EB0E-E149C528486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6BCBD85-34F5-7C1B-CA36-7ECA63D44E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a:extLst>
              <a:ext uri="{FF2B5EF4-FFF2-40B4-BE49-F238E27FC236}">
                <a16:creationId xmlns:a16="http://schemas.microsoft.com/office/drawing/2014/main" id="{B300BAB6-0BED-8771-4E8E-0BD066827FE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4F164B2-1069-6B5E-05B1-27514FE7482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786568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1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3" Type="http://schemas.openxmlformats.org/officeDocument/2006/relationships/image" Target="../media/image36.png"/><Relationship Id="rId7" Type="http://schemas.openxmlformats.org/officeDocument/2006/relationships/image" Target="../media/image40.png"/><Relationship Id="rId12" Type="http://schemas.openxmlformats.org/officeDocument/2006/relationships/image" Target="../media/image45.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37.png"/><Relationship Id="rId9" Type="http://schemas.openxmlformats.org/officeDocument/2006/relationships/image" Target="../media/image42.png"/></Relationships>
</file>

<file path=ppt/slides/_rels/slide42.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12" Type="http://schemas.openxmlformats.org/officeDocument/2006/relationships/image" Target="../media/image57.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51.png"/><Relationship Id="rId11" Type="http://schemas.openxmlformats.org/officeDocument/2006/relationships/image" Target="../media/image56.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xmlns:a14="http://schemas.microsoft.com/office/drawing/2010/main">
        <mc:Choice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xmlns="">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pPr/>
                <a14:m>
                  <m:oMathPara xmlns:m="http://schemas.openxmlformats.org/officeDocument/2006/math">
                    <m:o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xmlns="">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pPr/>
                <a14:m>
                  <m:oMathPara xmlns:m="http://schemas.openxmlformats.org/officeDocument/2006/math">
                    <m:o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xmlns="">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xmlns="">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pPr/>
                <a14:m>
                  <m:oMathPara xmlns:m="http://schemas.openxmlformats.org/officeDocument/2006/math">
                    <m:o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xmlns="">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pPr/>
                <a14:m>
                  <m:oMathPara xmlns:m="http://schemas.openxmlformats.org/officeDocument/2006/math">
                    <m:o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=0</m:t>
                      </m:r>
                    </m:oMath>
                  </m:oMathPara>
                </a14:m>
                <a:endParaRPr lang="en-GB" dirty="0"/>
              </a:p>
            </p:txBody>
          </p:sp>
        </mc:Choice>
        <mc:Fallback xmlns="">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xmlns="">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pPr/>
                <a14:m>
                  <m:oMathPara xmlns:m="http://schemas.openxmlformats.org/officeDocument/2006/math">
                    <m:o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xmlns="">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a:extLst>
            <a:ext uri="{FF2B5EF4-FFF2-40B4-BE49-F238E27FC236}">
              <a16:creationId xmlns:a16="http://schemas.microsoft.com/office/drawing/2014/main" id="{7D05AFB8-BFD5-C9B5-A793-5FD89D2ACF9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0B6BF9D-50B6-F534-8130-8B2D5EBAF546}"/>
              </a:ext>
            </a:extLst>
          </p:cNvPr>
          <p:cNvSpPr txBox="1"/>
          <p:nvPr/>
        </p:nvSpPr>
        <p:spPr>
          <a:xfrm>
            <a:off x="838200" y="485013"/>
            <a:ext cx="16459200" cy="307777"/>
          </a:xfrm>
          <a:prstGeom prst="rect">
            <a:avLst/>
          </a:prstGeom>
        </p:spPr>
        <p:txBody>
          <a:bodyPr lIns="0" tIns="0" rIns="0" bIns="0" rtlCol="0" anchor="t">
            <a:spAutoFit/>
          </a:bodyPr>
          <a:lstStyle>
            <a:defPPr>
              <a:defRPr lang="en-US"/>
            </a:defPPr>
            <a:lvl1pPr>
              <a:defRPr sz="1950" b="1">
                <a:solidFill>
                  <a:srgbClr val="78D8CC"/>
                </a:solidFill>
                <a:latin typeface="DejaVu Sans Bold"/>
                <a:ea typeface="DejaVu Sans Bold"/>
                <a:cs typeface="DejaVu Sans Bold"/>
              </a:defRPr>
            </a:lvl1pPr>
          </a:lstStyle>
          <a:p>
            <a:r>
              <a:rPr lang="en-US" dirty="0">
                <a:sym typeface="DejaVu Sans Bold"/>
              </a:rPr>
              <a:t>MANUSCRIPT EVIDENCE · </a:t>
            </a:r>
            <a:r>
              <a:rPr lang="en-GB" dirty="0"/>
              <a:t>PARK ET AL. (2023) EXTENSION</a:t>
            </a:r>
            <a:endParaRPr lang="en-US" dirty="0">
              <a:sym typeface="DejaVu Sans Bold"/>
            </a:endParaRPr>
          </a:p>
        </p:txBody>
      </p:sp>
      <p:sp>
        <p:nvSpPr>
          <p:cNvPr id="3" name="TextBox 3">
            <a:extLst>
              <a:ext uri="{FF2B5EF4-FFF2-40B4-BE49-F238E27FC236}">
                <a16:creationId xmlns:a16="http://schemas.microsoft.com/office/drawing/2014/main" id="{031A46FA-5644-B21B-51EC-B65E5B8669F4}"/>
              </a:ext>
            </a:extLst>
          </p:cNvPr>
          <p:cNvSpPr txBox="1"/>
          <p:nvPr/>
        </p:nvSpPr>
        <p:spPr>
          <a:xfrm>
            <a:off x="838200" y="1190997"/>
            <a:ext cx="16459200" cy="597536"/>
          </a:xfrm>
          <a:prstGeom prst="rect">
            <a:avLst/>
          </a:prstGeom>
        </p:spPr>
        <p:txBody>
          <a:bodyPr lIns="0" tIns="0" rIns="0" bIns="0" rtlCol="0" anchor="t">
            <a:spAutoFit/>
          </a:bodyPr>
          <a:lstStyle/>
          <a:p>
            <a:pPr algn="l">
              <a:lnSpc>
                <a:spcPts val="4860"/>
              </a:lnSpc>
            </a:pPr>
            <a:r>
              <a:rPr lang="en-US" sz="4050" b="1" dirty="0">
                <a:solidFill>
                  <a:srgbClr val="EAF2F8"/>
                </a:solidFill>
                <a:latin typeface="DejaVu Sans Bold"/>
                <a:ea typeface="DejaVu Sans Bold"/>
                <a:cs typeface="DejaVu Sans Bold"/>
                <a:sym typeface="DejaVu Sans Bold"/>
              </a:rPr>
              <a:t>CPSS versus Park Binary</a:t>
            </a:r>
          </a:p>
        </p:txBody>
      </p:sp>
      <p:sp>
        <p:nvSpPr>
          <p:cNvPr id="5" name="TextBox 5">
            <a:extLst>
              <a:ext uri="{FF2B5EF4-FFF2-40B4-BE49-F238E27FC236}">
                <a16:creationId xmlns:a16="http://schemas.microsoft.com/office/drawing/2014/main" id="{8B8A68EA-FDA8-EBB7-1D24-4D3F5F64D048}"/>
              </a:ext>
            </a:extLst>
          </p:cNvPr>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1" name="TextBox 11">
            <a:extLst>
              <a:ext uri="{FF2B5EF4-FFF2-40B4-BE49-F238E27FC236}">
                <a16:creationId xmlns:a16="http://schemas.microsoft.com/office/drawing/2014/main" id="{8DE0801C-AF00-71C6-B0D5-6D8DB83AD197}"/>
              </a:ext>
            </a:extLst>
          </p:cNvPr>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pic>
        <p:nvPicPr>
          <p:cNvPr id="13" name="Picture 12">
            <a:extLst>
              <a:ext uri="{FF2B5EF4-FFF2-40B4-BE49-F238E27FC236}">
                <a16:creationId xmlns:a16="http://schemas.microsoft.com/office/drawing/2014/main" id="{8A733F1E-7B60-290E-C004-3B666A75E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81" y="2019300"/>
            <a:ext cx="9482666" cy="5334000"/>
          </a:xfrm>
          <a:prstGeom prst="rect">
            <a:avLst/>
          </a:prstGeom>
        </p:spPr>
      </p:pic>
      <p:graphicFrame>
        <p:nvGraphicFramePr>
          <p:cNvPr id="14" name="Table 13">
            <a:extLst>
              <a:ext uri="{FF2B5EF4-FFF2-40B4-BE49-F238E27FC236}">
                <a16:creationId xmlns:a16="http://schemas.microsoft.com/office/drawing/2014/main" id="{818B685D-994C-ADA3-FF7E-F97592350F7C}"/>
              </a:ext>
            </a:extLst>
          </p:cNvPr>
          <p:cNvGraphicFramePr>
            <a:graphicFrameLocks noGrp="1"/>
          </p:cNvGraphicFramePr>
          <p:nvPr>
            <p:extLst>
              <p:ext uri="{D42A27DB-BD31-4B8C-83A1-F6EECF244321}">
                <p14:modId xmlns:p14="http://schemas.microsoft.com/office/powerpoint/2010/main" val="1876118058"/>
              </p:ext>
            </p:extLst>
          </p:nvPr>
        </p:nvGraphicFramePr>
        <p:xfrm>
          <a:off x="11430000" y="3570220"/>
          <a:ext cx="5791200" cy="222504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00717233"/>
                    </a:ext>
                  </a:extLst>
                </a:gridCol>
                <a:gridCol w="1524000">
                  <a:extLst>
                    <a:ext uri="{9D8B030D-6E8A-4147-A177-3AD203B41FA5}">
                      <a16:colId xmlns:a16="http://schemas.microsoft.com/office/drawing/2014/main" val="123809736"/>
                    </a:ext>
                  </a:extLst>
                </a:gridCol>
                <a:gridCol w="1600200">
                  <a:extLst>
                    <a:ext uri="{9D8B030D-6E8A-4147-A177-3AD203B41FA5}">
                      <a16:colId xmlns:a16="http://schemas.microsoft.com/office/drawing/2014/main" val="121838568"/>
                    </a:ext>
                  </a:extLst>
                </a:gridCol>
              </a:tblGrid>
              <a:tr h="370840">
                <a:tc>
                  <a:txBody>
                    <a:bodyPr/>
                    <a:lstStyle/>
                    <a:p>
                      <a:r>
                        <a:rPr lang="en-GB" dirty="0"/>
                        <a:t>Weak-shift arithmetic</a:t>
                      </a:r>
                    </a:p>
                  </a:txBody>
                  <a:tcPr/>
                </a:tc>
                <a:tc>
                  <a:txBody>
                    <a:bodyPr/>
                    <a:lstStyle/>
                    <a:p>
                      <a:r>
                        <a:rPr lang="en-GB" dirty="0"/>
                        <a:t>Park binary</a:t>
                      </a:r>
                    </a:p>
                  </a:txBody>
                  <a:tcPr/>
                </a:tc>
                <a:tc>
                  <a:txBody>
                    <a:bodyPr/>
                    <a:lstStyle/>
                    <a:p>
                      <a:r>
                        <a:rPr lang="en-GB" dirty="0"/>
                        <a:t>CPSS</a:t>
                      </a:r>
                    </a:p>
                  </a:txBody>
                  <a:tcPr/>
                </a:tc>
                <a:extLst>
                  <a:ext uri="{0D108BD9-81ED-4DB2-BD59-A6C34878D82A}">
                    <a16:rowId xmlns:a16="http://schemas.microsoft.com/office/drawing/2014/main" val="493160738"/>
                  </a:ext>
                </a:extLst>
              </a:tr>
              <a:tr h="370840">
                <a:tc>
                  <a:txBody>
                    <a:bodyPr/>
                    <a:lstStyle/>
                    <a:p>
                      <a:r>
                        <a:rPr lang="en-GB" dirty="0"/>
                        <a:t>Accuracy</a:t>
                      </a:r>
                    </a:p>
                  </a:txBody>
                  <a:tcPr/>
                </a:tc>
                <a:tc>
                  <a:txBody>
                    <a:bodyPr/>
                    <a:lstStyle/>
                    <a:p>
                      <a:r>
                        <a:rPr lang="en-GB" dirty="0"/>
                        <a:t>62.5 %</a:t>
                      </a:r>
                    </a:p>
                  </a:txBody>
                  <a:tcPr/>
                </a:tc>
                <a:tc>
                  <a:txBody>
                    <a:bodyPr/>
                    <a:lstStyle/>
                    <a:p>
                      <a:r>
                        <a:rPr lang="en-GB" dirty="0"/>
                        <a:t>70.8 %</a:t>
                      </a:r>
                    </a:p>
                  </a:txBody>
                  <a:tcPr/>
                </a:tc>
                <a:extLst>
                  <a:ext uri="{0D108BD9-81ED-4DB2-BD59-A6C34878D82A}">
                    <a16:rowId xmlns:a16="http://schemas.microsoft.com/office/drawing/2014/main" val="3891208393"/>
                  </a:ext>
                </a:extLst>
              </a:tr>
              <a:tr h="370840">
                <a:tc>
                  <a:txBody>
                    <a:bodyPr/>
                    <a:lstStyle/>
                    <a:p>
                      <a:r>
                        <a:rPr lang="en-GB" dirty="0"/>
                        <a:t>Sensitivity</a:t>
                      </a:r>
                    </a:p>
                  </a:txBody>
                  <a:tcPr/>
                </a:tc>
                <a:tc>
                  <a:txBody>
                    <a:bodyPr/>
                    <a:lstStyle/>
                    <a:p>
                      <a:r>
                        <a:rPr lang="en-GB" dirty="0"/>
                        <a:t>25.0 %</a:t>
                      </a:r>
                    </a:p>
                  </a:txBody>
                  <a:tcPr/>
                </a:tc>
                <a:tc>
                  <a:txBody>
                    <a:bodyPr/>
                    <a:lstStyle/>
                    <a:p>
                      <a:r>
                        <a:rPr lang="en-GB" dirty="0"/>
                        <a:t>45.8 %</a:t>
                      </a:r>
                    </a:p>
                  </a:txBody>
                  <a:tcPr/>
                </a:tc>
                <a:extLst>
                  <a:ext uri="{0D108BD9-81ED-4DB2-BD59-A6C34878D82A}">
                    <a16:rowId xmlns:a16="http://schemas.microsoft.com/office/drawing/2014/main" val="581859968"/>
                  </a:ext>
                </a:extLst>
              </a:tr>
              <a:tr h="370840">
                <a:tc>
                  <a:txBody>
                    <a:bodyPr/>
                    <a:lstStyle/>
                    <a:p>
                      <a:r>
                        <a:rPr lang="en-GB" dirty="0"/>
                        <a:t>F1</a:t>
                      </a:r>
                    </a:p>
                  </a:txBody>
                  <a:tcPr/>
                </a:tc>
                <a:tc>
                  <a:txBody>
                    <a:bodyPr/>
                    <a:lstStyle/>
                    <a:p>
                      <a:r>
                        <a:rPr lang="en-GB" dirty="0"/>
                        <a:t>0.400</a:t>
                      </a:r>
                    </a:p>
                  </a:txBody>
                  <a:tcPr/>
                </a:tc>
                <a:tc>
                  <a:txBody>
                    <a:bodyPr/>
                    <a:lstStyle/>
                    <a:p>
                      <a:r>
                        <a:rPr lang="en-GB" dirty="0"/>
                        <a:t>0.611</a:t>
                      </a:r>
                    </a:p>
                  </a:txBody>
                  <a:tcPr/>
                </a:tc>
                <a:extLst>
                  <a:ext uri="{0D108BD9-81ED-4DB2-BD59-A6C34878D82A}">
                    <a16:rowId xmlns:a16="http://schemas.microsoft.com/office/drawing/2014/main" val="2286946598"/>
                  </a:ext>
                </a:extLst>
              </a:tr>
              <a:tr h="370840">
                <a:tc>
                  <a:txBody>
                    <a:bodyPr/>
                    <a:lstStyle/>
                    <a:p>
                      <a:r>
                        <a:rPr lang="en-GB" dirty="0"/>
                        <a:t>ROC AUC</a:t>
                      </a:r>
                    </a:p>
                  </a:txBody>
                  <a:tcPr/>
                </a:tc>
                <a:tc>
                  <a:txBody>
                    <a:bodyPr/>
                    <a:lstStyle/>
                    <a:p>
                      <a:r>
                        <a:rPr lang="en-GB" dirty="0"/>
                        <a:t>0.625</a:t>
                      </a:r>
                    </a:p>
                  </a:txBody>
                  <a:tcPr/>
                </a:tc>
                <a:tc>
                  <a:txBody>
                    <a:bodyPr/>
                    <a:lstStyle/>
                    <a:p>
                      <a:r>
                        <a:rPr lang="en-GB" dirty="0"/>
                        <a:t>0.709</a:t>
                      </a:r>
                    </a:p>
                  </a:txBody>
                  <a:tcPr/>
                </a:tc>
                <a:extLst>
                  <a:ext uri="{0D108BD9-81ED-4DB2-BD59-A6C34878D82A}">
                    <a16:rowId xmlns:a16="http://schemas.microsoft.com/office/drawing/2014/main" val="3424280875"/>
                  </a:ext>
                </a:extLst>
              </a:tr>
              <a:tr h="370840">
                <a:tc>
                  <a:txBody>
                    <a:bodyPr/>
                    <a:lstStyle/>
                    <a:p>
                      <a:r>
                        <a:rPr lang="en-GB" dirty="0"/>
                        <a:t>Stationary false alarms</a:t>
                      </a:r>
                    </a:p>
                  </a:txBody>
                  <a:tcPr/>
                </a:tc>
                <a:tc>
                  <a:txBody>
                    <a:bodyPr/>
                    <a:lstStyle/>
                    <a:p>
                      <a:r>
                        <a:rPr lang="en-GB" dirty="0"/>
                        <a:t>0/24</a:t>
                      </a:r>
                    </a:p>
                  </a:txBody>
                  <a:tcPr/>
                </a:tc>
                <a:tc>
                  <a:txBody>
                    <a:bodyPr/>
                    <a:lstStyle/>
                    <a:p>
                      <a:r>
                        <a:rPr lang="en-GB" dirty="0"/>
                        <a:t>1/24</a:t>
                      </a:r>
                    </a:p>
                  </a:txBody>
                  <a:tcPr/>
                </a:tc>
                <a:extLst>
                  <a:ext uri="{0D108BD9-81ED-4DB2-BD59-A6C34878D82A}">
                    <a16:rowId xmlns:a16="http://schemas.microsoft.com/office/drawing/2014/main" val="3781735764"/>
                  </a:ext>
                </a:extLst>
              </a:tr>
            </a:tbl>
          </a:graphicData>
        </a:graphic>
      </p:graphicFrame>
      <p:sp>
        <p:nvSpPr>
          <p:cNvPr id="15" name="TextBox 14">
            <a:extLst>
              <a:ext uri="{FF2B5EF4-FFF2-40B4-BE49-F238E27FC236}">
                <a16:creationId xmlns:a16="http://schemas.microsoft.com/office/drawing/2014/main" id="{E82A2E68-0111-80EF-6BBD-8868517D96E1}"/>
              </a:ext>
            </a:extLst>
          </p:cNvPr>
          <p:cNvSpPr txBox="1"/>
          <p:nvPr/>
        </p:nvSpPr>
        <p:spPr>
          <a:xfrm>
            <a:off x="811850" y="7810500"/>
            <a:ext cx="9482666" cy="369332"/>
          </a:xfrm>
          <a:prstGeom prst="rect">
            <a:avLst/>
          </a:prstGeom>
          <a:solidFill>
            <a:schemeClr val="bg1"/>
          </a:solidFill>
        </p:spPr>
        <p:txBody>
          <a:bodyPr wrap="square" rtlCol="0">
            <a:spAutoFit/>
          </a:bodyPr>
          <a:lstStyle/>
          <a:p>
            <a:r>
              <a:rPr lang="en-GB" b="1" dirty="0">
                <a:solidFill>
                  <a:schemeClr val="accent3">
                    <a:lumMod val="50000"/>
                  </a:schemeClr>
                </a:solidFill>
              </a:rPr>
              <a:t>Preliminary finding</a:t>
            </a:r>
          </a:p>
        </p:txBody>
      </p:sp>
      <p:sp>
        <p:nvSpPr>
          <p:cNvPr id="17" name="TextBox 16">
            <a:extLst>
              <a:ext uri="{FF2B5EF4-FFF2-40B4-BE49-F238E27FC236}">
                <a16:creationId xmlns:a16="http://schemas.microsoft.com/office/drawing/2014/main" id="{9A79190E-7FED-6E83-F30E-9248D0FAC75C}"/>
              </a:ext>
            </a:extLst>
          </p:cNvPr>
          <p:cNvSpPr txBox="1"/>
          <p:nvPr/>
        </p:nvSpPr>
        <p:spPr>
          <a:xfrm>
            <a:off x="685800" y="8452366"/>
            <a:ext cx="9144000" cy="369332"/>
          </a:xfrm>
          <a:prstGeom prst="rect">
            <a:avLst/>
          </a:prstGeom>
          <a:noFill/>
        </p:spPr>
        <p:txBody>
          <a:bodyPr wrap="square">
            <a:spAutoFit/>
          </a:bodyPr>
          <a:lstStyle/>
          <a:p>
            <a:r>
              <a:rPr lang="en-GB" dirty="0">
                <a:solidFill>
                  <a:schemeClr val="bg1"/>
                </a:solidFill>
              </a:rPr>
              <a:t>CPSS detects 11/24 weak shifts versus 6/24 for Park but introduces one stationary false alarm.</a:t>
            </a:r>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95F7D17C-2A9A-DEB0-1F29-BD97DE53FE1A}"/>
                  </a:ext>
                </a:extLst>
              </p:cNvPr>
              <p:cNvSpPr txBox="1"/>
              <p:nvPr/>
            </p:nvSpPr>
            <p:spPr>
              <a:xfrm>
                <a:off x="685800" y="8975455"/>
                <a:ext cx="9608716" cy="646331"/>
              </a:xfrm>
              <a:prstGeom prst="rect">
                <a:avLst/>
              </a:prstGeom>
              <a:noFill/>
            </p:spPr>
            <p:txBody>
              <a:bodyPr wrap="square">
                <a:spAutoFit/>
              </a:bodyPr>
              <a:lstStyle/>
              <a:p>
                <a:r>
                  <a:rPr lang="en-GB" dirty="0">
                    <a:solidFill>
                      <a:schemeClr val="bg1"/>
                    </a:solidFill>
                  </a:rPr>
                  <a:t>Limitation: The null calibration produced </a:t>
                </a:r>
                <a14:m>
                  <m:oMath xmlns:m="http://schemas.openxmlformats.org/officeDocument/2006/math">
                    <m:r>
                      <a:rPr lang="en-GB" i="1" smtClean="0">
                        <a:solidFill>
                          <a:schemeClr val="bg1"/>
                        </a:solidFill>
                        <a:latin typeface="Cambria Math" panose="02040503050406030204" pitchFamily="18" charset="0"/>
                        <a:ea typeface="Cambria Math" panose="02040503050406030204" pitchFamily="18" charset="0"/>
                      </a:rPr>
                      <m:t>𝜏</m:t>
                    </m:r>
                    <m:r>
                      <a:rPr lang="en-GB" b="0" i="1" smtClean="0">
                        <a:solidFill>
                          <a:schemeClr val="bg1"/>
                        </a:solidFill>
                        <a:latin typeface="Cambria Math" panose="02040503050406030204" pitchFamily="18" charset="0"/>
                        <a:ea typeface="Cambria Math" panose="02040503050406030204" pitchFamily="18" charset="0"/>
                      </a:rPr>
                      <m:t>=0</m:t>
                    </m:r>
                  </m:oMath>
                </a14:m>
                <a:r>
                  <a:rPr lang="en-GB">
                    <a:solidFill>
                      <a:schemeClr val="bg1"/>
                    </a:solidFill>
                  </a:rPr>
                  <a:t>. The </a:t>
                </a:r>
                <a:r>
                  <a:rPr lang="en-GB" dirty="0">
                    <a:solidFill>
                      <a:schemeClr val="bg1"/>
                    </a:solidFill>
                  </a:rPr>
                  <a:t>apparent improvement may reflect a more permissive detection threshold rather than statistically validated superiority.</a:t>
                </a:r>
              </a:p>
            </p:txBody>
          </p:sp>
        </mc:Choice>
        <mc:Fallback>
          <p:sp>
            <p:nvSpPr>
              <p:cNvPr id="19" name="TextBox 18">
                <a:extLst>
                  <a:ext uri="{FF2B5EF4-FFF2-40B4-BE49-F238E27FC236}">
                    <a16:creationId xmlns:a16="http://schemas.microsoft.com/office/drawing/2014/main" id="{95F7D17C-2A9A-DEB0-1F29-BD97DE53FE1A}"/>
                  </a:ext>
                </a:extLst>
              </p:cNvPr>
              <p:cNvSpPr txBox="1">
                <a:spLocks noRot="1" noChangeAspect="1" noMove="1" noResize="1" noEditPoints="1" noAdjustHandles="1" noChangeArrowheads="1" noChangeShapeType="1" noTextEdit="1"/>
              </p:cNvSpPr>
              <p:nvPr/>
            </p:nvSpPr>
            <p:spPr>
              <a:xfrm>
                <a:off x="685800" y="8975455"/>
                <a:ext cx="9608716" cy="646331"/>
              </a:xfrm>
              <a:prstGeom prst="rect">
                <a:avLst/>
              </a:prstGeom>
              <a:blipFill>
                <a:blip r:embed="rId4"/>
                <a:stretch>
                  <a:fillRect l="-571" t="-4717" b="-14151"/>
                </a:stretch>
              </a:blipFill>
            </p:spPr>
            <p:txBody>
              <a:bodyPr/>
              <a:lstStyle/>
              <a:p>
                <a:r>
                  <a:rPr lang="en-GB">
                    <a:noFill/>
                  </a:rPr>
                  <a:t> </a:t>
                </a:r>
              </a:p>
            </p:txBody>
          </p:sp>
        </mc:Fallback>
      </mc:AlternateContent>
    </p:spTree>
    <p:extLst>
      <p:ext uri="{BB962C8B-B14F-4D97-AF65-F5344CB8AC3E}">
        <p14:creationId xmlns:p14="http://schemas.microsoft.com/office/powerpoint/2010/main" val="23625866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1269</TotalTime>
  <Words>9480</Words>
  <Application>Microsoft Office PowerPoint</Application>
  <PresentationFormat>Custom</PresentationFormat>
  <Paragraphs>1139</Paragraphs>
  <Slides>45</Slides>
  <Notes>35</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45</vt:i4>
      </vt:variant>
    </vt:vector>
  </HeadingPairs>
  <TitlesOfParts>
    <vt:vector size="64" baseType="lpstr">
      <vt:lpstr>Calibri (MS) Bold</vt:lpstr>
      <vt:lpstr>Roboto</vt:lpstr>
      <vt:lpstr>Calibri (MS)</vt:lpstr>
      <vt:lpstr>Inter Semi-Bold</vt:lpstr>
      <vt:lpstr>Aptos Bold</vt:lpstr>
      <vt:lpstr>Cambria Math</vt:lpstr>
      <vt:lpstr>Segoe UI</vt:lpstr>
      <vt:lpstr>DejaVu Sans Bold</vt:lpstr>
      <vt:lpstr>DejaVu Sans Light</vt:lpstr>
      <vt:lpstr>Consolas</vt:lpstr>
      <vt:lpstr>Inter</vt:lpstr>
      <vt:lpstr>Inter Bold</vt:lpstr>
      <vt:lpstr>Calibri</vt:lpstr>
      <vt:lpstr>Inter Medium</vt:lpstr>
      <vt:lpstr>Arial</vt:lpstr>
      <vt:lpstr>Roboto Bold</vt:lpstr>
      <vt:lpstr>Aptos</vt:lpstr>
      <vt:lpstr>Inter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2026-10-18T15:07:23Z</dcterms:modified>
  <dc:identifier>DAHYBaR-K0c</dc:identifier>
</cp:coreProperties>
</file>