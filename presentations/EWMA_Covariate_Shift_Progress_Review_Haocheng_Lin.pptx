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56"/>
  </p:notesMasterIdLst>
  <p:sldIdLst>
    <p:sldId id="256" r:id="rId2"/>
    <p:sldId id="257" r:id="rId3"/>
    <p:sldId id="300" r:id="rId4"/>
    <p:sldId id="302" r:id="rId5"/>
    <p:sldId id="303" r:id="rId6"/>
    <p:sldId id="258" r:id="rId7"/>
    <p:sldId id="304" r:id="rId8"/>
    <p:sldId id="305" r:id="rId9"/>
    <p:sldId id="306" r:id="rId10"/>
    <p:sldId id="307" r:id="rId11"/>
    <p:sldId id="308" r:id="rId12"/>
    <p:sldId id="309" r:id="rId13"/>
    <p:sldId id="310" r:id="rId14"/>
    <p:sldId id="311"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301" r:id="rId50"/>
    <p:sldId id="293" r:id="rId51"/>
    <p:sldId id="299" r:id="rId52"/>
    <p:sldId id="298" r:id="rId53"/>
    <p:sldId id="295" r:id="rId54"/>
    <p:sldId id="296" r:id="rId55"/>
  </p:sldIdLst>
  <p:sldSz cx="18288000" cy="10287000"/>
  <p:notesSz cx="6858000" cy="9144000"/>
  <p:embeddedFontLst>
    <p:embeddedFont>
      <p:font typeface="Aptos Bold" panose="020B0004020202020204" charset="0"/>
      <p:regular r:id="rId57"/>
      <p:bold r:id="rId58"/>
    </p:embeddedFont>
    <p:embeddedFont>
      <p:font typeface="Calibri (MS)" panose="020B0604020202020204" charset="0"/>
      <p:regular r:id="rId59"/>
    </p:embeddedFont>
    <p:embeddedFont>
      <p:font typeface="Calibri (MS) Bold" panose="020B0604020202020204" charset="0"/>
      <p:regular r:id="rId60"/>
    </p:embeddedFont>
    <p:embeddedFont>
      <p:font typeface="Cambria Math" panose="02040503050406030204" pitchFamily="18" charset="0"/>
      <p:regular r:id="rId61"/>
    </p:embeddedFont>
    <p:embeddedFont>
      <p:font typeface="Consolas" panose="020B0609020204030204" pitchFamily="49" charset="0"/>
      <p:regular r:id="rId62"/>
      <p:bold r:id="rId63"/>
      <p:italic r:id="rId64"/>
      <p:boldItalic r:id="rId65"/>
    </p:embeddedFont>
    <p:embeddedFont>
      <p:font typeface="DejaVu Sans Bold" panose="020B0604020202020204" charset="0"/>
      <p:regular r:id="rId66"/>
    </p:embeddedFont>
    <p:embeddedFont>
      <p:font typeface="DejaVu Sans Light" panose="020B0604020202020204" charset="0"/>
      <p:regular r:id="rId67"/>
    </p:embeddedFont>
    <p:embeddedFont>
      <p:font typeface="Inter" panose="020B0604020202020204" charset="0"/>
      <p:regular r:id="rId68"/>
    </p:embeddedFont>
    <p:embeddedFont>
      <p:font typeface="Inter Bold" panose="020B0604020202020204" charset="0"/>
      <p:regular r:id="rId69"/>
    </p:embeddedFont>
    <p:embeddedFont>
      <p:font typeface="Inter Italics" panose="020B0604020202020204" charset="0"/>
      <p:regular r:id="rId70"/>
    </p:embeddedFont>
    <p:embeddedFont>
      <p:font typeface="Inter Medium" panose="020B0604020202020204" charset="0"/>
      <p:regular r:id="rId71"/>
    </p:embeddedFont>
    <p:embeddedFont>
      <p:font typeface="Inter Semi-Bold" panose="020B0604020202020204" charset="0"/>
      <p:regular r:id="rId72"/>
    </p:embeddedFont>
    <p:embeddedFont>
      <p:font typeface="Roboto" panose="02000000000000000000" pitchFamily="2" charset="0"/>
      <p:regular r:id="rId73"/>
    </p:embeddedFont>
    <p:embeddedFont>
      <p:font typeface="Roboto Bold" panose="02000000000000000000" charset="0"/>
      <p:regular r:id="rId74"/>
      <p:bold r:id="rId75"/>
    </p:embeddedFont>
    <p:embeddedFont>
      <p:font typeface="Segoe UI" panose="020B0502040204020203" pitchFamily="34" charset="0"/>
      <p:regular r:id="rId76"/>
      <p:bold r:id="rId77"/>
      <p:italic r:id="rId78"/>
      <p:boldItalic r:id="rId7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13" dt="2026-10-19T22:06:16.23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3" autoAdjust="0"/>
    <p:restoredTop sz="86671" autoAdjust="0"/>
  </p:normalViewPr>
  <p:slideViewPr>
    <p:cSldViewPr>
      <p:cViewPr varScale="1">
        <p:scale>
          <a:sx n="56" d="100"/>
          <a:sy n="56" d="100"/>
        </p:scale>
        <p:origin x="621" y="3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3609"/>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7.fntdata"/><Relationship Id="rId68" Type="http://schemas.openxmlformats.org/officeDocument/2006/relationships/font" Target="fonts/font12.fntdata"/><Relationship Id="rId84" Type="http://schemas.microsoft.com/office/2016/11/relationships/changesInfo" Target="changesInfos/changesInfo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font" Target="fonts/font2.fntdata"/><Relationship Id="rId74" Type="http://schemas.openxmlformats.org/officeDocument/2006/relationships/font" Target="fonts/font18.fntdata"/><Relationship Id="rId79" Type="http://schemas.openxmlformats.org/officeDocument/2006/relationships/font" Target="fonts/font23.fntdata"/><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64" Type="http://schemas.openxmlformats.org/officeDocument/2006/relationships/font" Target="fonts/font8.fntdata"/><Relationship Id="rId69" Type="http://schemas.openxmlformats.org/officeDocument/2006/relationships/font" Target="fonts/font13.fntdata"/><Relationship Id="rId77" Type="http://schemas.openxmlformats.org/officeDocument/2006/relationships/font" Target="fonts/font21.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16.fntdata"/><Relationship Id="rId80" Type="http://schemas.openxmlformats.org/officeDocument/2006/relationships/presProps" Target="presProps.xml"/><Relationship Id="rId85"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3.fntdata"/><Relationship Id="rId67" Type="http://schemas.openxmlformats.org/officeDocument/2006/relationships/font" Target="fonts/font1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6.fntdata"/><Relationship Id="rId70" Type="http://schemas.openxmlformats.org/officeDocument/2006/relationships/font" Target="fonts/font14.fntdata"/><Relationship Id="rId75" Type="http://schemas.openxmlformats.org/officeDocument/2006/relationships/font" Target="fonts/font19.fntdata"/><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4.fntdata"/><Relationship Id="rId65" Type="http://schemas.openxmlformats.org/officeDocument/2006/relationships/font" Target="fonts/font9.fntdata"/><Relationship Id="rId73" Type="http://schemas.openxmlformats.org/officeDocument/2006/relationships/font" Target="fonts/font17.fntdata"/><Relationship Id="rId78" Type="http://schemas.openxmlformats.org/officeDocument/2006/relationships/font" Target="fonts/font22.fntdata"/><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20.fntdata"/><Relationship Id="rId7" Type="http://schemas.openxmlformats.org/officeDocument/2006/relationships/slide" Target="slides/slide6.xml"/><Relationship Id="rId71" Type="http://schemas.openxmlformats.org/officeDocument/2006/relationships/font" Target="fonts/font15.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0.fntdata"/><Relationship Id="rId61" Type="http://schemas.openxmlformats.org/officeDocument/2006/relationships/font" Target="fonts/font5.fntdata"/><Relationship Id="rId8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S::lin-h4@ulster.ac.uk::767fb433-d2fc-427c-8bc7-41e4ac3fef66" providerId="AD" clId="Web-{6BEAE5FE-03B2-8A61-65AF-E2F4F0D0A0E6}"/>
    <pc:docChg chg="modSld">
      <pc:chgData name="Haocheng Lin" userId="S::lin-h4@ulster.ac.uk::767fb433-d2fc-427c-8bc7-41e4ac3fef66" providerId="AD" clId="Web-{6BEAE5FE-03B2-8A61-65AF-E2F4F0D0A0E6}" dt="2026-10-15T15:41:29.624" v="29" actId="20577"/>
      <pc:docMkLst>
        <pc:docMk/>
      </pc:docMkLst>
      <pc:sldChg chg="modSp">
        <pc:chgData name="Haocheng Lin" userId="S::lin-h4@ulster.ac.uk::767fb433-d2fc-427c-8bc7-41e4ac3fef66" providerId="AD" clId="Web-{6BEAE5FE-03B2-8A61-65AF-E2F4F0D0A0E6}" dt="2026-10-15T15:41:29.624" v="29" actId="20577"/>
        <pc:sldMkLst>
          <pc:docMk/>
          <pc:sldMk cId="0" sldId="256"/>
        </pc:sldMkLst>
        <pc:spChg chg="mod">
          <ac:chgData name="Haocheng Lin" userId="S::lin-h4@ulster.ac.uk::767fb433-d2fc-427c-8bc7-41e4ac3fef66" providerId="AD" clId="Web-{6BEAE5FE-03B2-8A61-65AF-E2F4F0D0A0E6}" dt="2026-10-15T15:41:29.624" v="29" actId="20577"/>
          <ac:spMkLst>
            <pc:docMk/>
            <pc:sldMk cId="0" sldId="256"/>
            <ac:spMk id="6" creationId="{00000000-0000-0000-0000-000000000000}"/>
          </ac:spMkLst>
        </pc:spChg>
      </pc:sldChg>
      <pc:sldChg chg="addSp delSp modSp">
        <pc:chgData name="Haocheng Lin" userId="S::lin-h4@ulster.ac.uk::767fb433-d2fc-427c-8bc7-41e4ac3fef66" providerId="AD" clId="Web-{6BEAE5FE-03B2-8A61-65AF-E2F4F0D0A0E6}" dt="2026-10-15T15:41:04.874" v="24"/>
        <pc:sldMkLst>
          <pc:docMk/>
          <pc:sldMk cId="0" sldId="257"/>
        </pc:sldMkLst>
        <pc:spChg chg="mod">
          <ac:chgData name="Haocheng Lin" userId="S::lin-h4@ulster.ac.uk::767fb433-d2fc-427c-8bc7-41e4ac3fef66" providerId="AD" clId="Web-{6BEAE5FE-03B2-8A61-65AF-E2F4F0D0A0E6}" dt="2026-10-15T15:21:52.128" v="17" actId="20577"/>
          <ac:spMkLst>
            <pc:docMk/>
            <pc:sldMk cId="0" sldId="257"/>
            <ac:spMk id="10" creationId="{00000000-0000-0000-0000-000000000000}"/>
          </ac:spMkLst>
        </pc:spChg>
      </pc:sldChg>
    </pc:docChg>
  </pc:docChgLst>
  <pc:docChgLst>
    <pc:chgData name="Haocheng Lin" userId="S::lin-h4@ulster.ac.uk::767fb433-d2fc-427c-8bc7-41e4ac3fef66" providerId="AD" clId="Web-{05486E0C-B03F-E6B6-D148-CBF2EF1C8897}"/>
    <pc:docChg chg="modSld">
      <pc:chgData name="Haocheng Lin" userId="S::lin-h4@ulster.ac.uk::767fb433-d2fc-427c-8bc7-41e4ac3fef66" providerId="AD" clId="Web-{05486E0C-B03F-E6B6-D148-CBF2EF1C8897}" dt="2026-10-16T15:01:17.869" v="249" actId="20577"/>
      <pc:docMkLst>
        <pc:docMk/>
      </pc:docMkLst>
      <pc:sldChg chg="modSp">
        <pc:chgData name="Haocheng Lin" userId="S::lin-h4@ulster.ac.uk::767fb433-d2fc-427c-8bc7-41e4ac3fef66" providerId="AD" clId="Web-{05486E0C-B03F-E6B6-D148-CBF2EF1C8897}" dt="2026-10-16T15:00:15.367" v="243"/>
        <pc:sldMkLst>
          <pc:docMk/>
          <pc:sldMk cId="0" sldId="259"/>
        </pc:sldMkLst>
        <pc:spChg chg="mod">
          <ac:chgData name="Haocheng Lin" userId="S::lin-h4@ulster.ac.uk::767fb433-d2fc-427c-8bc7-41e4ac3fef66" providerId="AD" clId="Web-{05486E0C-B03F-E6B6-D148-CBF2EF1C8897}" dt="2026-10-16T14:48:00.008" v="238" actId="14100"/>
          <ac:spMkLst>
            <pc:docMk/>
            <pc:sldMk cId="0" sldId="259"/>
            <ac:spMk id="8" creationId="{00000000-0000-0000-0000-000000000000}"/>
          </ac:spMkLst>
        </pc:spChg>
        <pc:spChg chg="mod">
          <ac:chgData name="Haocheng Lin" userId="S::lin-h4@ulster.ac.uk::767fb433-d2fc-427c-8bc7-41e4ac3fef66" providerId="AD" clId="Web-{05486E0C-B03F-E6B6-D148-CBF2EF1C8897}" dt="2026-10-16T15:00:15.367" v="243"/>
          <ac:spMkLst>
            <pc:docMk/>
            <pc:sldMk cId="0" sldId="259"/>
            <ac:spMk id="9" creationId="{00000000-0000-0000-0000-000000000000}"/>
          </ac:spMkLst>
        </pc:spChg>
        <pc:spChg chg="mod">
          <ac:chgData name="Haocheng Lin" userId="S::lin-h4@ulster.ac.uk::767fb433-d2fc-427c-8bc7-41e4ac3fef66" providerId="AD" clId="Web-{05486E0C-B03F-E6B6-D148-CBF2EF1C8897}" dt="2026-10-16T14:48:15.056" v="241" actId="1076"/>
          <ac:spMkLst>
            <pc:docMk/>
            <pc:sldMk cId="0" sldId="259"/>
            <ac:spMk id="12" creationId="{00000000-0000-0000-0000-000000000000}"/>
          </ac:spMkLst>
        </pc:spChg>
        <pc:spChg chg="mod">
          <ac:chgData name="Haocheng Lin" userId="S::lin-h4@ulster.ac.uk::767fb433-d2fc-427c-8bc7-41e4ac3fef66" providerId="AD" clId="Web-{05486E0C-B03F-E6B6-D148-CBF2EF1C8897}" dt="2026-10-16T14:47:50.633" v="236" actId="20577"/>
          <ac:spMkLst>
            <pc:docMk/>
            <pc:sldMk cId="0" sldId="259"/>
            <ac:spMk id="13" creationId="{00000000-0000-0000-0000-000000000000}"/>
          </ac:spMkLst>
        </pc:spChg>
      </pc:sldChg>
      <pc:sldChg chg="modSp">
        <pc:chgData name="Haocheng Lin" userId="S::lin-h4@ulster.ac.uk::767fb433-d2fc-427c-8bc7-41e4ac3fef66" providerId="AD" clId="Web-{05486E0C-B03F-E6B6-D148-CBF2EF1C8897}" dt="2026-10-16T15:01:17.869" v="249" actId="20577"/>
        <pc:sldMkLst>
          <pc:docMk/>
          <pc:sldMk cId="387455802" sldId="300"/>
        </pc:sldMkLst>
        <pc:spChg chg="mod">
          <ac:chgData name="Haocheng Lin" userId="S::lin-h4@ulster.ac.uk::767fb433-d2fc-427c-8bc7-41e4ac3fef66" providerId="AD" clId="Web-{05486E0C-B03F-E6B6-D148-CBF2EF1C8897}" dt="2026-10-16T15:01:17.869" v="249" actId="20577"/>
          <ac:spMkLst>
            <pc:docMk/>
            <pc:sldMk cId="387455802" sldId="300"/>
            <ac:spMk id="77" creationId="{00000000-0000-0000-0000-000000000000}"/>
          </ac:spMkLst>
        </pc:spChg>
      </pc:sldChg>
    </pc:docChg>
  </pc:docChgLst>
  <pc:docChgLst>
    <pc:chgData name="Haocheng Lin" userId="3c9af17cd41df8cf" providerId="LiveId" clId="{E85DCD58-ED75-4D29-A2F4-F018EE94DF03}"/>
    <pc:docChg chg="undo redo custSel addSld delSld modSld">
      <pc:chgData name="Haocheng Lin" userId="3c9af17cd41df8cf" providerId="LiveId" clId="{E85DCD58-ED75-4D29-A2F4-F018EE94DF03}" dt="2026-10-19T22:10:52.510" v="1280" actId="20577"/>
      <pc:docMkLst>
        <pc:docMk/>
      </pc:docMkLst>
      <pc:sldChg chg="modSp mod">
        <pc:chgData name="Haocheng Lin" userId="3c9af17cd41df8cf" providerId="LiveId" clId="{E85DCD58-ED75-4D29-A2F4-F018EE94DF03}" dt="2026-10-19T22:10:52.510" v="1280" actId="20577"/>
        <pc:sldMkLst>
          <pc:docMk/>
          <pc:sldMk cId="0" sldId="256"/>
        </pc:sldMkLst>
        <pc:spChg chg="mod">
          <ac:chgData name="Haocheng Lin" userId="3c9af17cd41df8cf" providerId="LiveId" clId="{E85DCD58-ED75-4D29-A2F4-F018EE94DF03}" dt="2026-10-19T22:10:52.510" v="1280" actId="20577"/>
          <ac:spMkLst>
            <pc:docMk/>
            <pc:sldMk cId="0" sldId="256"/>
            <ac:spMk id="7" creationId="{00000000-0000-0000-0000-000000000000}"/>
          </ac:spMkLst>
        </pc:spChg>
      </pc:sldChg>
      <pc:sldChg chg="delSp modSp mod">
        <pc:chgData name="Haocheng Lin" userId="3c9af17cd41df8cf" providerId="LiveId" clId="{E85DCD58-ED75-4D29-A2F4-F018EE94DF03}" dt="2026-10-17T11:23:37.501" v="29" actId="21"/>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del">
        <pc:chgData name="Haocheng Lin" userId="3c9af17cd41df8cf" providerId="LiveId" clId="{E85DCD58-ED75-4D29-A2F4-F018EE94DF03}" dt="2026-10-19T21:05:09.390" v="996" actId="2696"/>
        <pc:sldMkLst>
          <pc:docMk/>
          <pc:sldMk cId="0" sldId="258"/>
        </pc:sldMkLst>
      </pc:sldChg>
      <pc:sldChg chg="add modNotesTx">
        <pc:chgData name="Haocheng Lin" userId="3c9af17cd41df8cf" providerId="LiveId" clId="{E85DCD58-ED75-4D29-A2F4-F018EE94DF03}" dt="2026-10-19T21:58:12.041" v="1253" actId="20577"/>
        <pc:sldMkLst>
          <pc:docMk/>
          <pc:sldMk cId="2123576139" sldId="258"/>
        </pc:sldMkLst>
      </pc:sldChg>
      <pc:sldChg chg="addSp modSp">
        <pc:chgData name="Haocheng Lin" userId="3c9af17cd41df8cf" providerId="LiveId" clId="{E85DCD58-ED75-4D29-A2F4-F018EE94DF03}" dt="2026-10-17T12:08:40.748" v="52"/>
        <pc:sldMkLst>
          <pc:docMk/>
          <pc:sldMk cId="0" sldId="259"/>
        </pc:sldMkLst>
        <pc:spChg chg="mod">
          <ac:chgData name="Haocheng Lin" userId="3c9af17cd41df8cf" providerId="LiveId" clId="{E85DCD58-ED75-4D29-A2F4-F018EE94DF03}" dt="2026-10-17T12:08:40.748" v="52"/>
          <ac:spMkLst>
            <pc:docMk/>
            <pc:sldMk cId="0" sldId="259"/>
            <ac:spMk id="16" creationId="{34BA6D41-7B81-8B54-734B-FA7EBF2AB680}"/>
          </ac:spMkLst>
        </pc:spChg>
        <pc:grpChg chg="add mod">
          <ac:chgData name="Haocheng Lin" userId="3c9af17cd41df8cf" providerId="LiveId" clId="{E85DCD58-ED75-4D29-A2F4-F018EE94DF03}" dt="2026-10-17T12:08:40.748" v="52"/>
          <ac:grpSpMkLst>
            <pc:docMk/>
            <pc:sldMk cId="0" sldId="259"/>
            <ac:grpSpMk id="15" creationId="{ADB27E2A-3720-B97D-3A2D-63B6D4F2D654}"/>
          </ac:grpSpMkLst>
        </pc:grpChg>
      </pc:sldChg>
      <pc:sldChg chg="addSp modSp mod">
        <pc:chgData name="Haocheng Lin" userId="3c9af17cd41df8cf" providerId="LiveId" clId="{E85DCD58-ED75-4D29-A2F4-F018EE94DF03}" dt="2026-10-17T12:07:21.094" v="51" actId="114"/>
        <pc:sldMkLst>
          <pc:docMk/>
          <pc:sldMk cId="0" sldId="260"/>
        </pc:sldMkLst>
        <pc:spChg chg="mod">
          <ac:chgData name="Haocheng Lin" userId="3c9af17cd41df8cf" providerId="LiveId" clId="{E85DCD58-ED75-4D29-A2F4-F018EE94DF03}" dt="2026-10-17T12:07:17.487" v="50" actId="1076"/>
          <ac:spMkLst>
            <pc:docMk/>
            <pc:sldMk cId="0" sldId="260"/>
            <ac:spMk id="14" creationId="{00000000-0000-0000-0000-000000000000}"/>
          </ac:spMkLst>
        </pc:spChg>
        <pc:grpChg chg="mod">
          <ac:chgData name="Haocheng Lin" userId="3c9af17cd41df8cf" providerId="LiveId" clId="{E85DCD58-ED75-4D29-A2F4-F018EE94DF03}" dt="2026-10-17T12:05:30.407" v="33" actId="14100"/>
          <ac:grpSpMkLst>
            <pc:docMk/>
            <pc:sldMk cId="0" sldId="260"/>
            <ac:grpSpMk id="6" creationId="{00000000-0000-0000-0000-000000000000}"/>
          </ac:grpSpMkLst>
        </pc:grpChg>
        <pc:grpChg chg="mod">
          <ac:chgData name="Haocheng Lin" userId="3c9af17cd41df8cf" providerId="LiveId" clId="{E85DCD58-ED75-4D29-A2F4-F018EE94DF03}" dt="2026-10-17T12:05:33.488" v="34" actId="14100"/>
          <ac:grpSpMkLst>
            <pc:docMk/>
            <pc:sldMk cId="0" sldId="260"/>
            <ac:grpSpMk id="10" creationId="{00000000-0000-0000-0000-000000000000}"/>
          </ac:grpSpMkLst>
        </pc:grpChg>
        <pc:graphicFrameChg chg="add mod modGraphic">
          <ac:chgData name="Haocheng Lin" userId="3c9af17cd41df8cf" providerId="LiveId" clId="{E85DCD58-ED75-4D29-A2F4-F018EE94DF03}" dt="2026-10-17T12:07:21.094" v="51" actId="114"/>
          <ac:graphicFrameMkLst>
            <pc:docMk/>
            <pc:sldMk cId="0" sldId="260"/>
            <ac:graphicFrameMk id="15" creationId="{CF5BDFAE-2FE3-65A6-D290-7C14729AE725}"/>
          </ac:graphicFrameMkLst>
        </pc:graphicFrameChg>
      </pc:sldChg>
      <pc:sldChg chg="modSp mod">
        <pc:chgData name="Haocheng Lin" userId="3c9af17cd41df8cf" providerId="LiveId" clId="{E85DCD58-ED75-4D29-A2F4-F018EE94DF03}" dt="2026-10-18T11:28:41.298" v="490" actId="1076"/>
        <pc:sldMkLst>
          <pc:docMk/>
          <pc:sldMk cId="0" sldId="261"/>
        </pc:sldMkLst>
        <pc:spChg chg="mod">
          <ac:chgData name="Haocheng Lin" userId="3c9af17cd41df8cf" providerId="LiveId" clId="{E85DCD58-ED75-4D29-A2F4-F018EE94DF03}" dt="2026-10-18T11:26:37.621" v="457" actId="1076"/>
          <ac:spMkLst>
            <pc:docMk/>
            <pc:sldMk cId="0" sldId="261"/>
            <ac:spMk id="9" creationId="{00000000-0000-0000-0000-000000000000}"/>
          </ac:spMkLst>
        </pc:spChg>
        <pc:spChg chg="mod">
          <ac:chgData name="Haocheng Lin" userId="3c9af17cd41df8cf" providerId="LiveId" clId="{E85DCD58-ED75-4D29-A2F4-F018EE94DF03}" dt="2026-10-18T11:27:41.385" v="468" actId="20577"/>
          <ac:spMkLst>
            <pc:docMk/>
            <pc:sldMk cId="0" sldId="261"/>
            <ac:spMk id="12" creationId="{00000000-0000-0000-0000-000000000000}"/>
          </ac:spMkLst>
        </pc:spChg>
        <pc:spChg chg="mod">
          <ac:chgData name="Haocheng Lin" userId="3c9af17cd41df8cf" providerId="LiveId" clId="{E85DCD58-ED75-4D29-A2F4-F018EE94DF03}" dt="2026-10-18T11:28:41.298" v="490" actId="1076"/>
          <ac:spMkLst>
            <pc:docMk/>
            <pc:sldMk cId="0" sldId="261"/>
            <ac:spMk id="13" creationId="{00000000-0000-0000-0000-000000000000}"/>
          </ac:spMkLst>
        </pc:spChg>
        <pc:spChg chg="mod">
          <ac:chgData name="Haocheng Lin" userId="3c9af17cd41df8cf" providerId="LiveId" clId="{E85DCD58-ED75-4D29-A2F4-F018EE94DF03}" dt="2026-10-18T11:26:54.754" v="459" actId="1076"/>
          <ac:spMkLst>
            <pc:docMk/>
            <pc:sldMk cId="0" sldId="261"/>
            <ac:spMk id="15" creationId="{00000000-0000-0000-0000-000000000000}"/>
          </ac:spMkLst>
        </pc:spChg>
        <pc:spChg chg="mod">
          <ac:chgData name="Haocheng Lin" userId="3c9af17cd41df8cf" providerId="LiveId" clId="{E85DCD58-ED75-4D29-A2F4-F018EE94DF03}" dt="2026-10-18T11:26:57.376" v="460" actId="1076"/>
          <ac:spMkLst>
            <pc:docMk/>
            <pc:sldMk cId="0" sldId="261"/>
            <ac:spMk id="6070" creationId="{00000000-0000-0000-0000-000000000000}"/>
          </ac:spMkLst>
        </pc:spChg>
        <pc:grpChg chg="mod">
          <ac:chgData name="Haocheng Lin" userId="3c9af17cd41df8cf" providerId="LiveId" clId="{E85DCD58-ED75-4D29-A2F4-F018EE94DF03}" dt="2026-10-18T11:26:08.622" v="454" actId="1076"/>
          <ac:grpSpMkLst>
            <pc:docMk/>
            <pc:sldMk cId="0" sldId="261"/>
            <ac:grpSpMk id="6" creationId="{00000000-0000-0000-0000-000000000000}"/>
          </ac:grpSpMkLst>
        </pc:grpChg>
        <pc:grpChg chg="mod">
          <ac:chgData name="Haocheng Lin" userId="3c9af17cd41df8cf" providerId="LiveId" clId="{E85DCD58-ED75-4D29-A2F4-F018EE94DF03}" dt="2026-10-18T11:27:29.019" v="463" actId="1076"/>
          <ac:grpSpMkLst>
            <pc:docMk/>
            <pc:sldMk cId="0" sldId="261"/>
            <ac:grpSpMk id="10" creationId="{00000000-0000-0000-0000-000000000000}"/>
          </ac:grpSpMkLst>
        </pc:grpChg>
      </pc:sldChg>
      <pc:sldChg chg="addSp delSp modSp mod">
        <pc:chgData name="Haocheng Lin" userId="3c9af17cd41df8cf" providerId="LiveId" clId="{E85DCD58-ED75-4D29-A2F4-F018EE94DF03}" dt="2026-10-18T13:29:53.081" v="739" actId="21"/>
        <pc:sldMkLst>
          <pc:docMk/>
          <pc:sldMk cId="0" sldId="262"/>
        </pc:sldMkLst>
        <pc:spChg chg="mod">
          <ac:chgData name="Haocheng Lin" userId="3c9af17cd41df8cf" providerId="LiveId" clId="{E85DCD58-ED75-4D29-A2F4-F018EE94DF03}" dt="2026-10-18T11:38:33.898" v="493" actId="1076"/>
          <ac:spMkLst>
            <pc:docMk/>
            <pc:sldMk cId="0" sldId="262"/>
            <ac:spMk id="2" creationId="{00000000-0000-0000-0000-000000000000}"/>
          </ac:spMkLst>
        </pc:spChg>
        <pc:spChg chg="add mod">
          <ac:chgData name="Haocheng Lin" userId="3c9af17cd41df8cf" providerId="LiveId" clId="{E85DCD58-ED75-4D29-A2F4-F018EE94DF03}" dt="2026-10-18T11:59:03.186" v="548" actId="1076"/>
          <ac:spMkLst>
            <pc:docMk/>
            <pc:sldMk cId="0" sldId="262"/>
            <ac:spMk id="2" creationId="{4D6C7ADD-3388-004F-C18D-4C4FB7340C0A}"/>
          </ac:spMkLst>
        </pc:spChg>
        <pc:spChg chg="add mod">
          <ac:chgData name="Haocheng Lin" userId="3c9af17cd41df8cf" providerId="LiveId" clId="{E85DCD58-ED75-4D29-A2F4-F018EE94DF03}" dt="2026-10-18T11:59:55.780" v="572" actId="1076"/>
          <ac:spMkLst>
            <pc:docMk/>
            <pc:sldMk cId="0" sldId="262"/>
            <ac:spMk id="3" creationId="{93D3D845-3C60-B1B1-3356-A5823AC8806A}"/>
          </ac:spMkLst>
        </pc:spChg>
        <pc:spChg chg="add mod">
          <ac:chgData name="Haocheng Lin" userId="3c9af17cd41df8cf" providerId="LiveId" clId="{E85DCD58-ED75-4D29-A2F4-F018EE94DF03}" dt="2026-10-18T13:21:06.815" v="607" actId="1076"/>
          <ac:spMkLst>
            <pc:docMk/>
            <pc:sldMk cId="0" sldId="262"/>
            <ac:spMk id="4" creationId="{B74ACF58-F318-226F-7F44-D3894469CF38}"/>
          </ac:spMkLst>
        </pc:spChg>
        <pc:spChg chg="add mod">
          <ac:chgData name="Haocheng Lin" userId="3c9af17cd41df8cf" providerId="LiveId" clId="{E85DCD58-ED75-4D29-A2F4-F018EE94DF03}" dt="2026-10-18T13:23:22.744" v="648" actId="1076"/>
          <ac:spMkLst>
            <pc:docMk/>
            <pc:sldMk cId="0" sldId="262"/>
            <ac:spMk id="5" creationId="{9785945A-3E5C-C2B9-7D85-4CA23341699D}"/>
          </ac:spMkLst>
        </pc:spChg>
        <pc:spChg chg="mod">
          <ac:chgData name="Haocheng Lin" userId="3c9af17cd41df8cf" providerId="LiveId" clId="{E85DCD58-ED75-4D29-A2F4-F018EE94DF03}" dt="2026-10-18T11:40:28.530" v="508" actId="1076"/>
          <ac:spMkLst>
            <pc:docMk/>
            <pc:sldMk cId="0" sldId="262"/>
            <ac:spMk id="6" creationId="{00000000-0000-0000-0000-000000000000}"/>
          </ac:spMkLst>
        </pc:spChg>
        <pc:spChg chg="add mod">
          <ac:chgData name="Haocheng Lin" userId="3c9af17cd41df8cf" providerId="LiveId" clId="{E85DCD58-ED75-4D29-A2F4-F018EE94DF03}" dt="2026-10-18T13:27:08.630" v="672" actId="1076"/>
          <ac:spMkLst>
            <pc:docMk/>
            <pc:sldMk cId="0" sldId="262"/>
            <ac:spMk id="6" creationId="{B6CCCE71-7DBF-D2F3-EED4-F7793981E5CA}"/>
          </ac:spMkLst>
        </pc:spChg>
        <pc:spChg chg="add mod">
          <ac:chgData name="Haocheng Lin" userId="3c9af17cd41df8cf" providerId="LiveId" clId="{E85DCD58-ED75-4D29-A2F4-F018EE94DF03}" dt="2026-10-18T13:28:30.655" v="707" actId="1076"/>
          <ac:spMkLst>
            <pc:docMk/>
            <pc:sldMk cId="0" sldId="262"/>
            <ac:spMk id="7" creationId="{1852BE43-2F6F-8188-6965-45F605812247}"/>
          </ac:spMkLst>
        </pc:spChg>
        <pc:spChg chg="add mod">
          <ac:chgData name="Haocheng Lin" userId="3c9af17cd41df8cf" providerId="LiveId" clId="{E85DCD58-ED75-4D29-A2F4-F018EE94DF03}" dt="2026-10-18T13:29:41.271" v="737" actId="1076"/>
          <ac:spMkLst>
            <pc:docMk/>
            <pc:sldMk cId="0" sldId="262"/>
            <ac:spMk id="8" creationId="{C5D486AB-7F08-9276-3F9B-1DEB420806F3}"/>
          </ac:spMkLst>
        </pc:spChg>
        <pc:spChg chg="del">
          <ac:chgData name="Haocheng Lin" userId="3c9af17cd41df8cf" providerId="LiveId" clId="{E85DCD58-ED75-4D29-A2F4-F018EE94DF03}" dt="2026-10-18T13:29:51.318" v="738" actId="21"/>
          <ac:spMkLst>
            <pc:docMk/>
            <pc:sldMk cId="0" sldId="262"/>
            <ac:spMk id="13" creationId="{00000000-0000-0000-0000-000000000000}"/>
          </ac:spMkLst>
        </pc:spChg>
        <pc:spChg chg="add mod">
          <ac:chgData name="Haocheng Lin" userId="3c9af17cd41df8cf" providerId="LiveId" clId="{E85DCD58-ED75-4D29-A2F4-F018EE94DF03}" dt="2026-10-18T11:40:06.148" v="507" actId="14100"/>
          <ac:spMkLst>
            <pc:docMk/>
            <pc:sldMk cId="0" sldId="262"/>
            <ac:spMk id="14" creationId="{64BEB341-9A48-7113-113A-9973076B485F}"/>
          </ac:spMkLst>
        </pc:spChg>
        <pc:spChg chg="mod">
          <ac:chgData name="Haocheng Lin" userId="3c9af17cd41df8cf" providerId="LiveId" clId="{E85DCD58-ED75-4D29-A2F4-F018EE94DF03}" dt="2026-10-18T13:28:45.334" v="713" actId="1076"/>
          <ac:spMkLst>
            <pc:docMk/>
            <pc:sldMk cId="0" sldId="262"/>
            <ac:spMk id="16" creationId="{00000000-0000-0000-0000-000000000000}"/>
          </ac:spMkLst>
        </pc:spChg>
        <pc:spChg chg="add mod">
          <ac:chgData name="Haocheng Lin" userId="3c9af17cd41df8cf" providerId="LiveId" clId="{E85DCD58-ED75-4D29-A2F4-F018EE94DF03}" dt="2026-10-18T11:39:15.105" v="494" actId="164"/>
          <ac:spMkLst>
            <pc:docMk/>
            <pc:sldMk cId="0" sldId="262"/>
            <ac:spMk id="16" creationId="{80B5189C-CA1A-B1E5-E678-3D65B1796E8A}"/>
          </ac:spMkLst>
        </pc:spChg>
        <pc:spChg chg="mod">
          <ac:chgData name="Haocheng Lin" userId="3c9af17cd41df8cf" providerId="LiveId" clId="{E85DCD58-ED75-4D29-A2F4-F018EE94DF03}" dt="2026-10-18T11:58:53.908" v="547" actId="1076"/>
          <ac:spMkLst>
            <pc:docMk/>
            <pc:sldMk cId="0" sldId="262"/>
            <ac:spMk id="17" creationId="{00000000-0000-0000-0000-000000000000}"/>
          </ac:spMkLst>
        </pc:spChg>
        <pc:spChg chg="add mod">
          <ac:chgData name="Haocheng Lin" userId="3c9af17cd41df8cf" providerId="LiveId" clId="{E85DCD58-ED75-4D29-A2F4-F018EE94DF03}" dt="2026-10-18T11:39:15.105" v="494" actId="164"/>
          <ac:spMkLst>
            <pc:docMk/>
            <pc:sldMk cId="0" sldId="262"/>
            <ac:spMk id="18" creationId="{0AC86904-BCB9-E2F8-DB4D-8B479A164C4D}"/>
          </ac:spMkLst>
        </pc:spChg>
        <pc:spChg chg="mod">
          <ac:chgData name="Haocheng Lin" userId="3c9af17cd41df8cf" providerId="LiveId" clId="{E85DCD58-ED75-4D29-A2F4-F018EE94DF03}" dt="2026-10-18T12:00:01.677" v="573" actId="1076"/>
          <ac:spMkLst>
            <pc:docMk/>
            <pc:sldMk cId="0" sldId="262"/>
            <ac:spMk id="20" creationId="{00000000-0000-0000-0000-000000000000}"/>
          </ac:spMkLst>
        </pc:spChg>
        <pc:spChg chg="mod">
          <ac:chgData name="Haocheng Lin" userId="3c9af17cd41df8cf" providerId="LiveId" clId="{E85DCD58-ED75-4D29-A2F4-F018EE94DF03}" dt="2026-10-18T13:23:12.010" v="644" actId="21"/>
          <ac:spMkLst>
            <pc:docMk/>
            <pc:sldMk cId="0" sldId="262"/>
            <ac:spMk id="21" creationId="{00000000-0000-0000-0000-000000000000}"/>
          </ac:spMkLst>
        </pc:spChg>
        <pc:spChg chg="mod">
          <ac:chgData name="Haocheng Lin" userId="3c9af17cd41df8cf" providerId="LiveId" clId="{E85DCD58-ED75-4D29-A2F4-F018EE94DF03}" dt="2026-10-18T13:29:36.177" v="736" actId="1076"/>
          <ac:spMkLst>
            <pc:docMk/>
            <pc:sldMk cId="0" sldId="262"/>
            <ac:spMk id="30" creationId="{00000000-0000-0000-0000-000000000000}"/>
          </ac:spMkLst>
        </pc:spChg>
        <pc:spChg chg="mod">
          <ac:chgData name="Haocheng Lin" userId="3c9af17cd41df8cf" providerId="LiveId" clId="{E85DCD58-ED75-4D29-A2F4-F018EE94DF03}" dt="2026-10-18T11:40:02.741" v="506" actId="1076"/>
          <ac:spMkLst>
            <pc:docMk/>
            <pc:sldMk cId="0" sldId="262"/>
            <ac:spMk id="6080" creationId="{00000000-0000-0000-0000-000000000000}"/>
          </ac:spMkLst>
        </pc:spChg>
        <pc:spChg chg="mod">
          <ac:chgData name="Haocheng Lin" userId="3c9af17cd41df8cf" providerId="LiveId" clId="{E85DCD58-ED75-4D29-A2F4-F018EE94DF03}" dt="2026-10-18T11:39:49.131" v="503" actId="1076"/>
          <ac:spMkLst>
            <pc:docMk/>
            <pc:sldMk cId="0" sldId="262"/>
            <ac:spMk id="6081" creationId="{00000000-0000-0000-0000-000000000000}"/>
          </ac:spMkLst>
        </pc:spChg>
        <pc:grpChg chg="del mod">
          <ac:chgData name="Haocheng Lin" userId="3c9af17cd41df8cf" providerId="LiveId" clId="{E85DCD58-ED75-4D29-A2F4-F018EE94DF03}" dt="2026-10-18T11:39:18.799" v="495" actId="21"/>
          <ac:grpSpMkLst>
            <pc:docMk/>
            <pc:sldMk cId="0" sldId="262"/>
            <ac:grpSpMk id="4" creationId="{00000000-0000-0000-0000-000000000000}"/>
          </ac:grpSpMkLst>
        </pc:grpChg>
        <pc:grpChg chg="add mod">
          <ac:chgData name="Haocheng Lin" userId="3c9af17cd41df8cf" providerId="LiveId" clId="{E85DCD58-ED75-4D29-A2F4-F018EE94DF03}" dt="2026-10-18T11:39:15.105" v="494" actId="164"/>
          <ac:grpSpMkLst>
            <pc:docMk/>
            <pc:sldMk cId="0" sldId="262"/>
            <ac:grpSpMk id="15" creationId="{119BDDF6-C75F-9902-1C1D-E7A87AD7A49F}"/>
          </ac:grpSpMkLst>
        </pc:grpChg>
        <pc:grpChg chg="add mod">
          <ac:chgData name="Haocheng Lin" userId="3c9af17cd41df8cf" providerId="LiveId" clId="{E85DCD58-ED75-4D29-A2F4-F018EE94DF03}" dt="2026-10-18T11:40:37.111" v="509" actId="1076"/>
          <ac:grpSpMkLst>
            <pc:docMk/>
            <pc:sldMk cId="0" sldId="262"/>
            <ac:grpSpMk id="17" creationId="{0A762943-8622-0062-4B71-1AF152354123}"/>
          </ac:grpSpMkLst>
        </pc:grpChg>
        <pc:picChg chg="del mod">
          <ac:chgData name="Haocheng Lin" userId="3c9af17cd41df8cf" providerId="LiveId" clId="{E85DCD58-ED75-4D29-A2F4-F018EE94DF03}" dt="2026-10-18T11:56:24.290" v="511" actId="21"/>
          <ac:picMkLst>
            <pc:docMk/>
            <pc:sldMk cId="0" sldId="262"/>
            <ac:picMk id="18" creationId="{00000000-0000-0000-0000-000000000000}"/>
          </ac:picMkLst>
        </pc:picChg>
        <pc:picChg chg="del mod">
          <ac:chgData name="Haocheng Lin" userId="3c9af17cd41df8cf" providerId="LiveId" clId="{E85DCD58-ED75-4D29-A2F4-F018EE94DF03}" dt="2026-10-18T12:00:38.094" v="574" actId="21"/>
          <ac:picMkLst>
            <pc:docMk/>
            <pc:sldMk cId="0" sldId="262"/>
            <ac:picMk id="19" creationId="{00000000-0000-0000-0000-000000000000}"/>
          </ac:picMkLst>
        </pc:picChg>
        <pc:picChg chg="del mod">
          <ac:chgData name="Haocheng Lin" userId="3c9af17cd41df8cf" providerId="LiveId" clId="{E85DCD58-ED75-4D29-A2F4-F018EE94DF03}" dt="2026-10-18T13:21:09.646" v="608" actId="21"/>
          <ac:picMkLst>
            <pc:docMk/>
            <pc:sldMk cId="0" sldId="262"/>
            <ac:picMk id="23" creationId="{00000000-0000-0000-0000-000000000000}"/>
          </ac:picMkLst>
        </pc:picChg>
        <pc:picChg chg="del mod">
          <ac:chgData name="Haocheng Lin" userId="3c9af17cd41df8cf" providerId="LiveId" clId="{E85DCD58-ED75-4D29-A2F4-F018EE94DF03}" dt="2026-10-18T13:23:25.749" v="649" actId="21"/>
          <ac:picMkLst>
            <pc:docMk/>
            <pc:sldMk cId="0" sldId="262"/>
            <ac:picMk id="24" creationId="{00000000-0000-0000-0000-000000000000}"/>
          </ac:picMkLst>
        </pc:picChg>
        <pc:picChg chg="del">
          <ac:chgData name="Haocheng Lin" userId="3c9af17cd41df8cf" providerId="LiveId" clId="{E85DCD58-ED75-4D29-A2F4-F018EE94DF03}" dt="2026-10-18T13:27:02.887" v="671" actId="21"/>
          <ac:picMkLst>
            <pc:docMk/>
            <pc:sldMk cId="0" sldId="262"/>
            <ac:picMk id="28" creationId="{00000000-0000-0000-0000-000000000000}"/>
          </ac:picMkLst>
        </pc:picChg>
        <pc:picChg chg="del mod">
          <ac:chgData name="Haocheng Lin" userId="3c9af17cd41df8cf" providerId="LiveId" clId="{E85DCD58-ED75-4D29-A2F4-F018EE94DF03}" dt="2026-10-18T13:28:35.631" v="708" actId="21"/>
          <ac:picMkLst>
            <pc:docMk/>
            <pc:sldMk cId="0" sldId="262"/>
            <ac:picMk id="32" creationId="{00000000-0000-0000-0000-000000000000}"/>
          </ac:picMkLst>
        </pc:picChg>
        <pc:picChg chg="del mod">
          <ac:chgData name="Haocheng Lin" userId="3c9af17cd41df8cf" providerId="LiveId" clId="{E85DCD58-ED75-4D29-A2F4-F018EE94DF03}" dt="2026-10-18T13:29:53.081" v="739" actId="21"/>
          <ac:picMkLst>
            <pc:docMk/>
            <pc:sldMk cId="0" sldId="262"/>
            <ac:picMk id="33" creationId="{00000000-0000-0000-0000-000000000000}"/>
          </ac:picMkLst>
        </pc:picChg>
      </pc:sldChg>
      <pc:sldChg chg="addSp delSp modSp mod modNotesTx">
        <pc:chgData name="Haocheng Lin" userId="3c9af17cd41df8cf" providerId="LiveId" clId="{E85DCD58-ED75-4D29-A2F4-F018EE94DF03}" dt="2026-10-17T15:42:52.463" v="447" actId="20577"/>
        <pc:sldMkLst>
          <pc:docMk/>
          <pc:sldMk cId="0" sldId="263"/>
        </pc:sldMkLst>
        <pc:spChg chg="mod">
          <ac:chgData name="Haocheng Lin" userId="3c9af17cd41df8cf" providerId="LiveId" clId="{E85DCD58-ED75-4D29-A2F4-F018EE94DF03}" dt="2026-10-17T15:29:18.775" v="253"/>
          <ac:spMkLst>
            <pc:docMk/>
            <pc:sldMk cId="0" sldId="263"/>
            <ac:spMk id="3" creationId="{00000000-0000-0000-0000-000000000000}"/>
          </ac:spMkLst>
        </pc:spChg>
        <pc:spChg chg="add mod">
          <ac:chgData name="Haocheng Lin" userId="3c9af17cd41df8cf" providerId="LiveId" clId="{E85DCD58-ED75-4D29-A2F4-F018EE94DF03}" dt="2026-10-17T15:22:48.882" v="252" actId="1076"/>
          <ac:spMkLst>
            <pc:docMk/>
            <pc:sldMk cId="0" sldId="263"/>
            <ac:spMk id="7" creationId="{BEA13770-EE76-CB4C-F26C-C981B27477CA}"/>
          </ac:spMkLst>
        </pc:spChg>
        <pc:spChg chg="mod">
          <ac:chgData name="Haocheng Lin" userId="3c9af17cd41df8cf" providerId="LiveId" clId="{E85DCD58-ED75-4D29-A2F4-F018EE94DF03}" dt="2026-10-17T15:32:16.986" v="315" actId="1076"/>
          <ac:spMkLst>
            <pc:docMk/>
            <pc:sldMk cId="0" sldId="263"/>
            <ac:spMk id="8" creationId="{00000000-0000-0000-0000-000000000000}"/>
          </ac:spMkLst>
        </pc:spChg>
        <pc:spChg chg="mod">
          <ac:chgData name="Haocheng Lin" userId="3c9af17cd41df8cf" providerId="LiveId" clId="{E85DCD58-ED75-4D29-A2F4-F018EE94DF03}" dt="2026-10-17T15:33:46.876" v="319" actId="207"/>
          <ac:spMkLst>
            <pc:docMk/>
            <pc:sldMk cId="0" sldId="263"/>
            <ac:spMk id="9" creationId="{00000000-0000-0000-0000-000000000000}"/>
          </ac:spMkLst>
        </pc:spChg>
        <pc:spChg chg="mod">
          <ac:chgData name="Haocheng Lin" userId="3c9af17cd41df8cf" providerId="LiveId" clId="{E85DCD58-ED75-4D29-A2F4-F018EE94DF03}" dt="2026-10-17T15:31:32.006" v="294" actId="1076"/>
          <ac:spMkLst>
            <pc:docMk/>
            <pc:sldMk cId="0" sldId="263"/>
            <ac:spMk id="10" creationId="{00000000-0000-0000-0000-000000000000}"/>
          </ac:spMkLst>
        </pc:spChg>
        <pc:spChg chg="add mod">
          <ac:chgData name="Haocheng Lin" userId="3c9af17cd41df8cf" providerId="LiveId" clId="{E85DCD58-ED75-4D29-A2F4-F018EE94DF03}" dt="2026-10-17T15:42:08.658" v="367" actId="1076"/>
          <ac:spMkLst>
            <pc:docMk/>
            <pc:sldMk cId="0" sldId="263"/>
            <ac:spMk id="11" creationId="{B29EB340-25BD-4456-9471-B2C0D55C7E4C}"/>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addSp delSp modSp mod">
        <pc:chgData name="Haocheng Lin" userId="3c9af17cd41df8cf" providerId="LiveId" clId="{E85DCD58-ED75-4D29-A2F4-F018EE94DF03}" dt="2026-10-19T22:06:34.951" v="1260" actId="20577"/>
        <pc:sldMkLst>
          <pc:docMk/>
          <pc:sldMk cId="0" sldId="296"/>
        </pc:sldMkLst>
        <pc:spChg chg="del">
          <ac:chgData name="Haocheng Lin" userId="3c9af17cd41df8cf" providerId="LiveId" clId="{E85DCD58-ED75-4D29-A2F4-F018EE94DF03}" dt="2026-10-19T22:06:04.844" v="1255" actId="21"/>
          <ac:spMkLst>
            <pc:docMk/>
            <pc:sldMk cId="0" sldId="296"/>
            <ac:spMk id="4" creationId="{00000000-0000-0000-0000-000000000000}"/>
          </ac:spMkLst>
        </pc:spChg>
        <pc:spChg chg="mod">
          <ac:chgData name="Haocheng Lin" userId="3c9af17cd41df8cf" providerId="LiveId" clId="{E85DCD58-ED75-4D29-A2F4-F018EE94DF03}" dt="2026-10-19T22:06:16.235" v="1256" actId="164"/>
          <ac:spMkLst>
            <pc:docMk/>
            <pc:sldMk cId="0" sldId="296"/>
            <ac:spMk id="6" creationId="{00000000-0000-0000-0000-000000000000}"/>
          </ac:spMkLst>
        </pc:spChg>
        <pc:spChg chg="mod">
          <ac:chgData name="Haocheng Lin" userId="3c9af17cd41df8cf" providerId="LiveId" clId="{E85DCD58-ED75-4D29-A2F4-F018EE94DF03}" dt="2026-10-19T22:06:32.538" v="1259" actId="20577"/>
          <ac:spMkLst>
            <pc:docMk/>
            <pc:sldMk cId="0" sldId="296"/>
            <ac:spMk id="7" creationId="{00000000-0000-0000-0000-000000000000}"/>
          </ac:spMkLst>
        </pc:spChg>
        <pc:spChg chg="mod">
          <ac:chgData name="Haocheng Lin" userId="3c9af17cd41df8cf" providerId="LiveId" clId="{E85DCD58-ED75-4D29-A2F4-F018EE94DF03}" dt="2026-10-19T22:06:16.235" v="1256" actId="164"/>
          <ac:spMkLst>
            <pc:docMk/>
            <pc:sldMk cId="0" sldId="296"/>
            <ac:spMk id="8" creationId="{00000000-0000-0000-0000-000000000000}"/>
          </ac:spMkLst>
        </pc:spChg>
        <pc:spChg chg="mod">
          <ac:chgData name="Haocheng Lin" userId="3c9af17cd41df8cf" providerId="LiveId" clId="{E85DCD58-ED75-4D29-A2F4-F018EE94DF03}" dt="2026-10-19T22:06:29.395" v="1258" actId="20577"/>
          <ac:spMkLst>
            <pc:docMk/>
            <pc:sldMk cId="0" sldId="296"/>
            <ac:spMk id="9" creationId="{00000000-0000-0000-0000-000000000000}"/>
          </ac:spMkLst>
        </pc:spChg>
        <pc:spChg chg="mod">
          <ac:chgData name="Haocheng Lin" userId="3c9af17cd41df8cf" providerId="LiveId" clId="{E85DCD58-ED75-4D29-A2F4-F018EE94DF03}" dt="2026-10-19T22:06:16.235" v="1256" actId="164"/>
          <ac:spMkLst>
            <pc:docMk/>
            <pc:sldMk cId="0" sldId="296"/>
            <ac:spMk id="10" creationId="{00000000-0000-0000-0000-000000000000}"/>
          </ac:spMkLst>
        </pc:spChg>
        <pc:spChg chg="mod">
          <ac:chgData name="Haocheng Lin" userId="3c9af17cd41df8cf" providerId="LiveId" clId="{E85DCD58-ED75-4D29-A2F4-F018EE94DF03}" dt="2026-10-19T22:06:34.951" v="1260" actId="20577"/>
          <ac:spMkLst>
            <pc:docMk/>
            <pc:sldMk cId="0" sldId="296"/>
            <ac:spMk id="11" creationId="{00000000-0000-0000-0000-000000000000}"/>
          </ac:spMkLst>
        </pc:spChg>
        <pc:grpChg chg="add mod">
          <ac:chgData name="Haocheng Lin" userId="3c9af17cd41df8cf" providerId="LiveId" clId="{E85DCD58-ED75-4D29-A2F4-F018EE94DF03}" dt="2026-10-19T22:06:20.709" v="1257" actId="1076"/>
          <ac:grpSpMkLst>
            <pc:docMk/>
            <pc:sldMk cId="0" sldId="296"/>
            <ac:grpSpMk id="12" creationId="{48E8EF99-F310-66E3-459B-B42ACE723AA4}"/>
          </ac:grpSpMkLst>
        </pc:grpChg>
      </pc:sldChg>
      <pc:sldChg chg="del">
        <pc:chgData name="Haocheng Lin" userId="3c9af17cd41df8cf" providerId="LiveId" clId="{E85DCD58-ED75-4D29-A2F4-F018EE94DF03}" dt="2026-10-19T22:05:42.327" v="1254" actId="2696"/>
        <pc:sldMkLst>
          <pc:docMk/>
          <pc:sldMk cId="0" sldId="297"/>
        </pc:sldMkLst>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sldChg chg="addSp delSp modSp add mod">
        <pc:chgData name="Haocheng Lin" userId="3c9af17cd41df8cf" providerId="LiveId" clId="{E85DCD58-ED75-4D29-A2F4-F018EE94DF03}" dt="2026-10-18T15:07:22.066" v="995" actId="6549"/>
        <pc:sldMkLst>
          <pc:docMk/>
          <pc:sldMk cId="2362586608" sldId="301"/>
        </pc:sldMkLst>
        <pc:spChg chg="mod">
          <ac:chgData name="Haocheng Lin" userId="3c9af17cd41df8cf" providerId="LiveId" clId="{E85DCD58-ED75-4D29-A2F4-F018EE94DF03}" dt="2026-10-18T14:57:04.931" v="938" actId="1076"/>
          <ac:spMkLst>
            <pc:docMk/>
            <pc:sldMk cId="2362586608" sldId="301"/>
            <ac:spMk id="2" creationId="{90B6BF9D-50B6-F534-8130-8B2D5EBAF546}"/>
          </ac:spMkLst>
        </pc:spChg>
        <pc:spChg chg="mod">
          <ac:chgData name="Haocheng Lin" userId="3c9af17cd41df8cf" providerId="LiveId" clId="{E85DCD58-ED75-4D29-A2F4-F018EE94DF03}" dt="2026-10-18T14:57:21.583" v="939" actId="1076"/>
          <ac:spMkLst>
            <pc:docMk/>
            <pc:sldMk cId="2362586608" sldId="301"/>
            <ac:spMk id="3" creationId="{031A46FA-5644-B21B-51EC-B65E5B8669F4}"/>
          </ac:spMkLst>
        </pc:spChg>
        <pc:spChg chg="del">
          <ac:chgData name="Haocheng Lin" userId="3c9af17cd41df8cf" providerId="LiveId" clId="{E85DCD58-ED75-4D29-A2F4-F018EE94DF03}" dt="2026-10-18T14:14:55.197" v="741" actId="478"/>
          <ac:spMkLst>
            <pc:docMk/>
            <pc:sldMk cId="2362586608" sldId="301"/>
            <ac:spMk id="4" creationId="{24007430-2BD1-18E5-24CD-2606149163AA}"/>
          </ac:spMkLst>
        </pc:spChg>
        <pc:spChg chg="del">
          <ac:chgData name="Haocheng Lin" userId="3c9af17cd41df8cf" providerId="LiveId" clId="{E85DCD58-ED75-4D29-A2F4-F018EE94DF03}" dt="2026-10-18T14:14:55.197" v="741" actId="478"/>
          <ac:spMkLst>
            <pc:docMk/>
            <pc:sldMk cId="2362586608" sldId="301"/>
            <ac:spMk id="7" creationId="{1E8451D4-DE3D-84B1-2D2E-5297580A64F8}"/>
          </ac:spMkLst>
        </pc:spChg>
        <pc:spChg chg="del">
          <ac:chgData name="Haocheng Lin" userId="3c9af17cd41df8cf" providerId="LiveId" clId="{E85DCD58-ED75-4D29-A2F4-F018EE94DF03}" dt="2026-10-18T14:14:55.197" v="741" actId="478"/>
          <ac:spMkLst>
            <pc:docMk/>
            <pc:sldMk cId="2362586608" sldId="301"/>
            <ac:spMk id="8" creationId="{E34D0A64-9C43-0A3E-65C9-C3EDBE2923A8}"/>
          </ac:spMkLst>
        </pc:spChg>
        <pc:spChg chg="del">
          <ac:chgData name="Haocheng Lin" userId="3c9af17cd41df8cf" providerId="LiveId" clId="{E85DCD58-ED75-4D29-A2F4-F018EE94DF03}" dt="2026-10-18T14:14:55.197" v="741" actId="478"/>
          <ac:spMkLst>
            <pc:docMk/>
            <pc:sldMk cId="2362586608" sldId="301"/>
            <ac:spMk id="9" creationId="{735A56C3-FECF-A788-FC64-D9EECFF5B1E2}"/>
          </ac:spMkLst>
        </pc:spChg>
        <pc:spChg chg="del">
          <ac:chgData name="Haocheng Lin" userId="3c9af17cd41df8cf" providerId="LiveId" clId="{E85DCD58-ED75-4D29-A2F4-F018EE94DF03}" dt="2026-10-18T14:14:55.197" v="741" actId="478"/>
          <ac:spMkLst>
            <pc:docMk/>
            <pc:sldMk cId="2362586608" sldId="301"/>
            <ac:spMk id="10" creationId="{F7529124-ED24-6D81-D26C-FAB7524EF86E}"/>
          </ac:spMkLst>
        </pc:spChg>
        <pc:spChg chg="add mod">
          <ac:chgData name="Haocheng Lin" userId="3c9af17cd41df8cf" providerId="LiveId" clId="{E85DCD58-ED75-4D29-A2F4-F018EE94DF03}" dt="2026-10-18T14:59:27.217" v="950" actId="207"/>
          <ac:spMkLst>
            <pc:docMk/>
            <pc:sldMk cId="2362586608" sldId="301"/>
            <ac:spMk id="15" creationId="{E82A2E68-0111-80EF-6BBD-8868517D96E1}"/>
          </ac:spMkLst>
        </pc:spChg>
        <pc:spChg chg="add mod">
          <ac:chgData name="Haocheng Lin" userId="3c9af17cd41df8cf" providerId="LiveId" clId="{E85DCD58-ED75-4D29-A2F4-F018EE94DF03}" dt="2026-10-18T15:05:18.518" v="957" actId="20577"/>
          <ac:spMkLst>
            <pc:docMk/>
            <pc:sldMk cId="2362586608" sldId="301"/>
            <ac:spMk id="17" creationId="{9A79190E-7FED-6E83-F30E-9248D0FAC75C}"/>
          </ac:spMkLst>
        </pc:spChg>
        <pc:spChg chg="add mod">
          <ac:chgData name="Haocheng Lin" userId="3c9af17cd41df8cf" providerId="LiveId" clId="{E85DCD58-ED75-4D29-A2F4-F018EE94DF03}" dt="2026-10-18T15:07:22.066" v="995" actId="6549"/>
          <ac:spMkLst>
            <pc:docMk/>
            <pc:sldMk cId="2362586608" sldId="301"/>
            <ac:spMk id="19" creationId="{95F7D17C-2A9A-DEB0-1F29-BD97DE53FE1A}"/>
          </ac:spMkLst>
        </pc:spChg>
        <pc:graphicFrameChg chg="del">
          <ac:chgData name="Haocheng Lin" userId="3c9af17cd41df8cf" providerId="LiveId" clId="{E85DCD58-ED75-4D29-A2F4-F018EE94DF03}" dt="2026-10-18T14:14:55.197" v="741" actId="478"/>
          <ac:graphicFrameMkLst>
            <pc:docMk/>
            <pc:sldMk cId="2362586608" sldId="301"/>
            <ac:graphicFrameMk id="6" creationId="{F1967E22-C593-6F00-FC25-B9C8D4C05EE2}"/>
          </ac:graphicFrameMkLst>
        </pc:graphicFrameChg>
        <pc:graphicFrameChg chg="add mod modGraphic">
          <ac:chgData name="Haocheng Lin" userId="3c9af17cd41df8cf" providerId="LiveId" clId="{E85DCD58-ED75-4D29-A2F4-F018EE94DF03}" dt="2026-10-18T14:58:02.032" v="941" actId="1076"/>
          <ac:graphicFrameMkLst>
            <pc:docMk/>
            <pc:sldMk cId="2362586608" sldId="301"/>
            <ac:graphicFrameMk id="14" creationId="{818B685D-994C-ADA3-FF7E-F97592350F7C}"/>
          </ac:graphicFrameMkLst>
        </pc:graphicFrameChg>
        <pc:picChg chg="add mod">
          <ac:chgData name="Haocheng Lin" userId="3c9af17cd41df8cf" providerId="LiveId" clId="{E85DCD58-ED75-4D29-A2F4-F018EE94DF03}" dt="2026-10-18T14:57:46.160" v="940" actId="1076"/>
          <ac:picMkLst>
            <pc:docMk/>
            <pc:sldMk cId="2362586608" sldId="301"/>
            <ac:picMk id="13" creationId="{8A733F1E-7B60-290E-C004-3B666A75EEDB}"/>
          </ac:picMkLst>
        </pc:picChg>
      </pc:sldChg>
      <pc:sldChg chg="modSp add mod">
        <pc:chgData name="Haocheng Lin" userId="3c9af17cd41df8cf" providerId="LiveId" clId="{E85DCD58-ED75-4D29-A2F4-F018EE94DF03}" dt="2026-10-19T21:23:22.791" v="1001" actId="27636"/>
        <pc:sldMkLst>
          <pc:docMk/>
          <pc:sldMk cId="3007442168" sldId="302"/>
        </pc:sldMkLst>
        <pc:spChg chg="mod">
          <ac:chgData name="Haocheng Lin" userId="3c9af17cd41df8cf" providerId="LiveId" clId="{E85DCD58-ED75-4D29-A2F4-F018EE94DF03}" dt="2026-10-19T21:23:22.791" v="1001" actId="27636"/>
          <ac:spMkLst>
            <pc:docMk/>
            <pc:sldMk cId="3007442168" sldId="302"/>
            <ac:spMk id="253" creationId="{00000000-0000-0000-0000-000000000000}"/>
          </ac:spMkLst>
        </pc:spChg>
        <pc:spChg chg="mod">
          <ac:chgData name="Haocheng Lin" userId="3c9af17cd41df8cf" providerId="LiveId" clId="{E85DCD58-ED75-4D29-A2F4-F018EE94DF03}" dt="2026-10-19T21:23:22.789" v="998" actId="27636"/>
          <ac:spMkLst>
            <pc:docMk/>
            <pc:sldMk cId="3007442168" sldId="302"/>
            <ac:spMk id="256" creationId="{00000000-0000-0000-0000-000000000000}"/>
          </ac:spMkLst>
        </pc:spChg>
        <pc:spChg chg="mod">
          <ac:chgData name="Haocheng Lin" userId="3c9af17cd41df8cf" providerId="LiveId" clId="{E85DCD58-ED75-4D29-A2F4-F018EE94DF03}" dt="2026-10-19T21:23:22.790" v="1000" actId="27636"/>
          <ac:spMkLst>
            <pc:docMk/>
            <pc:sldMk cId="3007442168" sldId="302"/>
            <ac:spMk id="259" creationId="{00000000-0000-0000-0000-000000000000}"/>
          </ac:spMkLst>
        </pc:spChg>
        <pc:spChg chg="mod">
          <ac:chgData name="Haocheng Lin" userId="3c9af17cd41df8cf" providerId="LiveId" clId="{E85DCD58-ED75-4D29-A2F4-F018EE94DF03}" dt="2026-10-19T21:23:22.790" v="999" actId="27636"/>
          <ac:spMkLst>
            <pc:docMk/>
            <pc:sldMk cId="3007442168" sldId="302"/>
            <ac:spMk id="262" creationId="{00000000-0000-0000-0000-000000000000}"/>
          </ac:spMkLst>
        </pc:spChg>
      </pc:sldChg>
      <pc:sldChg chg="delSp modSp add mod">
        <pc:chgData name="Haocheng Lin" userId="3c9af17cd41df8cf" providerId="LiveId" clId="{E85DCD58-ED75-4D29-A2F4-F018EE94DF03}" dt="2026-10-19T21:31:55.335" v="1023" actId="21"/>
        <pc:sldMkLst>
          <pc:docMk/>
          <pc:sldMk cId="1267809421" sldId="303"/>
        </pc:sldMkLst>
        <pc:spChg chg="del mod">
          <ac:chgData name="Haocheng Lin" userId="3c9af17cd41df8cf" providerId="LiveId" clId="{E85DCD58-ED75-4D29-A2F4-F018EE94DF03}" dt="2026-10-19T21:31:55.335" v="1023" actId="21"/>
          <ac:spMkLst>
            <pc:docMk/>
            <pc:sldMk cId="1267809421" sldId="303"/>
            <ac:spMk id="267" creationId="{00000000-0000-0000-0000-000000000000}"/>
          </ac:spMkLst>
        </pc:spChg>
        <pc:spChg chg="del">
          <ac:chgData name="Haocheng Lin" userId="3c9af17cd41df8cf" providerId="LiveId" clId="{E85DCD58-ED75-4D29-A2F4-F018EE94DF03}" dt="2026-10-19T21:24:17.845" v="1021" actId="21"/>
          <ac:spMkLst>
            <pc:docMk/>
            <pc:sldMk cId="1267809421" sldId="303"/>
            <ac:spMk id="308" creationId="{00000000-0000-0000-0000-000000000000}"/>
          </ac:spMkLst>
        </pc:spChg>
      </pc:sldChg>
      <pc:sldChg chg="modSp add mod">
        <pc:chgData name="Haocheng Lin" userId="3c9af17cd41df8cf" providerId="LiveId" clId="{E85DCD58-ED75-4D29-A2F4-F018EE94DF03}" dt="2026-10-19T21:23:31.559" v="1008" actId="27636"/>
        <pc:sldMkLst>
          <pc:docMk/>
          <pc:sldMk cId="1503053728" sldId="304"/>
        </pc:sldMkLst>
        <pc:spChg chg="mod">
          <ac:chgData name="Haocheng Lin" userId="3c9af17cd41df8cf" providerId="LiveId" clId="{E85DCD58-ED75-4D29-A2F4-F018EE94DF03}" dt="2026-10-19T21:23:31.559" v="1008" actId="27636"/>
          <ac:spMkLst>
            <pc:docMk/>
            <pc:sldMk cId="1503053728" sldId="304"/>
            <ac:spMk id="355" creationId="{00000000-0000-0000-0000-000000000000}"/>
          </ac:spMkLst>
        </pc:spChg>
        <pc:spChg chg="mod">
          <ac:chgData name="Haocheng Lin" userId="3c9af17cd41df8cf" providerId="LiveId" clId="{E85DCD58-ED75-4D29-A2F4-F018EE94DF03}" dt="2026-10-19T21:23:31.548" v="1005" actId="27636"/>
          <ac:spMkLst>
            <pc:docMk/>
            <pc:sldMk cId="1503053728" sldId="304"/>
            <ac:spMk id="362" creationId="{00000000-0000-0000-0000-000000000000}"/>
          </ac:spMkLst>
        </pc:spChg>
        <pc:spChg chg="mod">
          <ac:chgData name="Haocheng Lin" userId="3c9af17cd41df8cf" providerId="LiveId" clId="{E85DCD58-ED75-4D29-A2F4-F018EE94DF03}" dt="2026-10-19T21:23:31.551" v="1006" actId="27636"/>
          <ac:spMkLst>
            <pc:docMk/>
            <pc:sldMk cId="1503053728" sldId="304"/>
            <ac:spMk id="369" creationId="{00000000-0000-0000-0000-000000000000}"/>
          </ac:spMkLst>
        </pc:spChg>
        <pc:spChg chg="mod">
          <ac:chgData name="Haocheng Lin" userId="3c9af17cd41df8cf" providerId="LiveId" clId="{E85DCD58-ED75-4D29-A2F4-F018EE94DF03}" dt="2026-10-19T21:23:31.554" v="1007" actId="27636"/>
          <ac:spMkLst>
            <pc:docMk/>
            <pc:sldMk cId="1503053728" sldId="304"/>
            <ac:spMk id="376" creationId="{00000000-0000-0000-0000-000000000000}"/>
          </ac:spMkLst>
        </pc:spChg>
      </pc:sldChg>
      <pc:sldChg chg="modSp add mod">
        <pc:chgData name="Haocheng Lin" userId="3c9af17cd41df8cf" providerId="LiveId" clId="{E85DCD58-ED75-4D29-A2F4-F018EE94DF03}" dt="2026-10-19T21:23:33.044" v="1012" actId="27636"/>
        <pc:sldMkLst>
          <pc:docMk/>
          <pc:sldMk cId="2541129372" sldId="305"/>
        </pc:sldMkLst>
        <pc:spChg chg="mod">
          <ac:chgData name="Haocheng Lin" userId="3c9af17cd41df8cf" providerId="LiveId" clId="{E85DCD58-ED75-4D29-A2F4-F018EE94DF03}" dt="2026-10-19T21:23:33.044" v="1012" actId="27636"/>
          <ac:spMkLst>
            <pc:docMk/>
            <pc:sldMk cId="2541129372" sldId="305"/>
            <ac:spMk id="400" creationId="{00000000-0000-0000-0000-000000000000}"/>
          </ac:spMkLst>
        </pc:spChg>
        <pc:spChg chg="mod">
          <ac:chgData name="Haocheng Lin" userId="3c9af17cd41df8cf" providerId="LiveId" clId="{E85DCD58-ED75-4D29-A2F4-F018EE94DF03}" dt="2026-10-19T21:23:33.034" v="1010" actId="27636"/>
          <ac:spMkLst>
            <pc:docMk/>
            <pc:sldMk cId="2541129372" sldId="305"/>
            <ac:spMk id="412" creationId="{00000000-0000-0000-0000-000000000000}"/>
          </ac:spMkLst>
        </pc:spChg>
        <pc:spChg chg="mod">
          <ac:chgData name="Haocheng Lin" userId="3c9af17cd41df8cf" providerId="LiveId" clId="{E85DCD58-ED75-4D29-A2F4-F018EE94DF03}" dt="2026-10-19T21:23:33.038" v="1011" actId="27636"/>
          <ac:spMkLst>
            <pc:docMk/>
            <pc:sldMk cId="2541129372" sldId="305"/>
            <ac:spMk id="439" creationId="{00000000-0000-0000-0000-000000000000}"/>
          </ac:spMkLst>
        </pc:spChg>
      </pc:sldChg>
      <pc:sldChg chg="modSp add mod">
        <pc:chgData name="Haocheng Lin" userId="3c9af17cd41df8cf" providerId="LiveId" clId="{E85DCD58-ED75-4D29-A2F4-F018EE94DF03}" dt="2026-10-19T21:33:15.101" v="1025" actId="20577"/>
        <pc:sldMkLst>
          <pc:docMk/>
          <pc:sldMk cId="846086885" sldId="306"/>
        </pc:sldMkLst>
        <pc:spChg chg="mod">
          <ac:chgData name="Haocheng Lin" userId="3c9af17cd41df8cf" providerId="LiveId" clId="{E85DCD58-ED75-4D29-A2F4-F018EE94DF03}" dt="2026-10-19T21:33:15.101" v="1025" actId="20577"/>
          <ac:spMkLst>
            <pc:docMk/>
            <pc:sldMk cId="846086885" sldId="306"/>
            <ac:spMk id="500" creationId="{00000000-0000-0000-0000-000000000000}"/>
          </ac:spMkLst>
        </pc:spChg>
      </pc:sldChg>
      <pc:sldChg chg="add">
        <pc:chgData name="Haocheng Lin" userId="3c9af17cd41df8cf" providerId="LiveId" clId="{E85DCD58-ED75-4D29-A2F4-F018EE94DF03}" dt="2026-10-19T21:23:35.273" v="1014"/>
        <pc:sldMkLst>
          <pc:docMk/>
          <pc:sldMk cId="1715068608" sldId="307"/>
        </pc:sldMkLst>
      </pc:sldChg>
      <pc:sldChg chg="delSp add mod">
        <pc:chgData name="Haocheng Lin" userId="3c9af17cd41df8cf" providerId="LiveId" clId="{E85DCD58-ED75-4D29-A2F4-F018EE94DF03}" dt="2026-10-19T21:52:15.168" v="1026" actId="21"/>
        <pc:sldMkLst>
          <pc:docMk/>
          <pc:sldMk cId="3905643270" sldId="308"/>
        </pc:sldMkLst>
        <pc:spChg chg="del">
          <ac:chgData name="Haocheng Lin" userId="3c9af17cd41df8cf" providerId="LiveId" clId="{E85DCD58-ED75-4D29-A2F4-F018EE94DF03}" dt="2026-10-19T21:52:15.168" v="1026" actId="21"/>
          <ac:spMkLst>
            <pc:docMk/>
            <pc:sldMk cId="3905643270" sldId="308"/>
            <ac:spMk id="590" creationId="{00000000-0000-0000-0000-000000000000}"/>
          </ac:spMkLst>
        </pc:spChg>
      </pc:sldChg>
      <pc:sldChg chg="modSp add mod">
        <pc:chgData name="Haocheng Lin" userId="3c9af17cd41df8cf" providerId="LiveId" clId="{E85DCD58-ED75-4D29-A2F4-F018EE94DF03}" dt="2026-10-19T21:23:41.098" v="1017" actId="27636"/>
        <pc:sldMkLst>
          <pc:docMk/>
          <pc:sldMk cId="3489999299" sldId="309"/>
        </pc:sldMkLst>
        <pc:spChg chg="mod">
          <ac:chgData name="Haocheng Lin" userId="3c9af17cd41df8cf" providerId="LiveId" clId="{E85DCD58-ED75-4D29-A2F4-F018EE94DF03}" dt="2026-10-19T21:23:41.098" v="1017" actId="27636"/>
          <ac:spMkLst>
            <pc:docMk/>
            <pc:sldMk cId="3489999299" sldId="309"/>
            <ac:spMk id="621" creationId="{00000000-0000-0000-0000-000000000000}"/>
          </ac:spMkLst>
        </pc:spChg>
      </pc:sldChg>
      <pc:sldChg chg="add">
        <pc:chgData name="Haocheng Lin" userId="3c9af17cd41df8cf" providerId="LiveId" clId="{E85DCD58-ED75-4D29-A2F4-F018EE94DF03}" dt="2026-10-19T21:23:42.918" v="1018"/>
        <pc:sldMkLst>
          <pc:docMk/>
          <pc:sldMk cId="3595759491" sldId="310"/>
        </pc:sldMkLst>
      </pc:sldChg>
      <pc:sldChg chg="modSp add mod">
        <pc:chgData name="Haocheng Lin" userId="3c9af17cd41df8cf" providerId="LiveId" clId="{E85DCD58-ED75-4D29-A2F4-F018EE94DF03}" dt="2026-10-19T21:23:44.176" v="1020" actId="27636"/>
        <pc:sldMkLst>
          <pc:docMk/>
          <pc:sldMk cId="4077256788" sldId="311"/>
        </pc:sldMkLst>
        <pc:spChg chg="mod">
          <ac:chgData name="Haocheng Lin" userId="3c9af17cd41df8cf" providerId="LiveId" clId="{E85DCD58-ED75-4D29-A2F4-F018EE94DF03}" dt="2026-10-19T21:23:44.176" v="1020" actId="27636"/>
          <ac:spMkLst>
            <pc:docMk/>
            <pc:sldMk cId="4077256788" sldId="311"/>
            <ac:spMk id="70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19.10.2026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2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23"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9707D4F-840E-4FD0-83E6-867363175DBB}"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9810980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2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26"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7523A3B-FDD6-4009-B3C3-FBB194AAE164}" type="slidenum">
              <a:rPr lang="en-US" sz="1200" b="0" u="none" strike="noStrike">
                <a:solidFill>
                  <a:schemeClr val="dk1"/>
                </a:solidFill>
                <a:effectLst/>
                <a:uFillTx/>
                <a:latin typeface="+mn-lt"/>
                <a:ea typeface="+mn-ea"/>
              </a:rPr>
              <a:t>5</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7854487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r>
              <a:rPr lang="en-US" sz="1800" b="0" u="none" strike="noStrike" dirty="0">
                <a:solidFill>
                  <a:srgbClr val="000000"/>
                </a:solidFill>
                <a:effectLst/>
                <a:uFillTx/>
                <a:latin typeface="Arial"/>
              </a:rPr>
              <a:t>Understand the trajectory of development in this field from the initial data processing to understanding the shifts, how the shifts are being validated, and how to make improvements from the set of feedback.</a:t>
            </a:r>
          </a:p>
        </p:txBody>
      </p:sp>
      <p:sp>
        <p:nvSpPr>
          <p:cNvPr id="729"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2841E62-D1AC-4A98-B090-AD0E47A79EB2}"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42904836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32"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9112539-FE5A-4CE5-92DF-DA9CC0716876}"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2455428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3"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35"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90D786-699B-4F64-8952-AC67E19E5A7E}"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41084367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3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38"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445FFB6-8216-48C9-9E59-EFDD18DC74A3}"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33280816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9"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GB"/>
          </a:p>
        </p:txBody>
      </p:sp>
      <p:sp>
        <p:nvSpPr>
          <p:cNvPr id="7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41"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50BDC50-7A43-4DA8-9970-9AA029416A71}"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4230854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44"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0E4BA4D-1650-47D2-A333-870D9BDFCDE1}"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34721776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4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47"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6C7489B-45A4-4128-8ED5-1DC627110C2A}"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4172560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GB"/>
          </a:p>
        </p:txBody>
      </p:sp>
      <p:sp>
        <p:nvSpPr>
          <p:cNvPr id="74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50"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E7AD470-8A07-4F64-8511-4D1AFDCE516B}"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9796913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5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53"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5D1F7B8-EF4B-43A4-AEE5-468050B32A65}"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0537158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Formula source (LaTeX): \delta_{</a:t>
            </a:r>
            <a:r>
              <a:rPr lang="en-US" dirty="0" err="1"/>
              <a:t>ij</a:t>
            </a:r>
            <a:r>
              <a:rPr lang="en-US" dirty="0"/>
              <a:t>}=1\ (</a:t>
            </a:r>
            <a:r>
              <a:rPr lang="en-US" dirty="0" err="1"/>
              <a:t>i</a:t>
            </a:r>
            <a:r>
              <a:rPr lang="en-US" dirty="0"/>
              <a:t>=j),\</a:t>
            </a:r>
            <a:r>
              <a:rPr lang="en-US" dirty="0" err="1"/>
              <a:t>qquad</a:t>
            </a:r>
            <a:r>
              <a:rPr lang="en-US" dirty="0"/>
              <a:t> \delta_{</a:t>
            </a:r>
            <a:r>
              <a:rPr lang="en-US" dirty="0" err="1"/>
              <a:t>ij</a:t>
            </a:r>
            <a:r>
              <a:rPr lang="en-US" dirty="0"/>
              <a:t>}=0\ (</a:t>
            </a:r>
            <a:r>
              <a:rPr lang="en-US" dirty="0" err="1"/>
              <a:t>i</a:t>
            </a:r>
            <a:r>
              <a:rPr lang="en-US" dirty="0"/>
              <a:t>\ne j)</a:t>
            </a:r>
          </a:p>
          <a:p>
            <a:r>
              <a:rPr lang="en-US"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a:p>
            <a:endParaRPr lang="en-US" dirty="0"/>
          </a:p>
          <a:p>
            <a:r>
              <a:rPr lang="en-US" dirty="0"/>
              <a:t>Provided an example of </a:t>
            </a:r>
            <a:r>
              <a:rPr lang="en-US" dirty="0" err="1"/>
              <a:t>Kroenecker’s</a:t>
            </a:r>
            <a:r>
              <a:rPr lang="en-US" dirty="0"/>
              <a:t> showing matching </a:t>
            </a:r>
            <a:r>
              <a:rPr lang="en-US"/>
              <a:t>data distributions. </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DA28E-9C44-665C-4589-AE1BB573253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5D566C8-94BF-E2CE-71CA-AD006A93ACCC}"/>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19B8EEFF-9FE5-A303-237A-9BA8E3731185}"/>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B0C9FBAC-01FD-4ABC-EB0E-E149C528486B}"/>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E6BCBD85-34F5-7C1B-CA36-7ECA63D44E0C}"/>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a:extLst>
              <a:ext uri="{FF2B5EF4-FFF2-40B4-BE49-F238E27FC236}">
                <a16:creationId xmlns:a16="http://schemas.microsoft.com/office/drawing/2014/main" id="{B300BAB6-0BED-8771-4E8E-0BD066827FE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34F164B2-1069-6B5E-05B1-27514FE74824}"/>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6786568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cSld name="DARK">
    <p:bg>
      <p:bgPr>
        <a:solidFill>
          <a:srgbClr val="07132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914220" y="410400"/>
            <a:ext cx="16458660" cy="1717200"/>
          </a:xfrm>
          <a:prstGeom prst="rect">
            <a:avLst/>
          </a:prstGeom>
          <a:noFill/>
          <a:ln w="0">
            <a:noFill/>
          </a:ln>
        </p:spPr>
        <p:txBody>
          <a:bodyPr lIns="0" tIns="0" rIns="0" bIns="0" anchor="ctr">
            <a:noAutofit/>
          </a:bodyPr>
          <a:lstStyle>
            <a:lvl1pPr indent="0">
              <a:buNone/>
              <a:defRPr/>
            </a:lvl1pPr>
          </a:lstStyle>
          <a:p>
            <a:pPr indent="0">
              <a:buNone/>
            </a:pPr>
            <a:r>
              <a:rPr lang="en-US" sz="2700" b="0" u="none" strike="noStrike">
                <a:solidFill>
                  <a:schemeClr val="dk1"/>
                </a:solidFill>
                <a:effectLst/>
                <a:uFillTx/>
                <a:latin typeface="Aptos"/>
              </a:rPr>
              <a:t>Click to edit the title text format</a:t>
            </a:r>
          </a:p>
        </p:txBody>
      </p:sp>
      <p:sp>
        <p:nvSpPr>
          <p:cNvPr id="3" name="PlaceHolder 2"/>
          <p:cNvSpPr>
            <a:spLocks noGrp="1"/>
          </p:cNvSpPr>
          <p:nvPr>
            <p:ph type="body"/>
          </p:nvPr>
        </p:nvSpPr>
        <p:spPr>
          <a:xfrm>
            <a:off x="914220" y="2406780"/>
            <a:ext cx="16458660" cy="5965920"/>
          </a:xfrm>
          <a:prstGeom prst="rect">
            <a:avLst/>
          </a:prstGeom>
          <a:noFill/>
          <a:ln w="0">
            <a:noFill/>
          </a:ln>
        </p:spPr>
        <p:txBody>
          <a:bodyPr lIns="0" tIns="0" rIns="0" bIns="0" anchor="t">
            <a:normAutofit/>
          </a:bodyPr>
          <a:lstStyle>
            <a:lvl1pPr marL="648000" indent="-486000">
              <a:spcBef>
                <a:spcPts val="2126"/>
              </a:spcBef>
              <a:buClr>
                <a:srgbClr val="FFFFFF"/>
              </a:buClr>
              <a:buSzPct val="45000"/>
              <a:buFont typeface="Wingdings" charset="2"/>
              <a:buChar char=""/>
              <a:defRPr/>
            </a:lvl1pPr>
          </a:lstStyle>
          <a:p>
            <a:pPr marL="432000" indent="-324000">
              <a:spcBef>
                <a:spcPts val="1417"/>
              </a:spcBef>
              <a:buClr>
                <a:srgbClr val="FFFFFF"/>
              </a:buClr>
              <a:buSzPct val="45000"/>
              <a:buFont typeface="Wingdings" charset="2"/>
              <a:buChar char=""/>
            </a:pPr>
            <a:r>
              <a:rPr lang="en-US" sz="4800" b="0" u="none" strike="noStrike">
                <a:solidFill>
                  <a:schemeClr val="dk1"/>
                </a:solidFill>
                <a:effectLst/>
                <a:uFillTx/>
                <a:latin typeface="Aptos"/>
              </a:rPr>
              <a:t>Click to edit the outline text format</a:t>
            </a:r>
          </a:p>
          <a:p>
            <a:pPr marL="1296000" lvl="1" indent="-486000">
              <a:spcBef>
                <a:spcPts val="1701"/>
              </a:spcBef>
              <a:buClr>
                <a:srgbClr val="FFFFFF"/>
              </a:buClr>
              <a:buSzPct val="75000"/>
              <a:buFont typeface="Symbol" charset="2"/>
              <a:buChar char=""/>
            </a:pPr>
            <a:r>
              <a:rPr lang="en-US" sz="3600" b="0" u="none" strike="noStrike">
                <a:solidFill>
                  <a:schemeClr val="dk1"/>
                </a:solidFill>
                <a:effectLst/>
                <a:uFillTx/>
                <a:latin typeface="Aptos"/>
              </a:rPr>
              <a:t>Second Outline Level</a:t>
            </a:r>
          </a:p>
          <a:p>
            <a:pPr marL="1944000" lvl="2" indent="-432000">
              <a:spcBef>
                <a:spcPts val="1275"/>
              </a:spcBef>
              <a:buClr>
                <a:srgbClr val="FFFFFF"/>
              </a:buClr>
              <a:buSzPct val="45000"/>
              <a:buFont typeface="Wingdings" charset="2"/>
              <a:buChar char=""/>
            </a:pPr>
            <a:r>
              <a:rPr lang="en-US" sz="3000" b="0" u="none" strike="noStrike">
                <a:solidFill>
                  <a:schemeClr val="dk1"/>
                </a:solidFill>
                <a:effectLst/>
                <a:uFillTx/>
                <a:latin typeface="Aptos"/>
              </a:rPr>
              <a:t>Third Outline Level</a:t>
            </a:r>
          </a:p>
          <a:p>
            <a:pPr marL="2592000" lvl="3" indent="-324000">
              <a:spcBef>
                <a:spcPts val="851"/>
              </a:spcBef>
              <a:buClr>
                <a:srgbClr val="FFFFFF"/>
              </a:buClr>
              <a:buSzPct val="75000"/>
              <a:buFont typeface="Symbol" charset="2"/>
              <a:buChar char=""/>
            </a:pPr>
            <a:r>
              <a:rPr lang="en-US" sz="3000" b="0" u="none" strike="noStrike">
                <a:solidFill>
                  <a:schemeClr val="dk1"/>
                </a:solidFill>
                <a:effectLst/>
                <a:uFillTx/>
                <a:latin typeface="Aptos"/>
              </a:rPr>
              <a:t>Fourth Outline Level</a:t>
            </a:r>
          </a:p>
          <a:p>
            <a:pPr marL="3240000" lvl="4" indent="-324000">
              <a:spcBef>
                <a:spcPts val="425"/>
              </a:spcBef>
              <a:buClr>
                <a:srgbClr val="FFFFFF"/>
              </a:buClr>
              <a:buSzPct val="45000"/>
              <a:buFont typeface="Wingdings" charset="2"/>
              <a:buChar char=""/>
            </a:pPr>
            <a:r>
              <a:rPr lang="en-US" sz="3000" b="0" u="none" strike="noStrike">
                <a:solidFill>
                  <a:schemeClr val="dk1"/>
                </a:solidFill>
                <a:effectLst/>
                <a:uFillTx/>
                <a:latin typeface="Aptos"/>
              </a:rPr>
              <a:t>Fifth Outline Level</a:t>
            </a:r>
          </a:p>
          <a:p>
            <a:pPr marL="3888000" lvl="5" indent="-324000">
              <a:spcBef>
                <a:spcPts val="425"/>
              </a:spcBef>
              <a:buClr>
                <a:srgbClr val="FFFFFF"/>
              </a:buClr>
              <a:buSzPct val="45000"/>
              <a:buFont typeface="Wingdings" charset="2"/>
              <a:buChar char=""/>
            </a:pPr>
            <a:r>
              <a:rPr lang="en-US" sz="3000" b="0" u="none" strike="noStrike">
                <a:solidFill>
                  <a:schemeClr val="dk1"/>
                </a:solidFill>
                <a:effectLst/>
                <a:uFillTx/>
                <a:latin typeface="Aptos"/>
              </a:rPr>
              <a:t>Sixth Outline Level</a:t>
            </a:r>
          </a:p>
          <a:p>
            <a:pPr marL="4536000" lvl="6" indent="-324000">
              <a:spcBef>
                <a:spcPts val="425"/>
              </a:spcBef>
              <a:buClr>
                <a:srgbClr val="FFFFFF"/>
              </a:buClr>
              <a:buSzPct val="45000"/>
              <a:buFont typeface="Wingdings" charset="2"/>
              <a:buChar char=""/>
            </a:pPr>
            <a:r>
              <a:rPr lang="en-US" sz="3000" b="0" u="none" strike="noStrike">
                <a:solidFill>
                  <a:schemeClr val="dk1"/>
                </a:solidFill>
                <a:effectLst/>
                <a:uFillTx/>
                <a:latin typeface="Aptos"/>
              </a:rPr>
              <a:t>Seventh Outline Level</a:t>
            </a:r>
          </a:p>
        </p:txBody>
      </p:sp>
    </p:spTree>
    <p:extLst>
      <p:ext uri="{BB962C8B-B14F-4D97-AF65-F5344CB8AC3E}">
        <p14:creationId xmlns:p14="http://schemas.microsoft.com/office/powerpoint/2010/main" val="31193114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hyperlink" Target="https://github.com/hlin863/ewma_covariate_shift_demo/tree/main/src/detection/stage2" TargetMode="External"/><Relationship Id="rId3" Type="http://schemas.openxmlformats.org/officeDocument/2006/relationships/hyperlink" Target="https://github.com/hlin863/ewma_covariate_shift_demo/blob/main/src/bci/data.py" TargetMode="External"/><Relationship Id="rId7" Type="http://schemas.openxmlformats.org/officeDocument/2006/relationships/hyperlink" Target="https://github.com/hlin863/ewma_covariate_shift_demo/tree/main/src/detection/stage1"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github.com/hlin863/ewma_covariate_shift_demo/blob/main/src/detection/preprocessing.py#L9-L105" TargetMode="External"/><Relationship Id="rId5" Type="http://schemas.openxmlformats.org/officeDocument/2006/relationships/hyperlink" Target="https://github.com/hlin863/ewma_covariate_shift_demo/blob/main/src/bci/fbcsp.py" TargetMode="External"/><Relationship Id="rId4" Type="http://schemas.openxmlformats.org/officeDocument/2006/relationships/hyperlink" Target="https://app.notion.com/p/2dbebfe135114eb2b1dbe494cf9e450b?v=c3ec27d9aaad4594b1f5cdb438a944ba" TargetMode="Externa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hyperlink" Target="https://doi.org/10.1109/86.895946" TargetMode="External"/><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hyperlink" Target="https://doi.org/10.1016/j.neucom.2018.04.087" TargetMode="External"/><Relationship Id="rId5" Type="http://schemas.openxmlformats.org/officeDocument/2006/relationships/hyperlink" Target="https://doi.org/10.1109/TCDS.2017.2787040" TargetMode="External"/><Relationship Id="rId4" Type="http://schemas.openxmlformats.org/officeDocument/2006/relationships/hyperlink" Target="https://doi.org/10.1016/j.patcog.2014.07.028"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hyperlink" Target="https://arxiv.org/abs/1903.05202" TargetMode="External"/><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hyperlink" Target="https://doi.org/10.3390/fi16070239" TargetMode="External"/><Relationship Id="rId5" Type="http://schemas.openxmlformats.org/officeDocument/2006/relationships/hyperlink" Target="https://doi.org/10.1016/j.iswa.2023.200251" TargetMode="External"/><Relationship Id="rId4" Type="http://schemas.openxmlformats.org/officeDocument/2006/relationships/hyperlink" Target="https://arxiv.org/abs/2112.08654"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hlin863/ewma_covariate_shift_demo/blob/main/docs/park_cpss_benchmark.md" TargetMode="External"/><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8" Type="http://schemas.openxmlformats.org/officeDocument/2006/relationships/hyperlink" Target="https://doi.org/10.1016/j.neucom.2018.04.087" TargetMode="External"/><Relationship Id="rId13" Type="http://schemas.openxmlformats.org/officeDocument/2006/relationships/hyperlink" Target="https://doi.org/10.29220/CSAM.2023.30.4.369" TargetMode="External"/><Relationship Id="rId18" Type="http://schemas.openxmlformats.org/officeDocument/2006/relationships/hyperlink" Target="https://github.com/hlin863/ewma_covariate_shift_demo" TargetMode="External"/><Relationship Id="rId3" Type="http://schemas.openxmlformats.org/officeDocument/2006/relationships/hyperlink" Target="https://doi.org/10.1109/86.895946" TargetMode="External"/><Relationship Id="rId7" Type="http://schemas.openxmlformats.org/officeDocument/2006/relationships/hyperlink" Target="https://doi.org/10.1109/TCDS.2017.2787040" TargetMode="External"/><Relationship Id="rId12" Type="http://schemas.openxmlformats.org/officeDocument/2006/relationships/hyperlink" Target="https://doi.org/10.1038/s42256-022-00452-0" TargetMode="External"/><Relationship Id="rId17" Type="http://schemas.openxmlformats.org/officeDocument/2006/relationships/hyperlink" Target="https://app.notion.com/p/3fe410db31c881ef8bb5dd64aa5f00d0" TargetMode="External"/><Relationship Id="rId2" Type="http://schemas.openxmlformats.org/officeDocument/2006/relationships/notesSlide" Target="../notesSlides/notesSlide13.xml"/><Relationship Id="rId16" Type="http://schemas.openxmlformats.org/officeDocument/2006/relationships/hyperlink" Target="https://doi.org/10.3390/fi16070239" TargetMode="External"/><Relationship Id="rId1" Type="http://schemas.openxmlformats.org/officeDocument/2006/relationships/slideLayout" Target="../slideLayouts/slideLayout12.xml"/><Relationship Id="rId6" Type="http://schemas.openxmlformats.org/officeDocument/2006/relationships/hyperlink" Target="https://doi.org/10.1109/TNNLS.2015.2512714" TargetMode="External"/><Relationship Id="rId11" Type="http://schemas.openxmlformats.org/officeDocument/2006/relationships/hyperlink" Target="https://arxiv.org/abs/2112.08654" TargetMode="External"/><Relationship Id="rId5" Type="http://schemas.openxmlformats.org/officeDocument/2006/relationships/hyperlink" Target="https://doi.org/10.1007/s00500-015-1937-5" TargetMode="External"/><Relationship Id="rId15" Type="http://schemas.openxmlformats.org/officeDocument/2006/relationships/hyperlink" Target="https://doi.org/10.1007/s10618-023-00999-5" TargetMode="External"/><Relationship Id="rId10" Type="http://schemas.openxmlformats.org/officeDocument/2006/relationships/hyperlink" Target="https://arxiv.org/abs/1903.05202" TargetMode="External"/><Relationship Id="rId4" Type="http://schemas.openxmlformats.org/officeDocument/2006/relationships/hyperlink" Target="https://doi.org/10.1016/j.patcog.2014.07.028" TargetMode="External"/><Relationship Id="rId9" Type="http://schemas.openxmlformats.org/officeDocument/2006/relationships/hyperlink" Target="https://doi.org/10.1142/S0129065719500254" TargetMode="External"/><Relationship Id="rId14" Type="http://schemas.openxmlformats.org/officeDocument/2006/relationships/hyperlink" Target="https://doi.org/10.1016/j.iswa.2023.200251"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8" Type="http://schemas.openxmlformats.org/officeDocument/2006/relationships/image" Target="../media/image9.png"/><Relationship Id="rId7" Type="http://schemas.openxmlformats.org/officeDocument/2006/relationships/image" Target="../media/image8.png"/><Relationship Id="rId1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5.png"/><Relationship Id="rId10" Type="http://schemas.openxmlformats.org/officeDocument/2006/relationships/image" Target="../media/image11.png"/><Relationship Id="rId4" Type="http://schemas.openxmlformats.org/officeDocument/2006/relationships/image" Target="../media/image6.png"/><Relationship Id="rId9" Type="http://schemas.openxmlformats.org/officeDocument/2006/relationships/image" Target="../media/image10.png"/></Relationships>
</file>

<file path=ppt/slides/_rels/slide1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2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0.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2.xml"/><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png"/><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image" Target="../media/image4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52.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png"/><Relationship Id="rId2" Type="http://schemas.openxmlformats.org/officeDocument/2006/relationships/image" Target="../media/image46.png"/><Relationship Id="rId1" Type="http://schemas.openxmlformats.org/officeDocument/2006/relationships/slideLayout" Target="../slideLayouts/slideLayout7.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204159"/>
            <a:ext cx="10858500" cy="1120307"/>
          </a:xfrm>
          <a:prstGeom prst="rect">
            <a:avLst/>
          </a:prstGeom>
        </p:spPr>
        <p:txBody>
          <a:bodyPr lIns="0" tIns="0" rIns="0" bIns="0" rtlCol="0" anchor="t">
            <a:spAutoFit/>
          </a:bodyPr>
          <a:lstStyle/>
          <a:p>
            <a:pPr>
              <a:lnSpc>
                <a:spcPts val="2970"/>
              </a:lnSpc>
            </a:pPr>
            <a:r>
              <a:rPr lang="en-US" sz="2000" dirty="0">
                <a:solidFill>
                  <a:srgbClr val="9CB0C3"/>
                </a:solidFill>
                <a:latin typeface="DejaVu Sans Light"/>
                <a:ea typeface="DejaVu Sans Light"/>
                <a:cs typeface="DejaVu Sans Light"/>
                <a:sym typeface="DejaVu Sans Light"/>
              </a:rPr>
              <a:t>Auditable CSE Reconstruction and Validation for Motor-Imagery EEG</a:t>
            </a:r>
            <a:endParaRPr lang="en-US" sz="2000" dirty="0">
              <a:solidFill>
                <a:srgbClr val="9CB0C3"/>
              </a:solidFill>
              <a:latin typeface="DejaVu Sans Light"/>
              <a:ea typeface="DejaVu Sans Light"/>
              <a:cs typeface="DejaVu Sans Light"/>
            </a:endParaRPr>
          </a:p>
          <a:p>
            <a:pPr>
              <a:lnSpc>
                <a:spcPts val="2970"/>
              </a:lnSpc>
            </a:pPr>
            <a:endParaRPr lang="en-US" sz="2000" dirty="0">
              <a:solidFill>
                <a:srgbClr val="9CB0C3"/>
              </a:solidFill>
              <a:latin typeface="DejaVu Sans Light"/>
              <a:ea typeface="DejaVu Sans Light"/>
              <a:cs typeface="DejaVu Sans Light"/>
            </a:endParaRPr>
          </a:p>
          <a:p>
            <a:pPr>
              <a:lnSpc>
                <a:spcPts val="2970"/>
              </a:lnSpc>
            </a:pPr>
            <a:r>
              <a:rPr lang="en-US" sz="2000" dirty="0">
                <a:solidFill>
                  <a:srgbClr val="9CB0C3"/>
                </a:solidFill>
                <a:latin typeface="DejaVu Sans Light"/>
                <a:ea typeface="DejaVu Sans Light"/>
                <a:cs typeface="DejaVu Sans Light"/>
                <a:sym typeface="DejaVu Sans Light"/>
              </a:rPr>
              <a:t>Classifier Benchmarks, Complementary PCA Monitoring and Reproducibility Analysis</a:t>
            </a:r>
            <a:endParaRPr lang="en-US" sz="2000" dirty="0">
              <a:solidFill>
                <a:srgbClr val="9CB0C3"/>
              </a:solidFill>
              <a:latin typeface="DejaVu Sans Light"/>
              <a:ea typeface="DejaVu Sans Light"/>
              <a:cs typeface="DejaVu Sans Light"/>
            </a:endParaRPr>
          </a:p>
        </p:txBody>
      </p:sp>
      <p:sp>
        <p:nvSpPr>
          <p:cNvPr id="7" name="TextBox 7"/>
          <p:cNvSpPr txBox="1"/>
          <p:nvPr/>
        </p:nvSpPr>
        <p:spPr>
          <a:xfrm>
            <a:off x="1600200" y="7620000"/>
            <a:ext cx="4857750" cy="831959"/>
          </a:xfrm>
          <a:prstGeom prst="rect">
            <a:avLst/>
          </a:prstGeom>
        </p:spPr>
        <p:txBody>
          <a:bodyPr lIns="0" tIns="0" rIns="0" bIns="0" rtlCol="0" anchor="t">
            <a:spAutoFit/>
          </a:bodyPr>
          <a:lstStyle/>
          <a:p>
            <a:pPr algn="l">
              <a:lnSpc>
                <a:spcPts val="2160"/>
              </a:lnSpc>
            </a:pPr>
            <a:r>
              <a:rPr lang="en-US" sz="1800" b="1" dirty="0">
                <a:solidFill>
                  <a:srgbClr val="EAF2F8"/>
                </a:solidFill>
                <a:latin typeface="DejaVu Sans Bold"/>
                <a:ea typeface="DejaVu Sans Bold"/>
                <a:cs typeface="DejaVu Sans Bold"/>
                <a:sym typeface="DejaVu Sans Bold"/>
              </a:rPr>
              <a:t>Haocheng Lin</a:t>
            </a:r>
          </a:p>
          <a:p>
            <a:pPr algn="l">
              <a:lnSpc>
                <a:spcPts val="2160"/>
              </a:lnSpc>
            </a:pPr>
            <a:endParaRPr lang="en-US" b="1" dirty="0">
              <a:solidFill>
                <a:srgbClr val="EAF2F8"/>
              </a:solidFill>
              <a:latin typeface="DejaVu Sans Bold"/>
              <a:ea typeface="DejaVu Sans Bold"/>
              <a:cs typeface="DejaVu Sans Bold"/>
              <a:sym typeface="DejaVu Sans Bold"/>
            </a:endParaRPr>
          </a:p>
          <a:p>
            <a:pPr algn="l">
              <a:lnSpc>
                <a:spcPts val="2160"/>
              </a:lnSpc>
            </a:pPr>
            <a:r>
              <a:rPr lang="en-US" sz="1800" b="1" dirty="0">
                <a:solidFill>
                  <a:srgbClr val="EAF2F8"/>
                </a:solidFill>
                <a:latin typeface="DejaVu Sans Bold"/>
                <a:ea typeface="DejaVu Sans Bold"/>
                <a:cs typeface="DejaVu Sans Bold"/>
                <a:sym typeface="DejaVu Sans Bold"/>
              </a:rPr>
              <a:t>20</a:t>
            </a:r>
            <a:r>
              <a:rPr lang="en-US" sz="1800" b="1" baseline="30000" dirty="0">
                <a:solidFill>
                  <a:srgbClr val="EAF2F8"/>
                </a:solidFill>
                <a:latin typeface="DejaVu Sans Bold"/>
                <a:ea typeface="DejaVu Sans Bold"/>
                <a:cs typeface="DejaVu Sans Bold"/>
                <a:sym typeface="DejaVu Sans Bold"/>
              </a:rPr>
              <a:t>th</a:t>
            </a:r>
            <a:r>
              <a:rPr lang="en-US" sz="1800" b="1" dirty="0">
                <a:solidFill>
                  <a:srgbClr val="EAF2F8"/>
                </a:solidFill>
                <a:latin typeface="DejaVu Sans Bold"/>
                <a:ea typeface="DejaVu Sans Bold"/>
                <a:cs typeface="DejaVu Sans Bold"/>
                <a:sym typeface="DejaVu Sans Bold"/>
              </a:rPr>
              <a:t> October 2026</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311496"/>
          </a:xfrm>
          <a:prstGeom prst="rect">
            <a:avLst/>
          </a:prstGeom>
        </p:spPr>
        <p:txBody>
          <a:bodyPr lIns="0" tIns="0" rIns="0" bIns="0" rtlCol="0" anchor="t">
            <a:spAutoFit/>
          </a:bodyPr>
          <a:lstStyle/>
          <a:p>
            <a:pPr>
              <a:lnSpc>
                <a:spcPts val="2520"/>
              </a:lnSpc>
            </a:pPr>
            <a:r>
              <a:rPr lang="en-US" sz="2000" dirty="0">
                <a:solidFill>
                  <a:srgbClr val="53657C"/>
                </a:solidFill>
                <a:latin typeface="Aptos"/>
                <a:ea typeface="Aptos"/>
                <a:cs typeface="Aptos"/>
                <a:sym typeface="Aptos"/>
                <a:hlinkClick r:id="rId3"/>
              </a:rPr>
              <a:t>EEG non-stationarity</a:t>
            </a:r>
            <a:r>
              <a:rPr lang="en-US" sz="2000" dirty="0">
                <a:solidFill>
                  <a:srgbClr val="53657C"/>
                </a:solidFill>
                <a:latin typeface="Aptos"/>
                <a:ea typeface="Aptos"/>
                <a:cs typeface="Aptos"/>
                <a:sym typeface="Aptos"/>
              </a:rPr>
              <a:t>; </a:t>
            </a:r>
            <a:r>
              <a:rPr lang="en-US" sz="2000" dirty="0">
                <a:solidFill>
                  <a:srgbClr val="53657C"/>
                </a:solidFill>
                <a:latin typeface="Aptos"/>
                <a:ea typeface="Aptos"/>
                <a:cs typeface="Aptos"/>
                <a:sym typeface="Aptos"/>
                <a:hlinkClick r:id="rId4"/>
              </a:rPr>
              <a:t>research lineage</a:t>
            </a:r>
            <a:r>
              <a:rPr lang="en-US" sz="2000">
                <a:solidFill>
                  <a:srgbClr val="53657C"/>
                </a:solidFill>
                <a:latin typeface="Aptos"/>
                <a:ea typeface="Aptos"/>
                <a:cs typeface="Aptos"/>
                <a:sym typeface="Aptos"/>
              </a:rPr>
              <a:t>; clinical evidence: BCI Competition Datasets</a:t>
            </a:r>
            <a:endParaRPr lang="en-US" sz="2000" dirty="0">
              <a:solidFill>
                <a:srgbClr val="53657C"/>
              </a:solidFill>
              <a:latin typeface="Aptos"/>
              <a:ea typeface="Aptos"/>
              <a:cs typeface="Aptos"/>
            </a:endParaRP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hlinkClick r:id="rId5"/>
              </a:rPr>
              <a:t>FBCSP features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6"/>
              </a:rPr>
              <a:t>frozen PCA coordinates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7"/>
              </a:rPr>
              <a:t>EWMA</a:t>
            </a:r>
            <a:r>
              <a:rPr lang="en-US" sz="2100" dirty="0">
                <a:solidFill>
                  <a:srgbClr val="53657C"/>
                </a:solidFill>
                <a:latin typeface="Aptos"/>
                <a:ea typeface="Aptos"/>
                <a:cs typeface="Aptos"/>
                <a:sym typeface="Aptos"/>
              </a:rPr>
              <a:t> and </a:t>
            </a:r>
            <a:r>
              <a:rPr lang="en-US" sz="2100" dirty="0">
                <a:solidFill>
                  <a:srgbClr val="53657C"/>
                </a:solidFill>
                <a:latin typeface="Aptos"/>
                <a:ea typeface="Aptos"/>
                <a:cs typeface="Aptos"/>
                <a:sym typeface="Aptos"/>
                <a:hlinkClick r:id="rId8"/>
              </a:rPr>
              <a:t>Stage II</a:t>
            </a:r>
            <a:endParaRPr lang="en-US" sz="2100" dirty="0">
              <a:solidFill>
                <a:srgbClr val="53657C"/>
              </a:solidFill>
              <a:latin typeface="Aptos"/>
              <a:ea typeface="Aptos"/>
              <a:cs typeface="Aptos"/>
              <a:sym typeface="Aptos"/>
            </a:endParaRP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9"/>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00" dirty="0">
                <a:solidFill>
                  <a:srgbClr val="5E6E84"/>
                </a:solidFill>
              </a:rPr>
              <a:t>Source: github.com/hlin863/</a:t>
            </a:r>
            <a:r>
              <a:rPr sz="1200" dirty="0" err="1">
                <a:solidFill>
                  <a:srgbClr val="5E6E84"/>
                </a:solidFill>
              </a:rPr>
              <a:t>ewma_covariate_shift_demo</a:t>
            </a:r>
            <a:endParaRPr lang="en-US" sz="1200" dirty="0" err="1">
              <a:solidFill>
                <a:srgbClr val="5E6E84"/>
              </a:solidFill>
              <a:ea typeface="Calibri"/>
              <a:cs typeface="Calibri"/>
            </a:endParaRP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0"/>
          <p:cNvSpPr/>
          <p:nvPr/>
        </p:nvSpPr>
        <p:spPr>
          <a:xfrm>
            <a:off x="1097280" y="781920"/>
            <a:ext cx="1097226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25" b="1" spc="209">
                <a:solidFill>
                  <a:srgbClr val="39D2C3"/>
                </a:solidFill>
                <a:latin typeface="Aptos"/>
                <a:ea typeface="Aptos"/>
              </a:rPr>
              <a:t>LITERATURE REVIEW  ·  OCTOBER 2026</a:t>
            </a:r>
            <a:endParaRPr lang="en-US" sz="2025">
              <a:solidFill>
                <a:srgbClr val="FFFFFF"/>
              </a:solidFill>
              <a:latin typeface="Arial"/>
            </a:endParaRPr>
          </a:p>
        </p:txBody>
      </p:sp>
      <p:sp>
        <p:nvSpPr>
          <p:cNvPr id="9" name="Text 1"/>
          <p:cNvSpPr/>
          <p:nvPr/>
        </p:nvSpPr>
        <p:spPr>
          <a:xfrm>
            <a:off x="1097280" y="1604880"/>
            <a:ext cx="15841440" cy="23722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5475" b="1">
                <a:solidFill>
                  <a:srgbClr val="F0F6FF"/>
                </a:solidFill>
                <a:latin typeface="Aptos"/>
                <a:ea typeface="Aptos"/>
              </a:rPr>
              <a:t>From detecting shift to</a:t>
            </a:r>
            <a:endParaRPr lang="en-US" sz="5475">
              <a:solidFill>
                <a:srgbClr val="FFFFFF"/>
              </a:solidFill>
              <a:latin typeface="Arial"/>
            </a:endParaRPr>
          </a:p>
          <a:p>
            <a:pPr defTabSz="1371600">
              <a:tabLst>
                <a:tab pos="0" algn="l"/>
              </a:tabLst>
            </a:pPr>
            <a:r>
              <a:rPr lang="en-US" sz="5475" b="1">
                <a:solidFill>
                  <a:srgbClr val="F0F6FF"/>
                </a:solidFill>
                <a:latin typeface="Aptos"/>
                <a:ea typeface="Aptos"/>
              </a:rPr>
              <a:t>self-maintaining learning</a:t>
            </a:r>
            <a:endParaRPr lang="en-US" sz="5475">
              <a:solidFill>
                <a:srgbClr val="FFFFFF"/>
              </a:solidFill>
              <a:latin typeface="Arial"/>
            </a:endParaRPr>
          </a:p>
        </p:txBody>
      </p:sp>
      <p:sp>
        <p:nvSpPr>
          <p:cNvPr id="10" name="Text 2"/>
          <p:cNvSpPr/>
          <p:nvPr/>
        </p:nvSpPr>
        <p:spPr>
          <a:xfrm>
            <a:off x="1138320" y="4334040"/>
            <a:ext cx="1426410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625">
                <a:solidFill>
                  <a:srgbClr val="D5E4F1"/>
                </a:solidFill>
                <a:latin typeface="Aptos"/>
                <a:ea typeface="Aptos"/>
              </a:rPr>
              <a:t>A source-grounded map of methods, code and open research questions</a:t>
            </a:r>
            <a:endParaRPr lang="en-US" sz="2625">
              <a:solidFill>
                <a:srgbClr val="FFFFFF"/>
              </a:solidFill>
              <a:latin typeface="Arial"/>
            </a:endParaRPr>
          </a:p>
        </p:txBody>
      </p:sp>
      <p:sp>
        <p:nvSpPr>
          <p:cNvPr id="11" name="Shape 3"/>
          <p:cNvSpPr/>
          <p:nvPr/>
        </p:nvSpPr>
        <p:spPr>
          <a:xfrm>
            <a:off x="1110780" y="5266620"/>
            <a:ext cx="16020180" cy="540"/>
          </a:xfrm>
          <a:prstGeom prst="line">
            <a:avLst/>
          </a:prstGeom>
          <a:ln w="1905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12" name="Shape 4"/>
          <p:cNvSpPr/>
          <p:nvPr/>
        </p:nvSpPr>
        <p:spPr>
          <a:xfrm flipV="1">
            <a:off x="1261440" y="5947020"/>
            <a:ext cx="198180" cy="1917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13" name="Shape 5"/>
          <p:cNvSpPr/>
          <p:nvPr/>
        </p:nvSpPr>
        <p:spPr>
          <a:xfrm flipV="1">
            <a:off x="1459620" y="5834700"/>
            <a:ext cx="198180" cy="1123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820" rIns="135000" bIns="44820" anchor="t" anchorCtr="1">
            <a:noAutofit/>
          </a:bodyPr>
          <a:lstStyle/>
          <a:p>
            <a:endParaRPr lang="en-US" sz="2700">
              <a:solidFill>
                <a:srgbClr val="FFFFFF"/>
              </a:solidFill>
              <a:latin typeface="Arial"/>
            </a:endParaRPr>
          </a:p>
        </p:txBody>
      </p:sp>
      <p:sp>
        <p:nvSpPr>
          <p:cNvPr id="14" name="Shape 6"/>
          <p:cNvSpPr/>
          <p:nvPr/>
        </p:nvSpPr>
        <p:spPr>
          <a:xfrm flipV="1">
            <a:off x="1657800" y="5823360"/>
            <a:ext cx="197640" cy="113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6160" rIns="135000" bIns="-56160" anchor="t" anchorCtr="1">
            <a:noAutofit/>
          </a:bodyPr>
          <a:lstStyle/>
          <a:p>
            <a:endParaRPr lang="en-US" sz="2700">
              <a:solidFill>
                <a:srgbClr val="FFFFFF"/>
              </a:solidFill>
              <a:latin typeface="Arial"/>
            </a:endParaRPr>
          </a:p>
        </p:txBody>
      </p:sp>
      <p:sp>
        <p:nvSpPr>
          <p:cNvPr id="15" name="Shape 7"/>
          <p:cNvSpPr/>
          <p:nvPr/>
        </p:nvSpPr>
        <p:spPr>
          <a:xfrm>
            <a:off x="1855440" y="5823360"/>
            <a:ext cx="198180" cy="648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700" rIns="135000" bIns="-2700" anchor="t" anchorCtr="1">
            <a:noAutofit/>
          </a:bodyPr>
          <a:lstStyle/>
          <a:p>
            <a:endParaRPr lang="en-US" sz="2700">
              <a:solidFill>
                <a:srgbClr val="FFFFFF"/>
              </a:solidFill>
              <a:latin typeface="Arial"/>
            </a:endParaRPr>
          </a:p>
        </p:txBody>
      </p:sp>
      <p:sp>
        <p:nvSpPr>
          <p:cNvPr id="16" name="Shape 8"/>
          <p:cNvSpPr/>
          <p:nvPr/>
        </p:nvSpPr>
        <p:spPr>
          <a:xfrm>
            <a:off x="2053620" y="5888160"/>
            <a:ext cx="198180" cy="901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17" name="Shape 9"/>
          <p:cNvSpPr/>
          <p:nvPr/>
        </p:nvSpPr>
        <p:spPr>
          <a:xfrm>
            <a:off x="2251800" y="5978340"/>
            <a:ext cx="198180" cy="804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2960" rIns="135000" bIns="12960" anchor="t" anchorCtr="1">
            <a:noAutofit/>
          </a:bodyPr>
          <a:lstStyle/>
          <a:p>
            <a:endParaRPr lang="en-US" sz="2700">
              <a:solidFill>
                <a:srgbClr val="FFFFFF"/>
              </a:solidFill>
              <a:latin typeface="Arial"/>
            </a:endParaRPr>
          </a:p>
        </p:txBody>
      </p:sp>
      <p:sp>
        <p:nvSpPr>
          <p:cNvPr id="18" name="Shape 10"/>
          <p:cNvSpPr/>
          <p:nvPr/>
        </p:nvSpPr>
        <p:spPr>
          <a:xfrm>
            <a:off x="2449980" y="6058800"/>
            <a:ext cx="197640" cy="67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0" rIns="135000" bIns="0" anchor="t" anchorCtr="1">
            <a:noAutofit/>
          </a:bodyPr>
          <a:lstStyle/>
          <a:p>
            <a:endParaRPr lang="en-US" sz="2700">
              <a:solidFill>
                <a:srgbClr val="FFFFFF"/>
              </a:solidFill>
              <a:latin typeface="Arial"/>
            </a:endParaRPr>
          </a:p>
        </p:txBody>
      </p:sp>
      <p:sp>
        <p:nvSpPr>
          <p:cNvPr id="19" name="Shape 11"/>
          <p:cNvSpPr/>
          <p:nvPr/>
        </p:nvSpPr>
        <p:spPr>
          <a:xfrm>
            <a:off x="2647620" y="6126300"/>
            <a:ext cx="198180" cy="761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8640" rIns="135000" bIns="8640" anchor="t" anchorCtr="1">
            <a:noAutofit/>
          </a:bodyPr>
          <a:lstStyle/>
          <a:p>
            <a:endParaRPr lang="en-US" sz="2700">
              <a:solidFill>
                <a:srgbClr val="FFFFFF"/>
              </a:solidFill>
              <a:latin typeface="Arial"/>
            </a:endParaRPr>
          </a:p>
        </p:txBody>
      </p:sp>
      <p:sp>
        <p:nvSpPr>
          <p:cNvPr id="20" name="Shape 12"/>
          <p:cNvSpPr/>
          <p:nvPr/>
        </p:nvSpPr>
        <p:spPr>
          <a:xfrm>
            <a:off x="2845800" y="6202440"/>
            <a:ext cx="198180" cy="1015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4020" rIns="135000" bIns="34020" anchor="t" anchorCtr="1">
            <a:noAutofit/>
          </a:bodyPr>
          <a:lstStyle/>
          <a:p>
            <a:endParaRPr lang="en-US" sz="2700">
              <a:solidFill>
                <a:srgbClr val="FFFFFF"/>
              </a:solidFill>
              <a:latin typeface="Arial"/>
            </a:endParaRPr>
          </a:p>
        </p:txBody>
      </p:sp>
      <p:sp>
        <p:nvSpPr>
          <p:cNvPr id="21" name="Shape 13"/>
          <p:cNvSpPr/>
          <p:nvPr/>
        </p:nvSpPr>
        <p:spPr>
          <a:xfrm>
            <a:off x="3043980" y="6303960"/>
            <a:ext cx="197640" cy="1112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3740" rIns="135000" bIns="43740" anchor="t" anchorCtr="1">
            <a:noAutofit/>
          </a:bodyPr>
          <a:lstStyle/>
          <a:p>
            <a:endParaRPr lang="en-US" sz="2700">
              <a:solidFill>
                <a:srgbClr val="FFFFFF"/>
              </a:solidFill>
              <a:latin typeface="Arial"/>
            </a:endParaRPr>
          </a:p>
        </p:txBody>
      </p:sp>
      <p:sp>
        <p:nvSpPr>
          <p:cNvPr id="22" name="Shape 14"/>
          <p:cNvSpPr/>
          <p:nvPr/>
        </p:nvSpPr>
        <p:spPr>
          <a:xfrm>
            <a:off x="3241620" y="6415200"/>
            <a:ext cx="198180" cy="756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23" name="Shape 15"/>
          <p:cNvSpPr/>
          <p:nvPr/>
        </p:nvSpPr>
        <p:spPr>
          <a:xfrm flipV="1">
            <a:off x="3439800" y="6481080"/>
            <a:ext cx="198180" cy="97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7780" rIns="135000" bIns="-57780" anchor="t" anchorCtr="1">
            <a:noAutofit/>
          </a:bodyPr>
          <a:lstStyle/>
          <a:p>
            <a:endParaRPr lang="en-US" sz="2700">
              <a:solidFill>
                <a:srgbClr val="FFFFFF"/>
              </a:solidFill>
              <a:latin typeface="Arial"/>
            </a:endParaRPr>
          </a:p>
        </p:txBody>
      </p:sp>
      <p:sp>
        <p:nvSpPr>
          <p:cNvPr id="24" name="Shape 16"/>
          <p:cNvSpPr/>
          <p:nvPr/>
        </p:nvSpPr>
        <p:spPr>
          <a:xfrm flipV="1">
            <a:off x="3637980" y="6369300"/>
            <a:ext cx="198180" cy="1117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25" name="Shape 17"/>
          <p:cNvSpPr/>
          <p:nvPr/>
        </p:nvSpPr>
        <p:spPr>
          <a:xfrm flipV="1">
            <a:off x="3836160" y="6190560"/>
            <a:ext cx="197640" cy="178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26" name="Shape 18"/>
          <p:cNvSpPr/>
          <p:nvPr/>
        </p:nvSpPr>
        <p:spPr>
          <a:xfrm flipV="1">
            <a:off x="4033800" y="6017760"/>
            <a:ext cx="198180" cy="1728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27" name="Shape 19"/>
          <p:cNvSpPr/>
          <p:nvPr/>
        </p:nvSpPr>
        <p:spPr>
          <a:xfrm flipV="1">
            <a:off x="4231980" y="5919480"/>
            <a:ext cx="198180" cy="982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0780" rIns="135000" bIns="30780" anchor="t" anchorCtr="1">
            <a:noAutofit/>
          </a:bodyPr>
          <a:lstStyle/>
          <a:p>
            <a:endParaRPr lang="en-US" sz="2700">
              <a:solidFill>
                <a:srgbClr val="FFFFFF"/>
              </a:solidFill>
              <a:latin typeface="Arial"/>
            </a:endParaRPr>
          </a:p>
        </p:txBody>
      </p:sp>
      <p:sp>
        <p:nvSpPr>
          <p:cNvPr id="28" name="Shape 20"/>
          <p:cNvSpPr/>
          <p:nvPr/>
        </p:nvSpPr>
        <p:spPr>
          <a:xfrm>
            <a:off x="4430160" y="5919480"/>
            <a:ext cx="197640" cy="54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2100" rIns="135000" bIns="-62100" anchor="t" anchorCtr="1">
            <a:noAutofit/>
          </a:bodyPr>
          <a:lstStyle/>
          <a:p>
            <a:endParaRPr lang="en-US" sz="2700">
              <a:solidFill>
                <a:srgbClr val="FFFFFF"/>
              </a:solidFill>
              <a:latin typeface="Arial"/>
            </a:endParaRPr>
          </a:p>
        </p:txBody>
      </p:sp>
      <p:sp>
        <p:nvSpPr>
          <p:cNvPr id="29" name="Shape 21"/>
          <p:cNvSpPr/>
          <p:nvPr/>
        </p:nvSpPr>
        <p:spPr>
          <a:xfrm>
            <a:off x="4627800" y="5924880"/>
            <a:ext cx="198180" cy="874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9980" rIns="135000" bIns="19980" anchor="t" anchorCtr="1">
            <a:noAutofit/>
          </a:bodyPr>
          <a:lstStyle/>
          <a:p>
            <a:endParaRPr lang="en-US" sz="2700">
              <a:solidFill>
                <a:srgbClr val="FFFFFF"/>
              </a:solidFill>
              <a:latin typeface="Arial"/>
            </a:endParaRPr>
          </a:p>
        </p:txBody>
      </p:sp>
      <p:sp>
        <p:nvSpPr>
          <p:cNvPr id="30" name="Shape 22"/>
          <p:cNvSpPr/>
          <p:nvPr/>
        </p:nvSpPr>
        <p:spPr>
          <a:xfrm>
            <a:off x="4825980" y="6012360"/>
            <a:ext cx="198180" cy="1182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0760" rIns="135000" bIns="50760" anchor="t" anchorCtr="1">
            <a:noAutofit/>
          </a:bodyPr>
          <a:lstStyle/>
          <a:p>
            <a:endParaRPr lang="en-US" sz="2700">
              <a:solidFill>
                <a:srgbClr val="FFFFFF"/>
              </a:solidFill>
              <a:latin typeface="Arial"/>
            </a:endParaRPr>
          </a:p>
        </p:txBody>
      </p:sp>
      <p:sp>
        <p:nvSpPr>
          <p:cNvPr id="31" name="Shape 23"/>
          <p:cNvSpPr/>
          <p:nvPr/>
        </p:nvSpPr>
        <p:spPr>
          <a:xfrm>
            <a:off x="5024160" y="6130620"/>
            <a:ext cx="198180" cy="1074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9960" rIns="135000" bIns="39960" anchor="t" anchorCtr="1">
            <a:noAutofit/>
          </a:bodyPr>
          <a:lstStyle/>
          <a:p>
            <a:endParaRPr lang="en-US" sz="2700">
              <a:solidFill>
                <a:srgbClr val="FFFFFF"/>
              </a:solidFill>
              <a:latin typeface="Arial"/>
            </a:endParaRPr>
          </a:p>
        </p:txBody>
      </p:sp>
      <p:sp>
        <p:nvSpPr>
          <p:cNvPr id="32" name="Shape 24"/>
          <p:cNvSpPr/>
          <p:nvPr/>
        </p:nvSpPr>
        <p:spPr>
          <a:xfrm>
            <a:off x="5222340" y="6237540"/>
            <a:ext cx="197640" cy="858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8360" rIns="135000" bIns="18360" anchor="t" anchorCtr="1">
            <a:noAutofit/>
          </a:bodyPr>
          <a:lstStyle/>
          <a:p>
            <a:endParaRPr lang="en-US" sz="2700">
              <a:solidFill>
                <a:srgbClr val="FFFFFF"/>
              </a:solidFill>
              <a:latin typeface="Arial"/>
            </a:endParaRPr>
          </a:p>
        </p:txBody>
      </p:sp>
      <p:sp>
        <p:nvSpPr>
          <p:cNvPr id="33" name="Shape 25"/>
          <p:cNvSpPr/>
          <p:nvPr/>
        </p:nvSpPr>
        <p:spPr>
          <a:xfrm>
            <a:off x="5419980" y="6323400"/>
            <a:ext cx="198180" cy="826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34" name="Shape 26"/>
          <p:cNvSpPr/>
          <p:nvPr/>
        </p:nvSpPr>
        <p:spPr>
          <a:xfrm>
            <a:off x="5618160" y="6406020"/>
            <a:ext cx="198180" cy="999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0" rIns="135000" bIns="32400" anchor="t" anchorCtr="1">
            <a:noAutofit/>
          </a:bodyPr>
          <a:lstStyle/>
          <a:p>
            <a:endParaRPr lang="en-US" sz="2700">
              <a:solidFill>
                <a:srgbClr val="FFFFFF"/>
              </a:solidFill>
              <a:latin typeface="Arial"/>
            </a:endParaRPr>
          </a:p>
        </p:txBody>
      </p:sp>
      <p:sp>
        <p:nvSpPr>
          <p:cNvPr id="35" name="Shape 27"/>
          <p:cNvSpPr/>
          <p:nvPr/>
        </p:nvSpPr>
        <p:spPr>
          <a:xfrm>
            <a:off x="5816340" y="6505920"/>
            <a:ext cx="197640" cy="1090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1580" rIns="135000" bIns="41580" anchor="t" anchorCtr="1">
            <a:noAutofit/>
          </a:bodyPr>
          <a:lstStyle/>
          <a:p>
            <a:endParaRPr lang="en-US" sz="2700">
              <a:solidFill>
                <a:srgbClr val="FFFFFF"/>
              </a:solidFill>
              <a:latin typeface="Arial"/>
            </a:endParaRPr>
          </a:p>
        </p:txBody>
      </p:sp>
      <p:sp>
        <p:nvSpPr>
          <p:cNvPr id="36" name="Shape 28"/>
          <p:cNvSpPr/>
          <p:nvPr/>
        </p:nvSpPr>
        <p:spPr>
          <a:xfrm>
            <a:off x="6013980" y="6615000"/>
            <a:ext cx="198180" cy="777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0260" rIns="135000" bIns="10260" anchor="t" anchorCtr="1">
            <a:noAutofit/>
          </a:bodyPr>
          <a:lstStyle/>
          <a:p>
            <a:endParaRPr lang="en-US" sz="2700">
              <a:solidFill>
                <a:srgbClr val="FFFFFF"/>
              </a:solidFill>
              <a:latin typeface="Arial"/>
            </a:endParaRPr>
          </a:p>
        </p:txBody>
      </p:sp>
      <p:sp>
        <p:nvSpPr>
          <p:cNvPr id="37" name="Shape 29"/>
          <p:cNvSpPr/>
          <p:nvPr/>
        </p:nvSpPr>
        <p:spPr>
          <a:xfrm flipV="1">
            <a:off x="6212160" y="6690060"/>
            <a:ext cx="198180" cy="27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4800" rIns="135000" bIns="-64800" anchor="t" anchorCtr="1">
            <a:noAutofit/>
          </a:bodyPr>
          <a:lstStyle/>
          <a:p>
            <a:endParaRPr lang="en-US" sz="2700">
              <a:solidFill>
                <a:srgbClr val="FFFFFF"/>
              </a:solidFill>
              <a:latin typeface="Arial"/>
            </a:endParaRPr>
          </a:p>
        </p:txBody>
      </p:sp>
      <p:sp>
        <p:nvSpPr>
          <p:cNvPr id="38" name="Shape 30"/>
          <p:cNvSpPr/>
          <p:nvPr/>
        </p:nvSpPr>
        <p:spPr>
          <a:xfrm flipV="1">
            <a:off x="6410340" y="6584760"/>
            <a:ext cx="198180" cy="1053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7800" rIns="135000" bIns="37800" anchor="t" anchorCtr="1">
            <a:noAutofit/>
          </a:bodyPr>
          <a:lstStyle/>
          <a:p>
            <a:endParaRPr lang="en-US" sz="2700">
              <a:solidFill>
                <a:srgbClr val="FFFFFF"/>
              </a:solidFill>
              <a:latin typeface="Arial"/>
            </a:endParaRPr>
          </a:p>
        </p:txBody>
      </p:sp>
      <p:sp>
        <p:nvSpPr>
          <p:cNvPr id="39" name="Shape 31"/>
          <p:cNvSpPr/>
          <p:nvPr/>
        </p:nvSpPr>
        <p:spPr>
          <a:xfrm flipV="1">
            <a:off x="6608520" y="6406560"/>
            <a:ext cx="197640" cy="1782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40" name="Shape 32"/>
          <p:cNvSpPr/>
          <p:nvPr/>
        </p:nvSpPr>
        <p:spPr>
          <a:xfrm flipV="1">
            <a:off x="6806160" y="6223500"/>
            <a:ext cx="198180" cy="183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41" name="Shape 33"/>
          <p:cNvSpPr/>
          <p:nvPr/>
        </p:nvSpPr>
        <p:spPr>
          <a:xfrm flipV="1">
            <a:off x="7004340" y="6107940"/>
            <a:ext cx="198180" cy="1155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8060" rIns="135000" bIns="48060" anchor="t" anchorCtr="1">
            <a:noAutofit/>
          </a:bodyPr>
          <a:lstStyle/>
          <a:p>
            <a:endParaRPr lang="en-US" sz="2700">
              <a:solidFill>
                <a:srgbClr val="FFFFFF"/>
              </a:solidFill>
              <a:latin typeface="Arial"/>
            </a:endParaRPr>
          </a:p>
        </p:txBody>
      </p:sp>
      <p:sp>
        <p:nvSpPr>
          <p:cNvPr id="42" name="Shape 34"/>
          <p:cNvSpPr/>
          <p:nvPr/>
        </p:nvSpPr>
        <p:spPr>
          <a:xfrm flipV="1">
            <a:off x="7202520" y="6096060"/>
            <a:ext cx="197640" cy="118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5620" rIns="135000" bIns="-55620" anchor="t" anchorCtr="1">
            <a:noAutofit/>
          </a:bodyPr>
          <a:lstStyle/>
          <a:p>
            <a:endParaRPr lang="en-US" sz="2700">
              <a:solidFill>
                <a:srgbClr val="FFFFFF"/>
              </a:solidFill>
              <a:latin typeface="Arial"/>
            </a:endParaRPr>
          </a:p>
        </p:txBody>
      </p:sp>
      <p:sp>
        <p:nvSpPr>
          <p:cNvPr id="43" name="Shape 35"/>
          <p:cNvSpPr/>
          <p:nvPr/>
        </p:nvSpPr>
        <p:spPr>
          <a:xfrm>
            <a:off x="7400160" y="6096060"/>
            <a:ext cx="198180" cy="75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7560" rIns="135000" bIns="7560" anchor="t" anchorCtr="1">
            <a:noAutofit/>
          </a:bodyPr>
          <a:lstStyle/>
          <a:p>
            <a:endParaRPr lang="en-US" sz="2700">
              <a:solidFill>
                <a:srgbClr val="FFFFFF"/>
              </a:solidFill>
              <a:latin typeface="Arial"/>
            </a:endParaRPr>
          </a:p>
        </p:txBody>
      </p:sp>
      <p:sp>
        <p:nvSpPr>
          <p:cNvPr id="44" name="Shape 36"/>
          <p:cNvSpPr/>
          <p:nvPr/>
        </p:nvSpPr>
        <p:spPr>
          <a:xfrm>
            <a:off x="7598340" y="6171120"/>
            <a:ext cx="198180" cy="1117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45" name="Shape 37"/>
          <p:cNvSpPr/>
          <p:nvPr/>
        </p:nvSpPr>
        <p:spPr>
          <a:xfrm>
            <a:off x="7796520" y="6282900"/>
            <a:ext cx="198180" cy="999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0" rIns="135000" bIns="32400" anchor="t" anchorCtr="1">
            <a:noAutofit/>
          </a:bodyPr>
          <a:lstStyle/>
          <a:p>
            <a:endParaRPr lang="en-US" sz="2700">
              <a:solidFill>
                <a:srgbClr val="FFFFFF"/>
              </a:solidFill>
              <a:latin typeface="Arial"/>
            </a:endParaRPr>
          </a:p>
        </p:txBody>
      </p:sp>
      <p:sp>
        <p:nvSpPr>
          <p:cNvPr id="46" name="Shape 38"/>
          <p:cNvSpPr/>
          <p:nvPr/>
        </p:nvSpPr>
        <p:spPr>
          <a:xfrm>
            <a:off x="7994700" y="6382800"/>
            <a:ext cx="197640" cy="70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 rIns="135000" bIns="3240" anchor="t" anchorCtr="1">
            <a:noAutofit/>
          </a:bodyPr>
          <a:lstStyle/>
          <a:p>
            <a:endParaRPr lang="en-US" sz="2700">
              <a:solidFill>
                <a:srgbClr val="FFFFFF"/>
              </a:solidFill>
              <a:latin typeface="Arial"/>
            </a:endParaRPr>
          </a:p>
        </p:txBody>
      </p:sp>
      <p:sp>
        <p:nvSpPr>
          <p:cNvPr id="47" name="Shape 39"/>
          <p:cNvSpPr/>
          <p:nvPr/>
        </p:nvSpPr>
        <p:spPr>
          <a:xfrm>
            <a:off x="8192340" y="6453540"/>
            <a:ext cx="198180" cy="577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9720" rIns="135000" bIns="-9720" anchor="t" anchorCtr="1">
            <a:noAutofit/>
          </a:bodyPr>
          <a:lstStyle/>
          <a:p>
            <a:endParaRPr lang="en-US" sz="2700">
              <a:solidFill>
                <a:srgbClr val="FFFFFF"/>
              </a:solidFill>
              <a:latin typeface="Arial"/>
            </a:endParaRPr>
          </a:p>
        </p:txBody>
      </p:sp>
      <p:sp>
        <p:nvSpPr>
          <p:cNvPr id="48" name="Shape 40"/>
          <p:cNvSpPr/>
          <p:nvPr/>
        </p:nvSpPr>
        <p:spPr>
          <a:xfrm>
            <a:off x="8390520" y="6511320"/>
            <a:ext cx="198180" cy="67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0" rIns="135000" bIns="0" anchor="t" anchorCtr="1">
            <a:noAutofit/>
          </a:bodyPr>
          <a:lstStyle/>
          <a:p>
            <a:endParaRPr lang="en-US" sz="2700">
              <a:solidFill>
                <a:srgbClr val="FFFFFF"/>
              </a:solidFill>
              <a:latin typeface="Arial"/>
            </a:endParaRPr>
          </a:p>
        </p:txBody>
      </p:sp>
      <p:sp>
        <p:nvSpPr>
          <p:cNvPr id="49" name="Shape 41"/>
          <p:cNvSpPr/>
          <p:nvPr/>
        </p:nvSpPr>
        <p:spPr>
          <a:xfrm>
            <a:off x="8588700" y="6578820"/>
            <a:ext cx="197640" cy="756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50" name="Shape 42"/>
          <p:cNvSpPr/>
          <p:nvPr/>
        </p:nvSpPr>
        <p:spPr>
          <a:xfrm>
            <a:off x="8786340" y="6654420"/>
            <a:ext cx="198180" cy="507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6740" rIns="135000" bIns="-16740" anchor="t" anchorCtr="1">
            <a:noAutofit/>
          </a:bodyPr>
          <a:lstStyle/>
          <a:p>
            <a:endParaRPr lang="en-US" sz="2700">
              <a:solidFill>
                <a:srgbClr val="FFFFFF"/>
              </a:solidFill>
              <a:latin typeface="Arial"/>
            </a:endParaRPr>
          </a:p>
        </p:txBody>
      </p:sp>
      <p:sp>
        <p:nvSpPr>
          <p:cNvPr id="51" name="Shape 43"/>
          <p:cNvSpPr/>
          <p:nvPr/>
        </p:nvSpPr>
        <p:spPr>
          <a:xfrm flipV="1">
            <a:off x="8984520" y="6683040"/>
            <a:ext cx="198180" cy="221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5360" rIns="135000" bIns="-45360" anchor="t" anchorCtr="1">
            <a:noAutofit/>
          </a:bodyPr>
          <a:lstStyle/>
          <a:p>
            <a:endParaRPr lang="en-US" sz="2700">
              <a:solidFill>
                <a:srgbClr val="FFFFFF"/>
              </a:solidFill>
              <a:latin typeface="Arial"/>
            </a:endParaRPr>
          </a:p>
        </p:txBody>
      </p:sp>
      <p:sp>
        <p:nvSpPr>
          <p:cNvPr id="52" name="Shape 44"/>
          <p:cNvSpPr/>
          <p:nvPr/>
        </p:nvSpPr>
        <p:spPr>
          <a:xfrm flipV="1">
            <a:off x="9182700" y="6562080"/>
            <a:ext cx="198180" cy="1209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3460" rIns="135000" bIns="53460" anchor="t" anchorCtr="1">
            <a:noAutofit/>
          </a:bodyPr>
          <a:lstStyle/>
          <a:p>
            <a:endParaRPr lang="en-US" sz="2700">
              <a:solidFill>
                <a:srgbClr val="FFFFFF"/>
              </a:solidFill>
              <a:latin typeface="Arial"/>
            </a:endParaRPr>
          </a:p>
        </p:txBody>
      </p:sp>
      <p:sp>
        <p:nvSpPr>
          <p:cNvPr id="53" name="Shape 45"/>
          <p:cNvSpPr/>
          <p:nvPr/>
        </p:nvSpPr>
        <p:spPr>
          <a:xfrm flipV="1">
            <a:off x="9380880" y="6364440"/>
            <a:ext cx="197640" cy="1976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4" name="Shape 46"/>
          <p:cNvSpPr/>
          <p:nvPr/>
        </p:nvSpPr>
        <p:spPr>
          <a:xfrm flipV="1">
            <a:off x="9578520" y="6156000"/>
            <a:ext cx="198180" cy="2084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5" name="Shape 47"/>
          <p:cNvSpPr/>
          <p:nvPr/>
        </p:nvSpPr>
        <p:spPr>
          <a:xfrm flipV="1">
            <a:off x="9776700" y="6011280"/>
            <a:ext cx="198180" cy="1447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6" name="Shape 48"/>
          <p:cNvSpPr/>
          <p:nvPr/>
        </p:nvSpPr>
        <p:spPr>
          <a:xfrm flipV="1">
            <a:off x="9974880" y="5971860"/>
            <a:ext cx="197640" cy="394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8080" rIns="135000" bIns="-28080" anchor="t" anchorCtr="1">
            <a:noAutofit/>
          </a:bodyPr>
          <a:lstStyle/>
          <a:p>
            <a:endParaRPr lang="en-US" sz="2700">
              <a:solidFill>
                <a:srgbClr val="FFFFFF"/>
              </a:solidFill>
              <a:latin typeface="Arial"/>
            </a:endParaRPr>
          </a:p>
        </p:txBody>
      </p:sp>
      <p:sp>
        <p:nvSpPr>
          <p:cNvPr id="57" name="Shape 49"/>
          <p:cNvSpPr/>
          <p:nvPr/>
        </p:nvSpPr>
        <p:spPr>
          <a:xfrm>
            <a:off x="10172520" y="5971860"/>
            <a:ext cx="198180" cy="556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1880" rIns="135000" bIns="-11880" anchor="t" anchorCtr="1">
            <a:noAutofit/>
          </a:bodyPr>
          <a:lstStyle/>
          <a:p>
            <a:endParaRPr lang="en-US" sz="2700">
              <a:solidFill>
                <a:srgbClr val="FFFFFF"/>
              </a:solidFill>
              <a:latin typeface="Arial"/>
            </a:endParaRPr>
          </a:p>
        </p:txBody>
      </p:sp>
      <p:sp>
        <p:nvSpPr>
          <p:cNvPr id="58" name="Shape 50"/>
          <p:cNvSpPr/>
          <p:nvPr/>
        </p:nvSpPr>
        <p:spPr>
          <a:xfrm>
            <a:off x="10370700" y="6027480"/>
            <a:ext cx="198180" cy="102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4560" rIns="135000" bIns="34560" anchor="t" anchorCtr="1">
            <a:noAutofit/>
          </a:bodyPr>
          <a:lstStyle/>
          <a:p>
            <a:endParaRPr lang="en-US" sz="2700">
              <a:solidFill>
                <a:srgbClr val="FFFFFF"/>
              </a:solidFill>
              <a:latin typeface="Arial"/>
            </a:endParaRPr>
          </a:p>
        </p:txBody>
      </p:sp>
      <p:sp>
        <p:nvSpPr>
          <p:cNvPr id="59" name="Shape 51"/>
          <p:cNvSpPr/>
          <p:nvPr/>
        </p:nvSpPr>
        <p:spPr>
          <a:xfrm>
            <a:off x="10568880" y="6129540"/>
            <a:ext cx="198180" cy="94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7000" rIns="135000" bIns="27000" anchor="t" anchorCtr="1">
            <a:noAutofit/>
          </a:bodyPr>
          <a:lstStyle/>
          <a:p>
            <a:endParaRPr lang="en-US" sz="2700">
              <a:solidFill>
                <a:srgbClr val="FFFFFF"/>
              </a:solidFill>
              <a:latin typeface="Arial"/>
            </a:endParaRPr>
          </a:p>
        </p:txBody>
      </p:sp>
      <p:sp>
        <p:nvSpPr>
          <p:cNvPr id="60" name="Shape 52"/>
          <p:cNvSpPr/>
          <p:nvPr/>
        </p:nvSpPr>
        <p:spPr>
          <a:xfrm>
            <a:off x="10767060" y="6224040"/>
            <a:ext cx="197640" cy="637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780" rIns="135000" bIns="-3780" anchor="t" anchorCtr="1">
            <a:noAutofit/>
          </a:bodyPr>
          <a:lstStyle/>
          <a:p>
            <a:endParaRPr lang="en-US" sz="2700">
              <a:solidFill>
                <a:srgbClr val="FFFFFF"/>
              </a:solidFill>
              <a:latin typeface="Arial"/>
            </a:endParaRPr>
          </a:p>
        </p:txBody>
      </p:sp>
      <p:sp>
        <p:nvSpPr>
          <p:cNvPr id="61" name="Shape 53"/>
          <p:cNvSpPr/>
          <p:nvPr/>
        </p:nvSpPr>
        <p:spPr>
          <a:xfrm>
            <a:off x="10964700" y="6287760"/>
            <a:ext cx="198180" cy="432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4300" rIns="135000" bIns="-24300" anchor="t" anchorCtr="1">
            <a:noAutofit/>
          </a:bodyPr>
          <a:lstStyle/>
          <a:p>
            <a:endParaRPr lang="en-US" sz="2700">
              <a:solidFill>
                <a:srgbClr val="FFFFFF"/>
              </a:solidFill>
              <a:latin typeface="Arial"/>
            </a:endParaRPr>
          </a:p>
        </p:txBody>
      </p:sp>
      <p:sp>
        <p:nvSpPr>
          <p:cNvPr id="62" name="Shape 54"/>
          <p:cNvSpPr/>
          <p:nvPr/>
        </p:nvSpPr>
        <p:spPr>
          <a:xfrm>
            <a:off x="11162880" y="6330960"/>
            <a:ext cx="198180" cy="48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63" name="Shape 55"/>
          <p:cNvSpPr/>
          <p:nvPr/>
        </p:nvSpPr>
        <p:spPr>
          <a:xfrm>
            <a:off x="11361060" y="6379020"/>
            <a:ext cx="197640" cy="583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9180" rIns="135000" bIns="-9180" anchor="t" anchorCtr="1">
            <a:noAutofit/>
          </a:bodyPr>
          <a:lstStyle/>
          <a:p>
            <a:endParaRPr lang="en-US" sz="2700">
              <a:solidFill>
                <a:srgbClr val="FFFFFF"/>
              </a:solidFill>
              <a:latin typeface="Arial"/>
            </a:endParaRPr>
          </a:p>
        </p:txBody>
      </p:sp>
      <p:sp>
        <p:nvSpPr>
          <p:cNvPr id="64" name="Shape 56"/>
          <p:cNvSpPr/>
          <p:nvPr/>
        </p:nvSpPr>
        <p:spPr>
          <a:xfrm>
            <a:off x="11558700" y="6437340"/>
            <a:ext cx="198180" cy="421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5380" rIns="135000" bIns="-25380" anchor="t" anchorCtr="1">
            <a:noAutofit/>
          </a:bodyPr>
          <a:lstStyle/>
          <a:p>
            <a:endParaRPr lang="en-US" sz="2700">
              <a:solidFill>
                <a:srgbClr val="FFFFFF"/>
              </a:solidFill>
              <a:latin typeface="Arial"/>
            </a:endParaRPr>
          </a:p>
        </p:txBody>
      </p:sp>
      <p:sp>
        <p:nvSpPr>
          <p:cNvPr id="65" name="Shape 57"/>
          <p:cNvSpPr/>
          <p:nvPr/>
        </p:nvSpPr>
        <p:spPr>
          <a:xfrm flipV="1">
            <a:off x="11756880" y="6459480"/>
            <a:ext cx="198180" cy="199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7520" rIns="135000" bIns="-47520" anchor="t" anchorCtr="1">
            <a:noAutofit/>
          </a:bodyPr>
          <a:lstStyle/>
          <a:p>
            <a:endParaRPr lang="en-US" sz="2700">
              <a:solidFill>
                <a:srgbClr val="FFFFFF"/>
              </a:solidFill>
              <a:latin typeface="Arial"/>
            </a:endParaRPr>
          </a:p>
        </p:txBody>
      </p:sp>
      <p:sp>
        <p:nvSpPr>
          <p:cNvPr id="66" name="Shape 58"/>
          <p:cNvSpPr/>
          <p:nvPr/>
        </p:nvSpPr>
        <p:spPr>
          <a:xfrm flipV="1">
            <a:off x="11955060" y="6348240"/>
            <a:ext cx="197640" cy="1112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3740" rIns="135000" bIns="43740" anchor="t" anchorCtr="1">
            <a:noAutofit/>
          </a:bodyPr>
          <a:lstStyle/>
          <a:p>
            <a:endParaRPr lang="en-US" sz="2700">
              <a:solidFill>
                <a:srgbClr val="FFFFFF"/>
              </a:solidFill>
              <a:latin typeface="Arial"/>
            </a:endParaRPr>
          </a:p>
        </p:txBody>
      </p:sp>
      <p:sp>
        <p:nvSpPr>
          <p:cNvPr id="67" name="Shape 59"/>
          <p:cNvSpPr/>
          <p:nvPr/>
        </p:nvSpPr>
        <p:spPr>
          <a:xfrm flipV="1">
            <a:off x="12152700" y="6161400"/>
            <a:ext cx="198180" cy="1868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68" name="Shape 60"/>
          <p:cNvSpPr/>
          <p:nvPr/>
        </p:nvSpPr>
        <p:spPr>
          <a:xfrm flipV="1">
            <a:off x="12350880" y="5958900"/>
            <a:ext cx="198180" cy="202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69" name="Shape 61"/>
          <p:cNvSpPr/>
          <p:nvPr/>
        </p:nvSpPr>
        <p:spPr>
          <a:xfrm flipV="1">
            <a:off x="12549060" y="5816340"/>
            <a:ext cx="198180" cy="1425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70" name="Shape 62"/>
          <p:cNvSpPr/>
          <p:nvPr/>
        </p:nvSpPr>
        <p:spPr>
          <a:xfrm flipV="1">
            <a:off x="12747240" y="5781780"/>
            <a:ext cx="197640" cy="345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71" name="Shape 63"/>
          <p:cNvSpPr/>
          <p:nvPr/>
        </p:nvSpPr>
        <p:spPr>
          <a:xfrm>
            <a:off x="12944880" y="5781780"/>
            <a:ext cx="198180" cy="691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chorCtr="1">
            <a:noAutofit/>
          </a:bodyPr>
          <a:lstStyle/>
          <a:p>
            <a:endParaRPr lang="en-US" sz="2700">
              <a:solidFill>
                <a:srgbClr val="FFFFFF"/>
              </a:solidFill>
              <a:latin typeface="Arial"/>
            </a:endParaRPr>
          </a:p>
        </p:txBody>
      </p:sp>
      <p:sp>
        <p:nvSpPr>
          <p:cNvPr id="72" name="Shape 64"/>
          <p:cNvSpPr/>
          <p:nvPr/>
        </p:nvSpPr>
        <p:spPr>
          <a:xfrm>
            <a:off x="13143060" y="5850900"/>
            <a:ext cx="198180" cy="1252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7780" rIns="135000" bIns="57780" anchor="t" anchorCtr="1">
            <a:noAutofit/>
          </a:bodyPr>
          <a:lstStyle/>
          <a:p>
            <a:endParaRPr lang="en-US" sz="2700">
              <a:solidFill>
                <a:srgbClr val="FFFFFF"/>
              </a:solidFill>
              <a:latin typeface="Arial"/>
            </a:endParaRPr>
          </a:p>
        </p:txBody>
      </p:sp>
      <p:sp>
        <p:nvSpPr>
          <p:cNvPr id="73" name="Shape 65"/>
          <p:cNvSpPr/>
          <p:nvPr/>
        </p:nvSpPr>
        <p:spPr>
          <a:xfrm>
            <a:off x="13341240" y="5976180"/>
            <a:ext cx="197640" cy="1236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6160" rIns="135000" bIns="56160" anchor="t" anchorCtr="1">
            <a:noAutofit/>
          </a:bodyPr>
          <a:lstStyle/>
          <a:p>
            <a:endParaRPr lang="en-US" sz="2700">
              <a:solidFill>
                <a:srgbClr val="FFFFFF"/>
              </a:solidFill>
              <a:latin typeface="Arial"/>
            </a:endParaRPr>
          </a:p>
        </p:txBody>
      </p:sp>
      <p:sp>
        <p:nvSpPr>
          <p:cNvPr id="74" name="Shape 66"/>
          <p:cNvSpPr/>
          <p:nvPr/>
        </p:nvSpPr>
        <p:spPr>
          <a:xfrm>
            <a:off x="13538880" y="6099840"/>
            <a:ext cx="198180" cy="901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75" name="Shape 67"/>
          <p:cNvSpPr/>
          <p:nvPr/>
        </p:nvSpPr>
        <p:spPr>
          <a:xfrm>
            <a:off x="13737060" y="6190020"/>
            <a:ext cx="198180" cy="631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320" rIns="135000" bIns="-4320" anchor="t" anchorCtr="1">
            <a:noAutofit/>
          </a:bodyPr>
          <a:lstStyle/>
          <a:p>
            <a:endParaRPr lang="en-US" sz="2700">
              <a:solidFill>
                <a:srgbClr val="FFFFFF"/>
              </a:solidFill>
              <a:latin typeface="Arial"/>
            </a:endParaRPr>
          </a:p>
        </p:txBody>
      </p:sp>
      <p:sp>
        <p:nvSpPr>
          <p:cNvPr id="76" name="Shape 68"/>
          <p:cNvSpPr/>
          <p:nvPr/>
        </p:nvSpPr>
        <p:spPr>
          <a:xfrm>
            <a:off x="13935240" y="6253200"/>
            <a:ext cx="198180" cy="610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77" name="Shape 69"/>
          <p:cNvSpPr/>
          <p:nvPr/>
        </p:nvSpPr>
        <p:spPr>
          <a:xfrm>
            <a:off x="14133420" y="6314220"/>
            <a:ext cx="197640" cy="70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 rIns="135000" bIns="3240" anchor="t" anchorCtr="1">
            <a:noAutofit/>
          </a:bodyPr>
          <a:lstStyle/>
          <a:p>
            <a:endParaRPr lang="en-US" sz="2700">
              <a:solidFill>
                <a:srgbClr val="FFFFFF"/>
              </a:solidFill>
              <a:latin typeface="Arial"/>
            </a:endParaRPr>
          </a:p>
        </p:txBody>
      </p:sp>
      <p:sp>
        <p:nvSpPr>
          <p:cNvPr id="78" name="Shape 70"/>
          <p:cNvSpPr/>
          <p:nvPr/>
        </p:nvSpPr>
        <p:spPr>
          <a:xfrm>
            <a:off x="14331060" y="6384960"/>
            <a:ext cx="198180" cy="599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7560" rIns="135000" bIns="-7560" anchor="t" anchorCtr="1">
            <a:noAutofit/>
          </a:bodyPr>
          <a:lstStyle/>
          <a:p>
            <a:endParaRPr lang="en-US" sz="2700">
              <a:solidFill>
                <a:srgbClr val="FFFFFF"/>
              </a:solidFill>
              <a:latin typeface="Arial"/>
            </a:endParaRPr>
          </a:p>
        </p:txBody>
      </p:sp>
      <p:sp>
        <p:nvSpPr>
          <p:cNvPr id="79" name="Shape 71"/>
          <p:cNvSpPr/>
          <p:nvPr/>
        </p:nvSpPr>
        <p:spPr>
          <a:xfrm>
            <a:off x="14529240" y="6444900"/>
            <a:ext cx="198180" cy="64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1020" rIns="135000" bIns="-61020" anchor="t" anchorCtr="1">
            <a:noAutofit/>
          </a:bodyPr>
          <a:lstStyle/>
          <a:p>
            <a:endParaRPr lang="en-US" sz="2700">
              <a:solidFill>
                <a:srgbClr val="FFFFFF"/>
              </a:solidFill>
              <a:latin typeface="Arial"/>
            </a:endParaRPr>
          </a:p>
        </p:txBody>
      </p:sp>
      <p:sp>
        <p:nvSpPr>
          <p:cNvPr id="80" name="Shape 72"/>
          <p:cNvSpPr/>
          <p:nvPr/>
        </p:nvSpPr>
        <p:spPr>
          <a:xfrm flipV="1">
            <a:off x="14727420" y="6372540"/>
            <a:ext cx="197640" cy="788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1340" rIns="135000" bIns="11340" anchor="t" anchorCtr="1">
            <a:noAutofit/>
          </a:bodyPr>
          <a:lstStyle/>
          <a:p>
            <a:endParaRPr lang="en-US" sz="2700">
              <a:solidFill>
                <a:srgbClr val="FFFFFF"/>
              </a:solidFill>
              <a:latin typeface="Arial"/>
            </a:endParaRPr>
          </a:p>
        </p:txBody>
      </p:sp>
      <p:sp>
        <p:nvSpPr>
          <p:cNvPr id="81" name="Shape 73"/>
          <p:cNvSpPr/>
          <p:nvPr/>
        </p:nvSpPr>
        <p:spPr>
          <a:xfrm flipV="1">
            <a:off x="14925060" y="6215940"/>
            <a:ext cx="198180" cy="1566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2" name="Shape 74"/>
          <p:cNvSpPr/>
          <p:nvPr/>
        </p:nvSpPr>
        <p:spPr>
          <a:xfrm flipV="1">
            <a:off x="15123240" y="6037200"/>
            <a:ext cx="198180" cy="178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3" name="Shape 75"/>
          <p:cNvSpPr/>
          <p:nvPr/>
        </p:nvSpPr>
        <p:spPr>
          <a:xfrm flipV="1">
            <a:off x="15321420" y="5911380"/>
            <a:ext cx="198180" cy="1258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8320" rIns="135000" bIns="58320" anchor="t" anchorCtr="1">
            <a:noAutofit/>
          </a:bodyPr>
          <a:lstStyle/>
          <a:p>
            <a:endParaRPr lang="en-US" sz="2700">
              <a:solidFill>
                <a:srgbClr val="FFFFFF"/>
              </a:solidFill>
              <a:latin typeface="Arial"/>
            </a:endParaRPr>
          </a:p>
        </p:txBody>
      </p:sp>
      <p:sp>
        <p:nvSpPr>
          <p:cNvPr id="84" name="Shape 76"/>
          <p:cNvSpPr/>
          <p:nvPr/>
        </p:nvSpPr>
        <p:spPr>
          <a:xfrm flipV="1">
            <a:off x="15519600" y="5890320"/>
            <a:ext cx="197640" cy="21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6440" rIns="135000" bIns="-46440" anchor="t" anchorCtr="1">
            <a:noAutofit/>
          </a:bodyPr>
          <a:lstStyle/>
          <a:p>
            <a:endParaRPr lang="en-US" sz="2700">
              <a:solidFill>
                <a:srgbClr val="FFFFFF"/>
              </a:solidFill>
              <a:latin typeface="Arial"/>
            </a:endParaRPr>
          </a:p>
        </p:txBody>
      </p:sp>
      <p:sp>
        <p:nvSpPr>
          <p:cNvPr id="85" name="Shape 77"/>
          <p:cNvSpPr/>
          <p:nvPr/>
        </p:nvSpPr>
        <p:spPr>
          <a:xfrm>
            <a:off x="15717240" y="5890320"/>
            <a:ext cx="198180" cy="864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8900" rIns="135000" bIns="18900" anchor="t" anchorCtr="1">
            <a:noAutofit/>
          </a:bodyPr>
          <a:lstStyle/>
          <a:p>
            <a:endParaRPr lang="en-US" sz="2700">
              <a:solidFill>
                <a:srgbClr val="FFFFFF"/>
              </a:solidFill>
              <a:latin typeface="Arial"/>
            </a:endParaRPr>
          </a:p>
        </p:txBody>
      </p:sp>
      <p:sp>
        <p:nvSpPr>
          <p:cNvPr id="86" name="Shape 78"/>
          <p:cNvSpPr/>
          <p:nvPr/>
        </p:nvSpPr>
        <p:spPr>
          <a:xfrm>
            <a:off x="15915420" y="5976720"/>
            <a:ext cx="198180" cy="1490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7" name="Shape 79"/>
          <p:cNvSpPr/>
          <p:nvPr/>
        </p:nvSpPr>
        <p:spPr>
          <a:xfrm>
            <a:off x="16113600" y="6125760"/>
            <a:ext cx="197640" cy="1495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8" name="Shape 80"/>
          <p:cNvSpPr/>
          <p:nvPr/>
        </p:nvSpPr>
        <p:spPr>
          <a:xfrm>
            <a:off x="16311240" y="6275340"/>
            <a:ext cx="198180" cy="1123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820" rIns="135000" bIns="44820" anchor="t" anchorCtr="1">
            <a:noAutofit/>
          </a:bodyPr>
          <a:lstStyle/>
          <a:p>
            <a:endParaRPr lang="en-US" sz="2700">
              <a:solidFill>
                <a:srgbClr val="FFFFFF"/>
              </a:solidFill>
              <a:latin typeface="Arial"/>
            </a:endParaRPr>
          </a:p>
        </p:txBody>
      </p:sp>
      <p:sp>
        <p:nvSpPr>
          <p:cNvPr id="89" name="Shape 81"/>
          <p:cNvSpPr/>
          <p:nvPr/>
        </p:nvSpPr>
        <p:spPr>
          <a:xfrm>
            <a:off x="16509420" y="6387660"/>
            <a:ext cx="198180" cy="75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7560" rIns="135000" bIns="7560" anchor="t" anchorCtr="1">
            <a:noAutofit/>
          </a:bodyPr>
          <a:lstStyle/>
          <a:p>
            <a:endParaRPr lang="en-US" sz="2700">
              <a:solidFill>
                <a:srgbClr val="FFFFFF"/>
              </a:solidFill>
              <a:latin typeface="Arial"/>
            </a:endParaRPr>
          </a:p>
        </p:txBody>
      </p:sp>
      <p:sp>
        <p:nvSpPr>
          <p:cNvPr id="90" name="Shape 82"/>
          <p:cNvSpPr/>
          <p:nvPr/>
        </p:nvSpPr>
        <p:spPr>
          <a:xfrm>
            <a:off x="16707600" y="6462720"/>
            <a:ext cx="198180" cy="610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91" name="Shape 83"/>
          <p:cNvSpPr/>
          <p:nvPr/>
        </p:nvSpPr>
        <p:spPr>
          <a:xfrm>
            <a:off x="16905780" y="6523740"/>
            <a:ext cx="197640" cy="653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92" name="Shape 84"/>
          <p:cNvSpPr/>
          <p:nvPr/>
        </p:nvSpPr>
        <p:spPr>
          <a:xfrm flipV="1">
            <a:off x="1261440" y="6895800"/>
            <a:ext cx="198180" cy="1117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93" name="Shape 85"/>
          <p:cNvSpPr/>
          <p:nvPr/>
        </p:nvSpPr>
        <p:spPr>
          <a:xfrm flipV="1">
            <a:off x="1459620" y="6829920"/>
            <a:ext cx="198180" cy="65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chorCtr="1">
            <a:noAutofit/>
          </a:bodyPr>
          <a:lstStyle/>
          <a:p>
            <a:endParaRPr lang="en-US" sz="2700">
              <a:solidFill>
                <a:srgbClr val="FFFFFF"/>
              </a:solidFill>
              <a:latin typeface="Arial"/>
            </a:endParaRPr>
          </a:p>
        </p:txBody>
      </p:sp>
      <p:sp>
        <p:nvSpPr>
          <p:cNvPr id="94" name="Shape 86"/>
          <p:cNvSpPr/>
          <p:nvPr/>
        </p:nvSpPr>
        <p:spPr>
          <a:xfrm flipV="1">
            <a:off x="1657800" y="6823440"/>
            <a:ext cx="197640" cy="64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1020" rIns="135000" bIns="-61020" anchor="t" anchorCtr="1">
            <a:noAutofit/>
          </a:bodyPr>
          <a:lstStyle/>
          <a:p>
            <a:endParaRPr lang="en-US" sz="2700">
              <a:solidFill>
                <a:srgbClr val="FFFFFF"/>
              </a:solidFill>
              <a:latin typeface="Arial"/>
            </a:endParaRPr>
          </a:p>
        </p:txBody>
      </p:sp>
      <p:sp>
        <p:nvSpPr>
          <p:cNvPr id="95" name="Shape 87"/>
          <p:cNvSpPr/>
          <p:nvPr/>
        </p:nvSpPr>
        <p:spPr>
          <a:xfrm>
            <a:off x="1855440" y="6823440"/>
            <a:ext cx="198180" cy="378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96" name="Shape 88"/>
          <p:cNvSpPr/>
          <p:nvPr/>
        </p:nvSpPr>
        <p:spPr>
          <a:xfrm>
            <a:off x="2053620" y="6861240"/>
            <a:ext cx="198180" cy="529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4580" rIns="135000" bIns="-14580" anchor="t" anchorCtr="1">
            <a:noAutofit/>
          </a:bodyPr>
          <a:lstStyle/>
          <a:p>
            <a:endParaRPr lang="en-US" sz="2700">
              <a:solidFill>
                <a:srgbClr val="FFFFFF"/>
              </a:solidFill>
              <a:latin typeface="Arial"/>
            </a:endParaRPr>
          </a:p>
        </p:txBody>
      </p:sp>
      <p:sp>
        <p:nvSpPr>
          <p:cNvPr id="97" name="Shape 89"/>
          <p:cNvSpPr/>
          <p:nvPr/>
        </p:nvSpPr>
        <p:spPr>
          <a:xfrm>
            <a:off x="2251800" y="6914160"/>
            <a:ext cx="198180" cy="469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98" name="Shape 90"/>
          <p:cNvSpPr/>
          <p:nvPr/>
        </p:nvSpPr>
        <p:spPr>
          <a:xfrm>
            <a:off x="2449980" y="6961140"/>
            <a:ext cx="197640" cy="38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8620" rIns="135000" bIns="-28620" anchor="t" anchorCtr="1">
            <a:noAutofit/>
          </a:bodyPr>
          <a:lstStyle/>
          <a:p>
            <a:endParaRPr lang="en-US" sz="2700">
              <a:solidFill>
                <a:srgbClr val="FFFFFF"/>
              </a:solidFill>
              <a:latin typeface="Arial"/>
            </a:endParaRPr>
          </a:p>
        </p:txBody>
      </p:sp>
      <p:sp>
        <p:nvSpPr>
          <p:cNvPr id="99" name="Shape 91"/>
          <p:cNvSpPr/>
          <p:nvPr/>
        </p:nvSpPr>
        <p:spPr>
          <a:xfrm>
            <a:off x="2647620" y="7000020"/>
            <a:ext cx="198180" cy="448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100" name="Shape 92"/>
          <p:cNvSpPr/>
          <p:nvPr/>
        </p:nvSpPr>
        <p:spPr>
          <a:xfrm>
            <a:off x="2845800" y="7044840"/>
            <a:ext cx="198180" cy="588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8640" rIns="135000" bIns="-8640" anchor="t" anchorCtr="1">
            <a:noAutofit/>
          </a:bodyPr>
          <a:lstStyle/>
          <a:p>
            <a:endParaRPr lang="en-US" sz="2700">
              <a:solidFill>
                <a:srgbClr val="FFFFFF"/>
              </a:solidFill>
              <a:latin typeface="Arial"/>
            </a:endParaRPr>
          </a:p>
        </p:txBody>
      </p:sp>
      <p:sp>
        <p:nvSpPr>
          <p:cNvPr id="101" name="Shape 93"/>
          <p:cNvSpPr/>
          <p:nvPr/>
        </p:nvSpPr>
        <p:spPr>
          <a:xfrm>
            <a:off x="3043980" y="7103700"/>
            <a:ext cx="19764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02" name="Shape 94"/>
          <p:cNvSpPr/>
          <p:nvPr/>
        </p:nvSpPr>
        <p:spPr>
          <a:xfrm>
            <a:off x="3241620" y="7169040"/>
            <a:ext cx="198180" cy="442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220" rIns="135000" bIns="-23220" anchor="t" anchorCtr="1">
            <a:noAutofit/>
          </a:bodyPr>
          <a:lstStyle/>
          <a:p>
            <a:endParaRPr lang="en-US" sz="2700">
              <a:solidFill>
                <a:srgbClr val="FFFFFF"/>
              </a:solidFill>
              <a:latin typeface="Arial"/>
            </a:endParaRPr>
          </a:p>
        </p:txBody>
      </p:sp>
      <p:sp>
        <p:nvSpPr>
          <p:cNvPr id="103" name="Shape 95"/>
          <p:cNvSpPr/>
          <p:nvPr/>
        </p:nvSpPr>
        <p:spPr>
          <a:xfrm flipV="1">
            <a:off x="3439800" y="7207380"/>
            <a:ext cx="198180" cy="59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1560" rIns="135000" bIns="-61560" anchor="t" anchorCtr="1">
            <a:noAutofit/>
          </a:bodyPr>
          <a:lstStyle/>
          <a:p>
            <a:endParaRPr lang="en-US" sz="2700">
              <a:solidFill>
                <a:srgbClr val="FFFFFF"/>
              </a:solidFill>
              <a:latin typeface="Arial"/>
            </a:endParaRPr>
          </a:p>
        </p:txBody>
      </p:sp>
      <p:sp>
        <p:nvSpPr>
          <p:cNvPr id="104" name="Shape 96"/>
          <p:cNvSpPr/>
          <p:nvPr/>
        </p:nvSpPr>
        <p:spPr>
          <a:xfrm flipV="1">
            <a:off x="3637980" y="7142040"/>
            <a:ext cx="19818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05" name="Shape 97"/>
          <p:cNvSpPr/>
          <p:nvPr/>
        </p:nvSpPr>
        <p:spPr>
          <a:xfrm flipV="1">
            <a:off x="3836160" y="7037820"/>
            <a:ext cx="197640" cy="104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106" name="Shape 98"/>
          <p:cNvSpPr/>
          <p:nvPr/>
        </p:nvSpPr>
        <p:spPr>
          <a:xfrm flipV="1">
            <a:off x="4033800" y="6936840"/>
            <a:ext cx="198180" cy="1009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3480" rIns="135000" bIns="33480" anchor="t" anchorCtr="1">
            <a:noAutofit/>
          </a:bodyPr>
          <a:lstStyle/>
          <a:p>
            <a:endParaRPr lang="en-US" sz="2700">
              <a:solidFill>
                <a:srgbClr val="FFFFFF"/>
              </a:solidFill>
              <a:latin typeface="Arial"/>
            </a:endParaRPr>
          </a:p>
        </p:txBody>
      </p:sp>
      <p:sp>
        <p:nvSpPr>
          <p:cNvPr id="107" name="Shape 99"/>
          <p:cNvSpPr/>
          <p:nvPr/>
        </p:nvSpPr>
        <p:spPr>
          <a:xfrm flipV="1">
            <a:off x="4231980" y="6879600"/>
            <a:ext cx="198180" cy="572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0260" rIns="135000" bIns="-10260" anchor="t" anchorCtr="1">
            <a:noAutofit/>
          </a:bodyPr>
          <a:lstStyle/>
          <a:p>
            <a:endParaRPr lang="en-US" sz="2700">
              <a:solidFill>
                <a:srgbClr val="FFFFFF"/>
              </a:solidFill>
              <a:latin typeface="Arial"/>
            </a:endParaRPr>
          </a:p>
        </p:txBody>
      </p:sp>
      <p:sp>
        <p:nvSpPr>
          <p:cNvPr id="108" name="Shape 100"/>
          <p:cNvSpPr/>
          <p:nvPr/>
        </p:nvSpPr>
        <p:spPr>
          <a:xfrm>
            <a:off x="4430160" y="6879600"/>
            <a:ext cx="197640" cy="32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4260" rIns="135000" bIns="-64260" anchor="t" anchorCtr="1">
            <a:noAutofit/>
          </a:bodyPr>
          <a:lstStyle/>
          <a:p>
            <a:endParaRPr lang="en-US" sz="2700">
              <a:solidFill>
                <a:srgbClr val="FFFFFF"/>
              </a:solidFill>
              <a:latin typeface="Arial"/>
            </a:endParaRPr>
          </a:p>
        </p:txBody>
      </p:sp>
      <p:sp>
        <p:nvSpPr>
          <p:cNvPr id="109" name="Shape 101"/>
          <p:cNvSpPr/>
          <p:nvPr/>
        </p:nvSpPr>
        <p:spPr>
          <a:xfrm>
            <a:off x="4627800" y="6882840"/>
            <a:ext cx="198180" cy="507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6740" rIns="135000" bIns="-16740" anchor="t" anchorCtr="1">
            <a:noAutofit/>
          </a:bodyPr>
          <a:lstStyle/>
          <a:p>
            <a:endParaRPr lang="en-US" sz="2700">
              <a:solidFill>
                <a:srgbClr val="FFFFFF"/>
              </a:solidFill>
              <a:latin typeface="Arial"/>
            </a:endParaRPr>
          </a:p>
        </p:txBody>
      </p:sp>
      <p:sp>
        <p:nvSpPr>
          <p:cNvPr id="110" name="Shape 102"/>
          <p:cNvSpPr/>
          <p:nvPr/>
        </p:nvSpPr>
        <p:spPr>
          <a:xfrm>
            <a:off x="4825980" y="6933600"/>
            <a:ext cx="198180" cy="691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chorCtr="1">
            <a:noAutofit/>
          </a:bodyPr>
          <a:lstStyle/>
          <a:p>
            <a:endParaRPr lang="en-US" sz="2700">
              <a:solidFill>
                <a:srgbClr val="FFFFFF"/>
              </a:solidFill>
              <a:latin typeface="Arial"/>
            </a:endParaRPr>
          </a:p>
        </p:txBody>
      </p:sp>
      <p:sp>
        <p:nvSpPr>
          <p:cNvPr id="111" name="Shape 103"/>
          <p:cNvSpPr/>
          <p:nvPr/>
        </p:nvSpPr>
        <p:spPr>
          <a:xfrm>
            <a:off x="5024160" y="7002720"/>
            <a:ext cx="198180" cy="626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112" name="Shape 104"/>
          <p:cNvSpPr/>
          <p:nvPr/>
        </p:nvSpPr>
        <p:spPr>
          <a:xfrm>
            <a:off x="5222340" y="7065360"/>
            <a:ext cx="197640" cy="496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7820" rIns="135000" bIns="-17820" anchor="t" anchorCtr="1">
            <a:noAutofit/>
          </a:bodyPr>
          <a:lstStyle/>
          <a:p>
            <a:endParaRPr lang="en-US" sz="2700">
              <a:solidFill>
                <a:srgbClr val="FFFFFF"/>
              </a:solidFill>
              <a:latin typeface="Arial"/>
            </a:endParaRPr>
          </a:p>
        </p:txBody>
      </p:sp>
      <p:sp>
        <p:nvSpPr>
          <p:cNvPr id="113" name="Shape 105"/>
          <p:cNvSpPr/>
          <p:nvPr/>
        </p:nvSpPr>
        <p:spPr>
          <a:xfrm>
            <a:off x="5419980" y="7115040"/>
            <a:ext cx="198180" cy="486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8900" rIns="135000" bIns="-18900" anchor="t" anchorCtr="1">
            <a:noAutofit/>
          </a:bodyPr>
          <a:lstStyle/>
          <a:p>
            <a:endParaRPr lang="en-US" sz="2700">
              <a:solidFill>
                <a:srgbClr val="FFFFFF"/>
              </a:solidFill>
              <a:latin typeface="Arial"/>
            </a:endParaRPr>
          </a:p>
        </p:txBody>
      </p:sp>
      <p:sp>
        <p:nvSpPr>
          <p:cNvPr id="114" name="Shape 106"/>
          <p:cNvSpPr/>
          <p:nvPr/>
        </p:nvSpPr>
        <p:spPr>
          <a:xfrm>
            <a:off x="5618160" y="7163640"/>
            <a:ext cx="198180" cy="583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9180" rIns="135000" bIns="-9180" anchor="t" anchorCtr="1">
            <a:noAutofit/>
          </a:bodyPr>
          <a:lstStyle/>
          <a:p>
            <a:endParaRPr lang="en-US" sz="2700">
              <a:solidFill>
                <a:srgbClr val="FFFFFF"/>
              </a:solidFill>
              <a:latin typeface="Arial"/>
            </a:endParaRPr>
          </a:p>
        </p:txBody>
      </p:sp>
      <p:sp>
        <p:nvSpPr>
          <p:cNvPr id="115" name="Shape 107"/>
          <p:cNvSpPr/>
          <p:nvPr/>
        </p:nvSpPr>
        <p:spPr>
          <a:xfrm>
            <a:off x="5816340" y="7221960"/>
            <a:ext cx="197640" cy="637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780" rIns="135000" bIns="-3780" anchor="t" anchorCtr="1">
            <a:noAutofit/>
          </a:bodyPr>
          <a:lstStyle/>
          <a:p>
            <a:endParaRPr lang="en-US" sz="2700">
              <a:solidFill>
                <a:srgbClr val="FFFFFF"/>
              </a:solidFill>
              <a:latin typeface="Arial"/>
            </a:endParaRPr>
          </a:p>
        </p:txBody>
      </p:sp>
      <p:sp>
        <p:nvSpPr>
          <p:cNvPr id="116" name="Shape 108"/>
          <p:cNvSpPr/>
          <p:nvPr/>
        </p:nvSpPr>
        <p:spPr>
          <a:xfrm>
            <a:off x="6013980" y="7285680"/>
            <a:ext cx="198180" cy="453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2140" rIns="135000" bIns="-22140" anchor="t" anchorCtr="1">
            <a:noAutofit/>
          </a:bodyPr>
          <a:lstStyle/>
          <a:p>
            <a:endParaRPr lang="en-US" sz="2700">
              <a:solidFill>
                <a:srgbClr val="FFFFFF"/>
              </a:solidFill>
              <a:latin typeface="Arial"/>
            </a:endParaRPr>
          </a:p>
        </p:txBody>
      </p:sp>
      <p:sp>
        <p:nvSpPr>
          <p:cNvPr id="117" name="Shape 109"/>
          <p:cNvSpPr/>
          <p:nvPr/>
        </p:nvSpPr>
        <p:spPr>
          <a:xfrm flipV="1">
            <a:off x="6212160" y="7328880"/>
            <a:ext cx="198180" cy="21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5340" rIns="135000" bIns="-65340" anchor="t" anchorCtr="1">
            <a:noAutofit/>
          </a:bodyPr>
          <a:lstStyle/>
          <a:p>
            <a:endParaRPr lang="en-US" sz="2700">
              <a:solidFill>
                <a:srgbClr val="FFFFFF"/>
              </a:solidFill>
              <a:latin typeface="Arial"/>
            </a:endParaRPr>
          </a:p>
        </p:txBody>
      </p:sp>
      <p:sp>
        <p:nvSpPr>
          <p:cNvPr id="118" name="Shape 110"/>
          <p:cNvSpPr/>
          <p:nvPr/>
        </p:nvSpPr>
        <p:spPr>
          <a:xfrm flipV="1">
            <a:off x="6410340" y="7267860"/>
            <a:ext cx="198180" cy="61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119" name="Shape 111"/>
          <p:cNvSpPr/>
          <p:nvPr/>
        </p:nvSpPr>
        <p:spPr>
          <a:xfrm flipV="1">
            <a:off x="6608520" y="7163640"/>
            <a:ext cx="197640" cy="104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120" name="Shape 112"/>
          <p:cNvSpPr/>
          <p:nvPr/>
        </p:nvSpPr>
        <p:spPr>
          <a:xfrm flipV="1">
            <a:off x="6806160" y="7056720"/>
            <a:ext cx="198180" cy="1069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9420" rIns="135000" bIns="39420" anchor="t" anchorCtr="1">
            <a:noAutofit/>
          </a:bodyPr>
          <a:lstStyle/>
          <a:p>
            <a:endParaRPr lang="en-US" sz="2700">
              <a:solidFill>
                <a:srgbClr val="FFFFFF"/>
              </a:solidFill>
              <a:latin typeface="Arial"/>
            </a:endParaRPr>
          </a:p>
        </p:txBody>
      </p:sp>
      <p:sp>
        <p:nvSpPr>
          <p:cNvPr id="121" name="Shape 113"/>
          <p:cNvSpPr/>
          <p:nvPr/>
        </p:nvSpPr>
        <p:spPr>
          <a:xfrm flipV="1">
            <a:off x="7004340" y="6989760"/>
            <a:ext cx="198180" cy="669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0" rIns="135000" bIns="-540" anchor="t" anchorCtr="1">
            <a:noAutofit/>
          </a:bodyPr>
          <a:lstStyle/>
          <a:p>
            <a:endParaRPr lang="en-US" sz="2700">
              <a:solidFill>
                <a:srgbClr val="FFFFFF"/>
              </a:solidFill>
              <a:latin typeface="Arial"/>
            </a:endParaRPr>
          </a:p>
        </p:txBody>
      </p:sp>
      <p:sp>
        <p:nvSpPr>
          <p:cNvPr id="122" name="Shape 114"/>
          <p:cNvSpPr/>
          <p:nvPr/>
        </p:nvSpPr>
        <p:spPr>
          <a:xfrm flipV="1">
            <a:off x="7202520" y="6982740"/>
            <a:ext cx="197640" cy="7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0480" rIns="135000" bIns="-60480" anchor="t" anchorCtr="1">
            <a:noAutofit/>
          </a:bodyPr>
          <a:lstStyle/>
          <a:p>
            <a:endParaRPr lang="en-US" sz="2700">
              <a:solidFill>
                <a:srgbClr val="FFFFFF"/>
              </a:solidFill>
              <a:latin typeface="Arial"/>
            </a:endParaRPr>
          </a:p>
        </p:txBody>
      </p:sp>
      <p:sp>
        <p:nvSpPr>
          <p:cNvPr id="123" name="Shape 115"/>
          <p:cNvSpPr/>
          <p:nvPr/>
        </p:nvSpPr>
        <p:spPr>
          <a:xfrm>
            <a:off x="7400160" y="6982740"/>
            <a:ext cx="198180" cy="437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24" name="Shape 116"/>
          <p:cNvSpPr/>
          <p:nvPr/>
        </p:nvSpPr>
        <p:spPr>
          <a:xfrm>
            <a:off x="7598340" y="7026480"/>
            <a:ext cx="19818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25" name="Shape 117"/>
          <p:cNvSpPr/>
          <p:nvPr/>
        </p:nvSpPr>
        <p:spPr>
          <a:xfrm>
            <a:off x="7796520" y="7091820"/>
            <a:ext cx="198180" cy="583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9180" rIns="135000" bIns="-9180" anchor="t" anchorCtr="1">
            <a:noAutofit/>
          </a:bodyPr>
          <a:lstStyle/>
          <a:p>
            <a:endParaRPr lang="en-US" sz="2700">
              <a:solidFill>
                <a:srgbClr val="FFFFFF"/>
              </a:solidFill>
              <a:latin typeface="Arial"/>
            </a:endParaRPr>
          </a:p>
        </p:txBody>
      </p:sp>
      <p:sp>
        <p:nvSpPr>
          <p:cNvPr id="126" name="Shape 118"/>
          <p:cNvSpPr/>
          <p:nvPr/>
        </p:nvSpPr>
        <p:spPr>
          <a:xfrm>
            <a:off x="7994700" y="7150140"/>
            <a:ext cx="197640" cy="410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6460" rIns="135000" bIns="-26460" anchor="t" anchorCtr="1">
            <a:noAutofit/>
          </a:bodyPr>
          <a:lstStyle/>
          <a:p>
            <a:endParaRPr lang="en-US" sz="2700">
              <a:solidFill>
                <a:srgbClr val="FFFFFF"/>
              </a:solidFill>
              <a:latin typeface="Arial"/>
            </a:endParaRPr>
          </a:p>
        </p:txBody>
      </p:sp>
      <p:sp>
        <p:nvSpPr>
          <p:cNvPr id="127" name="Shape 119"/>
          <p:cNvSpPr/>
          <p:nvPr/>
        </p:nvSpPr>
        <p:spPr>
          <a:xfrm>
            <a:off x="8192340" y="7191180"/>
            <a:ext cx="198180" cy="34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3480" rIns="135000" bIns="-33480" anchor="t" anchorCtr="1">
            <a:noAutofit/>
          </a:bodyPr>
          <a:lstStyle/>
          <a:p>
            <a:endParaRPr lang="en-US" sz="2700">
              <a:solidFill>
                <a:srgbClr val="FFFFFF"/>
              </a:solidFill>
              <a:latin typeface="Arial"/>
            </a:endParaRPr>
          </a:p>
        </p:txBody>
      </p:sp>
      <p:sp>
        <p:nvSpPr>
          <p:cNvPr id="128" name="Shape 120"/>
          <p:cNvSpPr/>
          <p:nvPr/>
        </p:nvSpPr>
        <p:spPr>
          <a:xfrm>
            <a:off x="8390520" y="7225200"/>
            <a:ext cx="198180" cy="38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8620" rIns="135000" bIns="-28620" anchor="t" anchorCtr="1">
            <a:noAutofit/>
          </a:bodyPr>
          <a:lstStyle/>
          <a:p>
            <a:endParaRPr lang="en-US" sz="2700">
              <a:solidFill>
                <a:srgbClr val="FFFFFF"/>
              </a:solidFill>
              <a:latin typeface="Arial"/>
            </a:endParaRPr>
          </a:p>
        </p:txBody>
      </p:sp>
      <p:sp>
        <p:nvSpPr>
          <p:cNvPr id="129" name="Shape 121"/>
          <p:cNvSpPr/>
          <p:nvPr/>
        </p:nvSpPr>
        <p:spPr>
          <a:xfrm>
            <a:off x="8588700" y="7264080"/>
            <a:ext cx="197640" cy="442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220" rIns="135000" bIns="-23220" anchor="t" anchorCtr="1">
            <a:noAutofit/>
          </a:bodyPr>
          <a:lstStyle/>
          <a:p>
            <a:endParaRPr lang="en-US" sz="2700">
              <a:solidFill>
                <a:srgbClr val="FFFFFF"/>
              </a:solidFill>
              <a:latin typeface="Arial"/>
            </a:endParaRPr>
          </a:p>
        </p:txBody>
      </p:sp>
      <p:sp>
        <p:nvSpPr>
          <p:cNvPr id="130" name="Shape 122"/>
          <p:cNvSpPr/>
          <p:nvPr/>
        </p:nvSpPr>
        <p:spPr>
          <a:xfrm>
            <a:off x="8786340" y="7308360"/>
            <a:ext cx="198180" cy="297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7800" rIns="135000" bIns="-37800" anchor="t" anchorCtr="1">
            <a:noAutofit/>
          </a:bodyPr>
          <a:lstStyle/>
          <a:p>
            <a:endParaRPr lang="en-US" sz="2700">
              <a:solidFill>
                <a:srgbClr val="FFFFFF"/>
              </a:solidFill>
              <a:latin typeface="Arial"/>
            </a:endParaRPr>
          </a:p>
        </p:txBody>
      </p:sp>
      <p:sp>
        <p:nvSpPr>
          <p:cNvPr id="131" name="Shape 123"/>
          <p:cNvSpPr/>
          <p:nvPr/>
        </p:nvSpPr>
        <p:spPr>
          <a:xfrm flipV="1">
            <a:off x="8984520" y="7325100"/>
            <a:ext cx="198180" cy="129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540" rIns="135000" bIns="-54540" anchor="t" anchorCtr="1">
            <a:noAutofit/>
          </a:bodyPr>
          <a:lstStyle/>
          <a:p>
            <a:endParaRPr lang="en-US" sz="2700">
              <a:solidFill>
                <a:srgbClr val="FFFFFF"/>
              </a:solidFill>
              <a:latin typeface="Arial"/>
            </a:endParaRPr>
          </a:p>
        </p:txBody>
      </p:sp>
      <p:sp>
        <p:nvSpPr>
          <p:cNvPr id="132" name="Shape 124"/>
          <p:cNvSpPr/>
          <p:nvPr/>
        </p:nvSpPr>
        <p:spPr>
          <a:xfrm flipV="1">
            <a:off x="9182700" y="7254360"/>
            <a:ext cx="198180" cy="707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240" rIns="135000" bIns="3240" anchor="t" anchorCtr="1">
            <a:noAutofit/>
          </a:bodyPr>
          <a:lstStyle/>
          <a:p>
            <a:endParaRPr lang="en-US" sz="2700">
              <a:solidFill>
                <a:srgbClr val="FFFFFF"/>
              </a:solidFill>
              <a:latin typeface="Arial"/>
            </a:endParaRPr>
          </a:p>
        </p:txBody>
      </p:sp>
      <p:sp>
        <p:nvSpPr>
          <p:cNvPr id="133" name="Shape 125"/>
          <p:cNvSpPr/>
          <p:nvPr/>
        </p:nvSpPr>
        <p:spPr>
          <a:xfrm flipV="1">
            <a:off x="9380880" y="7139340"/>
            <a:ext cx="197640" cy="115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7520" rIns="135000" bIns="47520" anchor="t" anchorCtr="1">
            <a:noAutofit/>
          </a:bodyPr>
          <a:lstStyle/>
          <a:p>
            <a:endParaRPr lang="en-US" sz="2700">
              <a:solidFill>
                <a:srgbClr val="FFFFFF"/>
              </a:solidFill>
              <a:latin typeface="Arial"/>
            </a:endParaRPr>
          </a:p>
        </p:txBody>
      </p:sp>
      <p:sp>
        <p:nvSpPr>
          <p:cNvPr id="134" name="Shape 126"/>
          <p:cNvSpPr/>
          <p:nvPr/>
        </p:nvSpPr>
        <p:spPr>
          <a:xfrm flipV="1">
            <a:off x="9578520" y="7017840"/>
            <a:ext cx="198180" cy="1215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000" rIns="135000" bIns="54000" anchor="t" anchorCtr="1">
            <a:noAutofit/>
          </a:bodyPr>
          <a:lstStyle/>
          <a:p>
            <a:endParaRPr lang="en-US" sz="2700">
              <a:solidFill>
                <a:srgbClr val="FFFFFF"/>
              </a:solidFill>
              <a:latin typeface="Arial"/>
            </a:endParaRPr>
          </a:p>
        </p:txBody>
      </p:sp>
      <p:sp>
        <p:nvSpPr>
          <p:cNvPr id="135" name="Shape 127"/>
          <p:cNvSpPr/>
          <p:nvPr/>
        </p:nvSpPr>
        <p:spPr>
          <a:xfrm flipV="1">
            <a:off x="9776700" y="6933060"/>
            <a:ext cx="198180" cy="847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7280" rIns="135000" bIns="17280" anchor="t" anchorCtr="1">
            <a:noAutofit/>
          </a:bodyPr>
          <a:lstStyle/>
          <a:p>
            <a:endParaRPr lang="en-US" sz="2700">
              <a:solidFill>
                <a:srgbClr val="FFFFFF"/>
              </a:solidFill>
              <a:latin typeface="Arial"/>
            </a:endParaRPr>
          </a:p>
        </p:txBody>
      </p:sp>
      <p:sp>
        <p:nvSpPr>
          <p:cNvPr id="136" name="Shape 128"/>
          <p:cNvSpPr/>
          <p:nvPr/>
        </p:nvSpPr>
        <p:spPr>
          <a:xfrm flipV="1">
            <a:off x="9974880" y="6910380"/>
            <a:ext cx="197640" cy="226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4820" rIns="135000" bIns="-44820" anchor="t" anchorCtr="1">
            <a:noAutofit/>
          </a:bodyPr>
          <a:lstStyle/>
          <a:p>
            <a:endParaRPr lang="en-US" sz="2700">
              <a:solidFill>
                <a:srgbClr val="FFFFFF"/>
              </a:solidFill>
              <a:latin typeface="Arial"/>
            </a:endParaRPr>
          </a:p>
        </p:txBody>
      </p:sp>
      <p:sp>
        <p:nvSpPr>
          <p:cNvPr id="137" name="Shape 129"/>
          <p:cNvSpPr/>
          <p:nvPr/>
        </p:nvSpPr>
        <p:spPr>
          <a:xfrm>
            <a:off x="10172520" y="6910380"/>
            <a:ext cx="198180" cy="324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5100" rIns="135000" bIns="-35100" anchor="t" anchorCtr="1">
            <a:noAutofit/>
          </a:bodyPr>
          <a:lstStyle/>
          <a:p>
            <a:endParaRPr lang="en-US" sz="2700">
              <a:solidFill>
                <a:srgbClr val="FFFFFF"/>
              </a:solidFill>
              <a:latin typeface="Arial"/>
            </a:endParaRPr>
          </a:p>
        </p:txBody>
      </p:sp>
      <p:sp>
        <p:nvSpPr>
          <p:cNvPr id="138" name="Shape 130"/>
          <p:cNvSpPr/>
          <p:nvPr/>
        </p:nvSpPr>
        <p:spPr>
          <a:xfrm>
            <a:off x="10370700" y="6942780"/>
            <a:ext cx="198180" cy="594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139" name="Shape 131"/>
          <p:cNvSpPr/>
          <p:nvPr/>
        </p:nvSpPr>
        <p:spPr>
          <a:xfrm>
            <a:off x="10568880" y="7002180"/>
            <a:ext cx="198180" cy="550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2420" rIns="135000" bIns="-12420" anchor="t" anchorCtr="1">
            <a:noAutofit/>
          </a:bodyPr>
          <a:lstStyle/>
          <a:p>
            <a:endParaRPr lang="en-US" sz="2700">
              <a:solidFill>
                <a:srgbClr val="FFFFFF"/>
              </a:solidFill>
              <a:latin typeface="Arial"/>
            </a:endParaRPr>
          </a:p>
        </p:txBody>
      </p:sp>
      <p:sp>
        <p:nvSpPr>
          <p:cNvPr id="140" name="Shape 132"/>
          <p:cNvSpPr/>
          <p:nvPr/>
        </p:nvSpPr>
        <p:spPr>
          <a:xfrm>
            <a:off x="10767060" y="7057260"/>
            <a:ext cx="197640" cy="372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0240" rIns="135000" bIns="-30240" anchor="t" anchorCtr="1">
            <a:noAutofit/>
          </a:bodyPr>
          <a:lstStyle/>
          <a:p>
            <a:endParaRPr lang="en-US" sz="2700">
              <a:solidFill>
                <a:srgbClr val="FFFFFF"/>
              </a:solidFill>
              <a:latin typeface="Arial"/>
            </a:endParaRPr>
          </a:p>
        </p:txBody>
      </p:sp>
      <p:sp>
        <p:nvSpPr>
          <p:cNvPr id="141" name="Shape 133"/>
          <p:cNvSpPr/>
          <p:nvPr/>
        </p:nvSpPr>
        <p:spPr>
          <a:xfrm>
            <a:off x="10964700" y="7094520"/>
            <a:ext cx="198180" cy="253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2120" rIns="135000" bIns="-42120" anchor="t" anchorCtr="1">
            <a:noAutofit/>
          </a:bodyPr>
          <a:lstStyle/>
          <a:p>
            <a:endParaRPr lang="en-US" sz="2700">
              <a:solidFill>
                <a:srgbClr val="FFFFFF"/>
              </a:solidFill>
              <a:latin typeface="Arial"/>
            </a:endParaRPr>
          </a:p>
        </p:txBody>
      </p:sp>
      <p:sp>
        <p:nvSpPr>
          <p:cNvPr id="142" name="Shape 134"/>
          <p:cNvSpPr/>
          <p:nvPr/>
        </p:nvSpPr>
        <p:spPr>
          <a:xfrm>
            <a:off x="11162880" y="7119900"/>
            <a:ext cx="198180" cy="275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9960" rIns="135000" bIns="-39960" anchor="t" anchorCtr="1">
            <a:noAutofit/>
          </a:bodyPr>
          <a:lstStyle/>
          <a:p>
            <a:endParaRPr lang="en-US" sz="2700">
              <a:solidFill>
                <a:srgbClr val="FFFFFF"/>
              </a:solidFill>
              <a:latin typeface="Arial"/>
            </a:endParaRPr>
          </a:p>
        </p:txBody>
      </p:sp>
      <p:sp>
        <p:nvSpPr>
          <p:cNvPr id="143" name="Shape 135"/>
          <p:cNvSpPr/>
          <p:nvPr/>
        </p:nvSpPr>
        <p:spPr>
          <a:xfrm>
            <a:off x="11361060" y="7147440"/>
            <a:ext cx="197640" cy="345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144" name="Shape 136"/>
          <p:cNvSpPr/>
          <p:nvPr/>
        </p:nvSpPr>
        <p:spPr>
          <a:xfrm>
            <a:off x="11558700" y="7182000"/>
            <a:ext cx="198180" cy="243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3200" rIns="135000" bIns="-43200" anchor="t" anchorCtr="1">
            <a:noAutofit/>
          </a:bodyPr>
          <a:lstStyle/>
          <a:p>
            <a:endParaRPr lang="en-US" sz="2700">
              <a:solidFill>
                <a:srgbClr val="FFFFFF"/>
              </a:solidFill>
              <a:latin typeface="Arial"/>
            </a:endParaRPr>
          </a:p>
        </p:txBody>
      </p:sp>
      <p:sp>
        <p:nvSpPr>
          <p:cNvPr id="145" name="Shape 137"/>
          <p:cNvSpPr/>
          <p:nvPr/>
        </p:nvSpPr>
        <p:spPr>
          <a:xfrm flipV="1">
            <a:off x="11756880" y="7194960"/>
            <a:ext cx="198180" cy="11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6160" rIns="135000" bIns="-56160" anchor="t" anchorCtr="1">
            <a:noAutofit/>
          </a:bodyPr>
          <a:lstStyle/>
          <a:p>
            <a:endParaRPr lang="en-US" sz="2700">
              <a:solidFill>
                <a:srgbClr val="FFFFFF"/>
              </a:solidFill>
              <a:latin typeface="Arial"/>
            </a:endParaRPr>
          </a:p>
        </p:txBody>
      </p:sp>
      <p:sp>
        <p:nvSpPr>
          <p:cNvPr id="146" name="Shape 138"/>
          <p:cNvSpPr/>
          <p:nvPr/>
        </p:nvSpPr>
        <p:spPr>
          <a:xfrm flipV="1">
            <a:off x="11955060" y="7129620"/>
            <a:ext cx="19764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47" name="Shape 139"/>
          <p:cNvSpPr/>
          <p:nvPr/>
        </p:nvSpPr>
        <p:spPr>
          <a:xfrm flipV="1">
            <a:off x="12152700" y="7020540"/>
            <a:ext cx="198180" cy="1090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1580" rIns="135000" bIns="41580" anchor="t" anchorCtr="1">
            <a:noAutofit/>
          </a:bodyPr>
          <a:lstStyle/>
          <a:p>
            <a:endParaRPr lang="en-US" sz="2700">
              <a:solidFill>
                <a:srgbClr val="FFFFFF"/>
              </a:solidFill>
              <a:latin typeface="Arial"/>
            </a:endParaRPr>
          </a:p>
        </p:txBody>
      </p:sp>
      <p:sp>
        <p:nvSpPr>
          <p:cNvPr id="148" name="Shape 140"/>
          <p:cNvSpPr/>
          <p:nvPr/>
        </p:nvSpPr>
        <p:spPr>
          <a:xfrm flipV="1">
            <a:off x="12350880" y="6902820"/>
            <a:ext cx="198180" cy="1177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0220" rIns="135000" bIns="50220" anchor="t" anchorCtr="1">
            <a:noAutofit/>
          </a:bodyPr>
          <a:lstStyle/>
          <a:p>
            <a:endParaRPr lang="en-US" sz="2700">
              <a:solidFill>
                <a:srgbClr val="FFFFFF"/>
              </a:solidFill>
              <a:latin typeface="Arial"/>
            </a:endParaRPr>
          </a:p>
        </p:txBody>
      </p:sp>
      <p:sp>
        <p:nvSpPr>
          <p:cNvPr id="149" name="Shape 141"/>
          <p:cNvSpPr/>
          <p:nvPr/>
        </p:nvSpPr>
        <p:spPr>
          <a:xfrm flipV="1">
            <a:off x="12549060" y="6819660"/>
            <a:ext cx="198180" cy="831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5660" rIns="135000" bIns="15660" anchor="t" anchorCtr="1">
            <a:noAutofit/>
          </a:bodyPr>
          <a:lstStyle/>
          <a:p>
            <a:endParaRPr lang="en-US" sz="2700">
              <a:solidFill>
                <a:srgbClr val="FFFFFF"/>
              </a:solidFill>
              <a:latin typeface="Arial"/>
            </a:endParaRPr>
          </a:p>
        </p:txBody>
      </p:sp>
      <p:sp>
        <p:nvSpPr>
          <p:cNvPr id="150" name="Shape 142"/>
          <p:cNvSpPr/>
          <p:nvPr/>
        </p:nvSpPr>
        <p:spPr>
          <a:xfrm flipV="1">
            <a:off x="12747240" y="6799140"/>
            <a:ext cx="197640" cy="205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6980" rIns="135000" bIns="-46980" anchor="t" anchorCtr="1">
            <a:noAutofit/>
          </a:bodyPr>
          <a:lstStyle/>
          <a:p>
            <a:endParaRPr lang="en-US" sz="2700">
              <a:solidFill>
                <a:srgbClr val="FFFFFF"/>
              </a:solidFill>
              <a:latin typeface="Arial"/>
            </a:endParaRPr>
          </a:p>
        </p:txBody>
      </p:sp>
      <p:sp>
        <p:nvSpPr>
          <p:cNvPr id="151" name="Shape 143"/>
          <p:cNvSpPr/>
          <p:nvPr/>
        </p:nvSpPr>
        <p:spPr>
          <a:xfrm>
            <a:off x="12944880" y="6799140"/>
            <a:ext cx="198180" cy="405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7000" rIns="135000" bIns="-27000" anchor="t" anchorCtr="1">
            <a:noAutofit/>
          </a:bodyPr>
          <a:lstStyle/>
          <a:p>
            <a:endParaRPr lang="en-US" sz="2700">
              <a:solidFill>
                <a:srgbClr val="FFFFFF"/>
              </a:solidFill>
              <a:latin typeface="Arial"/>
            </a:endParaRPr>
          </a:p>
        </p:txBody>
      </p:sp>
      <p:sp>
        <p:nvSpPr>
          <p:cNvPr id="152" name="Shape 144"/>
          <p:cNvSpPr/>
          <p:nvPr/>
        </p:nvSpPr>
        <p:spPr>
          <a:xfrm>
            <a:off x="13143060" y="6839640"/>
            <a:ext cx="198180" cy="729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00" rIns="135000" bIns="5400" anchor="t" anchorCtr="1">
            <a:noAutofit/>
          </a:bodyPr>
          <a:lstStyle/>
          <a:p>
            <a:endParaRPr lang="en-US" sz="2700">
              <a:solidFill>
                <a:srgbClr val="FFFFFF"/>
              </a:solidFill>
              <a:latin typeface="Arial"/>
            </a:endParaRPr>
          </a:p>
        </p:txBody>
      </p:sp>
      <p:sp>
        <p:nvSpPr>
          <p:cNvPr id="153" name="Shape 145"/>
          <p:cNvSpPr/>
          <p:nvPr/>
        </p:nvSpPr>
        <p:spPr>
          <a:xfrm>
            <a:off x="13341240" y="6912540"/>
            <a:ext cx="197640" cy="723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154" name="Shape 146"/>
          <p:cNvSpPr/>
          <p:nvPr/>
        </p:nvSpPr>
        <p:spPr>
          <a:xfrm>
            <a:off x="13538880" y="6984900"/>
            <a:ext cx="198180" cy="523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155" name="Shape 147"/>
          <p:cNvSpPr/>
          <p:nvPr/>
        </p:nvSpPr>
        <p:spPr>
          <a:xfrm>
            <a:off x="13737060" y="7037280"/>
            <a:ext cx="198180" cy="372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0240" rIns="135000" bIns="-30240" anchor="t" anchorCtr="1">
            <a:noAutofit/>
          </a:bodyPr>
          <a:lstStyle/>
          <a:p>
            <a:endParaRPr lang="en-US" sz="2700">
              <a:solidFill>
                <a:srgbClr val="FFFFFF"/>
              </a:solidFill>
              <a:latin typeface="Arial"/>
            </a:endParaRPr>
          </a:p>
        </p:txBody>
      </p:sp>
      <p:sp>
        <p:nvSpPr>
          <p:cNvPr id="156" name="Shape 148"/>
          <p:cNvSpPr/>
          <p:nvPr/>
        </p:nvSpPr>
        <p:spPr>
          <a:xfrm>
            <a:off x="13935240" y="7074540"/>
            <a:ext cx="198180" cy="356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1860" rIns="135000" bIns="-31860" anchor="t" anchorCtr="1">
            <a:noAutofit/>
          </a:bodyPr>
          <a:lstStyle/>
          <a:p>
            <a:endParaRPr lang="en-US" sz="2700">
              <a:solidFill>
                <a:srgbClr val="FFFFFF"/>
              </a:solidFill>
              <a:latin typeface="Arial"/>
            </a:endParaRPr>
          </a:p>
        </p:txBody>
      </p:sp>
      <p:sp>
        <p:nvSpPr>
          <p:cNvPr id="157" name="Shape 149"/>
          <p:cNvSpPr/>
          <p:nvPr/>
        </p:nvSpPr>
        <p:spPr>
          <a:xfrm>
            <a:off x="14133420" y="7110180"/>
            <a:ext cx="197640" cy="410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6460" rIns="135000" bIns="-26460" anchor="t" anchorCtr="1">
            <a:noAutofit/>
          </a:bodyPr>
          <a:lstStyle/>
          <a:p>
            <a:endParaRPr lang="en-US" sz="2700">
              <a:solidFill>
                <a:srgbClr val="FFFFFF"/>
              </a:solidFill>
              <a:latin typeface="Arial"/>
            </a:endParaRPr>
          </a:p>
        </p:txBody>
      </p:sp>
      <p:sp>
        <p:nvSpPr>
          <p:cNvPr id="158" name="Shape 150"/>
          <p:cNvSpPr/>
          <p:nvPr/>
        </p:nvSpPr>
        <p:spPr>
          <a:xfrm>
            <a:off x="14331060" y="7151220"/>
            <a:ext cx="198180" cy="345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159" name="Shape 151"/>
          <p:cNvSpPr/>
          <p:nvPr/>
        </p:nvSpPr>
        <p:spPr>
          <a:xfrm>
            <a:off x="14529240" y="7185780"/>
            <a:ext cx="198180" cy="43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3180" rIns="135000" bIns="-63180" anchor="t" anchorCtr="1">
            <a:noAutofit/>
          </a:bodyPr>
          <a:lstStyle/>
          <a:p>
            <a:endParaRPr lang="en-US" sz="2700">
              <a:solidFill>
                <a:srgbClr val="FFFFFF"/>
              </a:solidFill>
              <a:latin typeface="Arial"/>
            </a:endParaRPr>
          </a:p>
        </p:txBody>
      </p:sp>
      <p:sp>
        <p:nvSpPr>
          <p:cNvPr id="160" name="Shape 152"/>
          <p:cNvSpPr/>
          <p:nvPr/>
        </p:nvSpPr>
        <p:spPr>
          <a:xfrm flipV="1">
            <a:off x="14727420" y="7143660"/>
            <a:ext cx="197640" cy="464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161" name="Shape 153"/>
          <p:cNvSpPr/>
          <p:nvPr/>
        </p:nvSpPr>
        <p:spPr>
          <a:xfrm flipV="1">
            <a:off x="14925060" y="7052400"/>
            <a:ext cx="198180" cy="912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62" name="Shape 154"/>
          <p:cNvSpPr/>
          <p:nvPr/>
        </p:nvSpPr>
        <p:spPr>
          <a:xfrm flipV="1">
            <a:off x="15123240" y="6948180"/>
            <a:ext cx="198180" cy="104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163" name="Shape 155"/>
          <p:cNvSpPr/>
          <p:nvPr/>
        </p:nvSpPr>
        <p:spPr>
          <a:xfrm flipV="1">
            <a:off x="15321420" y="6874740"/>
            <a:ext cx="198180" cy="734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940" rIns="135000" bIns="5940" anchor="t" anchorCtr="1">
            <a:noAutofit/>
          </a:bodyPr>
          <a:lstStyle/>
          <a:p>
            <a:endParaRPr lang="en-US" sz="2700">
              <a:solidFill>
                <a:srgbClr val="FFFFFF"/>
              </a:solidFill>
              <a:latin typeface="Arial"/>
            </a:endParaRPr>
          </a:p>
        </p:txBody>
      </p:sp>
      <p:sp>
        <p:nvSpPr>
          <p:cNvPr id="164" name="Shape 156"/>
          <p:cNvSpPr/>
          <p:nvPr/>
        </p:nvSpPr>
        <p:spPr>
          <a:xfrm flipV="1">
            <a:off x="15519600" y="6862860"/>
            <a:ext cx="197640" cy="11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5620" rIns="135000" bIns="-55620" anchor="t" anchorCtr="1">
            <a:noAutofit/>
          </a:bodyPr>
          <a:lstStyle/>
          <a:p>
            <a:endParaRPr lang="en-US" sz="2700">
              <a:solidFill>
                <a:srgbClr val="FFFFFF"/>
              </a:solidFill>
              <a:latin typeface="Arial"/>
            </a:endParaRPr>
          </a:p>
        </p:txBody>
      </p:sp>
      <p:sp>
        <p:nvSpPr>
          <p:cNvPr id="165" name="Shape 157"/>
          <p:cNvSpPr/>
          <p:nvPr/>
        </p:nvSpPr>
        <p:spPr>
          <a:xfrm>
            <a:off x="15717240" y="6862860"/>
            <a:ext cx="198180" cy="50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7280" rIns="135000" bIns="-17280" anchor="t" anchorCtr="1">
            <a:noAutofit/>
          </a:bodyPr>
          <a:lstStyle/>
          <a:p>
            <a:endParaRPr lang="en-US" sz="2700">
              <a:solidFill>
                <a:srgbClr val="FFFFFF"/>
              </a:solidFill>
              <a:latin typeface="Arial"/>
            </a:endParaRPr>
          </a:p>
        </p:txBody>
      </p:sp>
      <p:sp>
        <p:nvSpPr>
          <p:cNvPr id="166" name="Shape 158"/>
          <p:cNvSpPr/>
          <p:nvPr/>
        </p:nvSpPr>
        <p:spPr>
          <a:xfrm>
            <a:off x="15915420" y="6913080"/>
            <a:ext cx="198180" cy="869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167" name="Shape 159"/>
          <p:cNvSpPr/>
          <p:nvPr/>
        </p:nvSpPr>
        <p:spPr>
          <a:xfrm>
            <a:off x="16113600" y="7000020"/>
            <a:ext cx="197640" cy="874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9980" rIns="135000" bIns="19980" anchor="t" anchorCtr="1">
            <a:noAutofit/>
          </a:bodyPr>
          <a:lstStyle/>
          <a:p>
            <a:endParaRPr lang="en-US" sz="2700">
              <a:solidFill>
                <a:srgbClr val="FFFFFF"/>
              </a:solidFill>
              <a:latin typeface="Arial"/>
            </a:endParaRPr>
          </a:p>
        </p:txBody>
      </p:sp>
      <p:sp>
        <p:nvSpPr>
          <p:cNvPr id="168" name="Shape 160"/>
          <p:cNvSpPr/>
          <p:nvPr/>
        </p:nvSpPr>
        <p:spPr>
          <a:xfrm>
            <a:off x="16311240" y="7087500"/>
            <a:ext cx="19818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69" name="Shape 161"/>
          <p:cNvSpPr/>
          <p:nvPr/>
        </p:nvSpPr>
        <p:spPr>
          <a:xfrm>
            <a:off x="16509420" y="7152840"/>
            <a:ext cx="198180" cy="437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70" name="Shape 162"/>
          <p:cNvSpPr/>
          <p:nvPr/>
        </p:nvSpPr>
        <p:spPr>
          <a:xfrm>
            <a:off x="16707600" y="7196580"/>
            <a:ext cx="198180" cy="356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1860" rIns="135000" bIns="-31860" anchor="t" anchorCtr="1">
            <a:noAutofit/>
          </a:bodyPr>
          <a:lstStyle/>
          <a:p>
            <a:endParaRPr lang="en-US" sz="2700">
              <a:solidFill>
                <a:srgbClr val="FFFFFF"/>
              </a:solidFill>
              <a:latin typeface="Arial"/>
            </a:endParaRPr>
          </a:p>
        </p:txBody>
      </p:sp>
      <p:sp>
        <p:nvSpPr>
          <p:cNvPr id="171" name="Shape 163"/>
          <p:cNvSpPr/>
          <p:nvPr/>
        </p:nvSpPr>
        <p:spPr>
          <a:xfrm>
            <a:off x="16905780" y="7232220"/>
            <a:ext cx="197640" cy="378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172" name="Shape 164"/>
          <p:cNvSpPr/>
          <p:nvPr/>
        </p:nvSpPr>
        <p:spPr>
          <a:xfrm flipV="1">
            <a:off x="1261440" y="7651260"/>
            <a:ext cx="198180" cy="79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1880" rIns="135000" bIns="11880" anchor="t" anchorCtr="1">
            <a:noAutofit/>
          </a:bodyPr>
          <a:lstStyle/>
          <a:p>
            <a:endParaRPr lang="en-US" sz="2700">
              <a:solidFill>
                <a:srgbClr val="FFFFFF"/>
              </a:solidFill>
              <a:latin typeface="Arial"/>
            </a:endParaRPr>
          </a:p>
        </p:txBody>
      </p:sp>
      <p:sp>
        <p:nvSpPr>
          <p:cNvPr id="173" name="Shape 165"/>
          <p:cNvSpPr/>
          <p:nvPr/>
        </p:nvSpPr>
        <p:spPr>
          <a:xfrm flipV="1">
            <a:off x="1459620" y="7604280"/>
            <a:ext cx="198180" cy="46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174" name="Shape 166"/>
          <p:cNvSpPr/>
          <p:nvPr/>
        </p:nvSpPr>
        <p:spPr>
          <a:xfrm flipV="1">
            <a:off x="1657800" y="7599420"/>
            <a:ext cx="197640" cy="48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2640" rIns="135000" bIns="-62640" anchor="t" anchorCtr="1">
            <a:noAutofit/>
          </a:bodyPr>
          <a:lstStyle/>
          <a:p>
            <a:endParaRPr lang="en-US" sz="2700">
              <a:solidFill>
                <a:srgbClr val="FFFFFF"/>
              </a:solidFill>
              <a:latin typeface="Arial"/>
            </a:endParaRPr>
          </a:p>
        </p:txBody>
      </p:sp>
      <p:sp>
        <p:nvSpPr>
          <p:cNvPr id="175" name="Shape 167"/>
          <p:cNvSpPr/>
          <p:nvPr/>
        </p:nvSpPr>
        <p:spPr>
          <a:xfrm>
            <a:off x="1855440" y="7599420"/>
            <a:ext cx="198180" cy="270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0500" rIns="135000" bIns="-40500" anchor="t" anchorCtr="1">
            <a:noAutofit/>
          </a:bodyPr>
          <a:lstStyle/>
          <a:p>
            <a:endParaRPr lang="en-US" sz="2700">
              <a:solidFill>
                <a:srgbClr val="FFFFFF"/>
              </a:solidFill>
              <a:latin typeface="Arial"/>
            </a:endParaRPr>
          </a:p>
        </p:txBody>
      </p:sp>
      <p:sp>
        <p:nvSpPr>
          <p:cNvPr id="176" name="Shape 168"/>
          <p:cNvSpPr/>
          <p:nvPr/>
        </p:nvSpPr>
        <p:spPr>
          <a:xfrm>
            <a:off x="2053620" y="7626420"/>
            <a:ext cx="198180" cy="378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177" name="Shape 169"/>
          <p:cNvSpPr/>
          <p:nvPr/>
        </p:nvSpPr>
        <p:spPr>
          <a:xfrm>
            <a:off x="2251800" y="7664220"/>
            <a:ext cx="198180" cy="334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4020" rIns="135000" bIns="-34020" anchor="t" anchorCtr="1">
            <a:noAutofit/>
          </a:bodyPr>
          <a:lstStyle/>
          <a:p>
            <a:endParaRPr lang="en-US" sz="2700">
              <a:solidFill>
                <a:srgbClr val="FFFFFF"/>
              </a:solidFill>
              <a:latin typeface="Arial"/>
            </a:endParaRPr>
          </a:p>
        </p:txBody>
      </p:sp>
      <p:sp>
        <p:nvSpPr>
          <p:cNvPr id="178" name="Shape 170"/>
          <p:cNvSpPr/>
          <p:nvPr/>
        </p:nvSpPr>
        <p:spPr>
          <a:xfrm>
            <a:off x="2449980" y="7697700"/>
            <a:ext cx="197640" cy="28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9420" rIns="135000" bIns="-39420" anchor="t" anchorCtr="1">
            <a:noAutofit/>
          </a:bodyPr>
          <a:lstStyle/>
          <a:p>
            <a:endParaRPr lang="en-US" sz="2700">
              <a:solidFill>
                <a:srgbClr val="FFFFFF"/>
              </a:solidFill>
              <a:latin typeface="Arial"/>
            </a:endParaRPr>
          </a:p>
        </p:txBody>
      </p:sp>
      <p:sp>
        <p:nvSpPr>
          <p:cNvPr id="179" name="Shape 171"/>
          <p:cNvSpPr/>
          <p:nvPr/>
        </p:nvSpPr>
        <p:spPr>
          <a:xfrm>
            <a:off x="2647620" y="7725780"/>
            <a:ext cx="19818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180" name="Shape 172"/>
          <p:cNvSpPr/>
          <p:nvPr/>
        </p:nvSpPr>
        <p:spPr>
          <a:xfrm>
            <a:off x="2845800" y="7757100"/>
            <a:ext cx="198180" cy="426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4840" rIns="135000" bIns="-24840" anchor="t" anchorCtr="1">
            <a:noAutofit/>
          </a:bodyPr>
          <a:lstStyle/>
          <a:p>
            <a:endParaRPr lang="en-US" sz="2700">
              <a:solidFill>
                <a:srgbClr val="FFFFFF"/>
              </a:solidFill>
              <a:latin typeface="Arial"/>
            </a:endParaRPr>
          </a:p>
        </p:txBody>
      </p:sp>
      <p:sp>
        <p:nvSpPr>
          <p:cNvPr id="181" name="Shape 173"/>
          <p:cNvSpPr/>
          <p:nvPr/>
        </p:nvSpPr>
        <p:spPr>
          <a:xfrm>
            <a:off x="3043980" y="7799760"/>
            <a:ext cx="197640" cy="464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182" name="Shape 174"/>
          <p:cNvSpPr/>
          <p:nvPr/>
        </p:nvSpPr>
        <p:spPr>
          <a:xfrm>
            <a:off x="3241620" y="7846200"/>
            <a:ext cx="19818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183" name="Shape 175"/>
          <p:cNvSpPr/>
          <p:nvPr/>
        </p:nvSpPr>
        <p:spPr>
          <a:xfrm flipV="1">
            <a:off x="3439800" y="7873740"/>
            <a:ext cx="198180" cy="37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3720" rIns="135000" bIns="-63720" anchor="t" anchorCtr="1">
            <a:noAutofit/>
          </a:bodyPr>
          <a:lstStyle/>
          <a:p>
            <a:endParaRPr lang="en-US" sz="2700">
              <a:solidFill>
                <a:srgbClr val="FFFFFF"/>
              </a:solidFill>
              <a:latin typeface="Arial"/>
            </a:endParaRPr>
          </a:p>
        </p:txBody>
      </p:sp>
      <p:sp>
        <p:nvSpPr>
          <p:cNvPr id="184" name="Shape 176"/>
          <p:cNvSpPr/>
          <p:nvPr/>
        </p:nvSpPr>
        <p:spPr>
          <a:xfrm flipV="1">
            <a:off x="3637980" y="7826760"/>
            <a:ext cx="198180" cy="46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185" name="Shape 177"/>
          <p:cNvSpPr/>
          <p:nvPr/>
        </p:nvSpPr>
        <p:spPr>
          <a:xfrm flipV="1">
            <a:off x="3836160" y="7752780"/>
            <a:ext cx="197640" cy="73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186" name="Shape 178"/>
          <p:cNvSpPr/>
          <p:nvPr/>
        </p:nvSpPr>
        <p:spPr>
          <a:xfrm flipV="1">
            <a:off x="4033800" y="7680420"/>
            <a:ext cx="198180" cy="723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187" name="Shape 179"/>
          <p:cNvSpPr/>
          <p:nvPr/>
        </p:nvSpPr>
        <p:spPr>
          <a:xfrm flipV="1">
            <a:off x="4231980" y="7639380"/>
            <a:ext cx="198180" cy="410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6460" rIns="135000" bIns="-26460" anchor="t" anchorCtr="1">
            <a:noAutofit/>
          </a:bodyPr>
          <a:lstStyle/>
          <a:p>
            <a:endParaRPr lang="en-US" sz="2700">
              <a:solidFill>
                <a:srgbClr val="FFFFFF"/>
              </a:solidFill>
              <a:latin typeface="Arial"/>
            </a:endParaRPr>
          </a:p>
        </p:txBody>
      </p:sp>
      <p:sp>
        <p:nvSpPr>
          <p:cNvPr id="188" name="Shape 180"/>
          <p:cNvSpPr/>
          <p:nvPr/>
        </p:nvSpPr>
        <p:spPr>
          <a:xfrm>
            <a:off x="4430160" y="7639380"/>
            <a:ext cx="197640" cy="21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5340" rIns="135000" bIns="-65340" anchor="t" anchorCtr="1">
            <a:noAutofit/>
          </a:bodyPr>
          <a:lstStyle/>
          <a:p>
            <a:endParaRPr lang="en-US" sz="2700">
              <a:solidFill>
                <a:srgbClr val="FFFFFF"/>
              </a:solidFill>
              <a:latin typeface="Arial"/>
            </a:endParaRPr>
          </a:p>
        </p:txBody>
      </p:sp>
      <p:sp>
        <p:nvSpPr>
          <p:cNvPr id="189" name="Shape 181"/>
          <p:cNvSpPr/>
          <p:nvPr/>
        </p:nvSpPr>
        <p:spPr>
          <a:xfrm>
            <a:off x="4627800" y="7641540"/>
            <a:ext cx="198180" cy="367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0780" rIns="135000" bIns="-30780" anchor="t" anchorCtr="1">
            <a:noAutofit/>
          </a:bodyPr>
          <a:lstStyle/>
          <a:p>
            <a:endParaRPr lang="en-US" sz="2700">
              <a:solidFill>
                <a:srgbClr val="FFFFFF"/>
              </a:solidFill>
              <a:latin typeface="Arial"/>
            </a:endParaRPr>
          </a:p>
        </p:txBody>
      </p:sp>
      <p:sp>
        <p:nvSpPr>
          <p:cNvPr id="190" name="Shape 182"/>
          <p:cNvSpPr/>
          <p:nvPr/>
        </p:nvSpPr>
        <p:spPr>
          <a:xfrm>
            <a:off x="4825980" y="7678260"/>
            <a:ext cx="198180" cy="491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8360" rIns="135000" bIns="-18360" anchor="t" anchorCtr="1">
            <a:noAutofit/>
          </a:bodyPr>
          <a:lstStyle/>
          <a:p>
            <a:endParaRPr lang="en-US" sz="2700">
              <a:solidFill>
                <a:srgbClr val="FFFFFF"/>
              </a:solidFill>
              <a:latin typeface="Arial"/>
            </a:endParaRPr>
          </a:p>
        </p:txBody>
      </p:sp>
      <p:sp>
        <p:nvSpPr>
          <p:cNvPr id="191" name="Shape 183"/>
          <p:cNvSpPr/>
          <p:nvPr/>
        </p:nvSpPr>
        <p:spPr>
          <a:xfrm>
            <a:off x="5024160" y="7727400"/>
            <a:ext cx="198180" cy="448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192" name="Shape 184"/>
          <p:cNvSpPr/>
          <p:nvPr/>
        </p:nvSpPr>
        <p:spPr>
          <a:xfrm>
            <a:off x="5222340" y="7772220"/>
            <a:ext cx="197640" cy="356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1860" rIns="135000" bIns="-31860" anchor="t" anchorCtr="1">
            <a:noAutofit/>
          </a:bodyPr>
          <a:lstStyle/>
          <a:p>
            <a:endParaRPr lang="en-US" sz="2700">
              <a:solidFill>
                <a:srgbClr val="FFFFFF"/>
              </a:solidFill>
              <a:latin typeface="Arial"/>
            </a:endParaRPr>
          </a:p>
        </p:txBody>
      </p:sp>
      <p:sp>
        <p:nvSpPr>
          <p:cNvPr id="193" name="Shape 185"/>
          <p:cNvSpPr/>
          <p:nvPr/>
        </p:nvSpPr>
        <p:spPr>
          <a:xfrm>
            <a:off x="5419980" y="7807860"/>
            <a:ext cx="198180" cy="345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194" name="Shape 186"/>
          <p:cNvSpPr/>
          <p:nvPr/>
        </p:nvSpPr>
        <p:spPr>
          <a:xfrm>
            <a:off x="5618160" y="7842420"/>
            <a:ext cx="198180" cy="415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5920" rIns="135000" bIns="-25920" anchor="t" anchorCtr="1">
            <a:noAutofit/>
          </a:bodyPr>
          <a:lstStyle/>
          <a:p>
            <a:endParaRPr lang="en-US" sz="2700">
              <a:solidFill>
                <a:srgbClr val="FFFFFF"/>
              </a:solidFill>
              <a:latin typeface="Arial"/>
            </a:endParaRPr>
          </a:p>
        </p:txBody>
      </p:sp>
      <p:sp>
        <p:nvSpPr>
          <p:cNvPr id="195" name="Shape 187"/>
          <p:cNvSpPr/>
          <p:nvPr/>
        </p:nvSpPr>
        <p:spPr>
          <a:xfrm>
            <a:off x="5816340" y="7884000"/>
            <a:ext cx="197640" cy="453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2140" rIns="135000" bIns="-22140" anchor="t" anchorCtr="1">
            <a:noAutofit/>
          </a:bodyPr>
          <a:lstStyle/>
          <a:p>
            <a:endParaRPr lang="en-US" sz="2700">
              <a:solidFill>
                <a:srgbClr val="FFFFFF"/>
              </a:solidFill>
              <a:latin typeface="Arial"/>
            </a:endParaRPr>
          </a:p>
        </p:txBody>
      </p:sp>
      <p:sp>
        <p:nvSpPr>
          <p:cNvPr id="196" name="Shape 188"/>
          <p:cNvSpPr/>
          <p:nvPr/>
        </p:nvSpPr>
        <p:spPr>
          <a:xfrm>
            <a:off x="6013980" y="7929360"/>
            <a:ext cx="198180" cy="324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5100" rIns="135000" bIns="-35100" anchor="t" anchorCtr="1">
            <a:noAutofit/>
          </a:bodyPr>
          <a:lstStyle/>
          <a:p>
            <a:endParaRPr lang="en-US" sz="2700">
              <a:solidFill>
                <a:srgbClr val="FFFFFF"/>
              </a:solidFill>
              <a:latin typeface="Arial"/>
            </a:endParaRPr>
          </a:p>
        </p:txBody>
      </p:sp>
      <p:sp>
        <p:nvSpPr>
          <p:cNvPr id="197" name="Shape 189"/>
          <p:cNvSpPr/>
          <p:nvPr/>
        </p:nvSpPr>
        <p:spPr>
          <a:xfrm flipV="1">
            <a:off x="6212160" y="7960680"/>
            <a:ext cx="198180" cy="1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6420" rIns="135000" bIns="-66420" anchor="t" anchorCtr="1">
            <a:noAutofit/>
          </a:bodyPr>
          <a:lstStyle/>
          <a:p>
            <a:endParaRPr lang="en-US" sz="2700">
              <a:solidFill>
                <a:srgbClr val="FFFFFF"/>
              </a:solidFill>
              <a:latin typeface="Arial"/>
            </a:endParaRPr>
          </a:p>
        </p:txBody>
      </p:sp>
      <p:sp>
        <p:nvSpPr>
          <p:cNvPr id="198" name="Shape 190"/>
          <p:cNvSpPr/>
          <p:nvPr/>
        </p:nvSpPr>
        <p:spPr>
          <a:xfrm flipV="1">
            <a:off x="6410340" y="7916940"/>
            <a:ext cx="198180" cy="437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99" name="Shape 191"/>
          <p:cNvSpPr/>
          <p:nvPr/>
        </p:nvSpPr>
        <p:spPr>
          <a:xfrm flipV="1">
            <a:off x="6608520" y="7842420"/>
            <a:ext cx="197640" cy="745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7020" rIns="135000" bIns="7020" anchor="t" anchorCtr="1">
            <a:noAutofit/>
          </a:bodyPr>
          <a:lstStyle/>
          <a:p>
            <a:endParaRPr lang="en-US" sz="2700">
              <a:solidFill>
                <a:srgbClr val="FFFFFF"/>
              </a:solidFill>
              <a:latin typeface="Arial"/>
            </a:endParaRPr>
          </a:p>
        </p:txBody>
      </p:sp>
      <p:sp>
        <p:nvSpPr>
          <p:cNvPr id="200" name="Shape 192"/>
          <p:cNvSpPr/>
          <p:nvPr/>
        </p:nvSpPr>
        <p:spPr>
          <a:xfrm flipV="1">
            <a:off x="6806160" y="7766280"/>
            <a:ext cx="198180" cy="761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8640" rIns="135000" bIns="8640" anchor="t" anchorCtr="1">
            <a:noAutofit/>
          </a:bodyPr>
          <a:lstStyle/>
          <a:p>
            <a:endParaRPr lang="en-US" sz="2700">
              <a:solidFill>
                <a:srgbClr val="FFFFFF"/>
              </a:solidFill>
              <a:latin typeface="Arial"/>
            </a:endParaRPr>
          </a:p>
        </p:txBody>
      </p:sp>
      <p:sp>
        <p:nvSpPr>
          <p:cNvPr id="201" name="Shape 193"/>
          <p:cNvSpPr/>
          <p:nvPr/>
        </p:nvSpPr>
        <p:spPr>
          <a:xfrm flipV="1">
            <a:off x="7004340" y="7718220"/>
            <a:ext cx="198180" cy="480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202" name="Shape 194"/>
          <p:cNvSpPr/>
          <p:nvPr/>
        </p:nvSpPr>
        <p:spPr>
          <a:xfrm flipV="1">
            <a:off x="7202520" y="7713360"/>
            <a:ext cx="197640" cy="48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2640" rIns="135000" bIns="-62640" anchor="t" anchorCtr="1">
            <a:noAutofit/>
          </a:bodyPr>
          <a:lstStyle/>
          <a:p>
            <a:endParaRPr lang="en-US" sz="2700">
              <a:solidFill>
                <a:srgbClr val="FFFFFF"/>
              </a:solidFill>
              <a:latin typeface="Arial"/>
            </a:endParaRPr>
          </a:p>
        </p:txBody>
      </p:sp>
      <p:sp>
        <p:nvSpPr>
          <p:cNvPr id="203" name="Shape 195"/>
          <p:cNvSpPr/>
          <p:nvPr/>
        </p:nvSpPr>
        <p:spPr>
          <a:xfrm>
            <a:off x="7400160" y="7713360"/>
            <a:ext cx="19818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204" name="Shape 196"/>
          <p:cNvSpPr/>
          <p:nvPr/>
        </p:nvSpPr>
        <p:spPr>
          <a:xfrm>
            <a:off x="7598340" y="7744680"/>
            <a:ext cx="198180" cy="464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205" name="Shape 197"/>
          <p:cNvSpPr/>
          <p:nvPr/>
        </p:nvSpPr>
        <p:spPr>
          <a:xfrm>
            <a:off x="7796520" y="7791120"/>
            <a:ext cx="198180" cy="415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5920" rIns="135000" bIns="-25920" anchor="t" anchorCtr="1">
            <a:noAutofit/>
          </a:bodyPr>
          <a:lstStyle/>
          <a:p>
            <a:endParaRPr lang="en-US" sz="2700">
              <a:solidFill>
                <a:srgbClr val="FFFFFF"/>
              </a:solidFill>
              <a:latin typeface="Arial"/>
            </a:endParaRPr>
          </a:p>
        </p:txBody>
      </p:sp>
      <p:sp>
        <p:nvSpPr>
          <p:cNvPr id="206" name="Shape 198"/>
          <p:cNvSpPr/>
          <p:nvPr/>
        </p:nvSpPr>
        <p:spPr>
          <a:xfrm>
            <a:off x="7994700" y="7832700"/>
            <a:ext cx="197640" cy="297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7800" rIns="135000" bIns="-37800" anchor="t" anchorCtr="1">
            <a:noAutofit/>
          </a:bodyPr>
          <a:lstStyle/>
          <a:p>
            <a:endParaRPr lang="en-US" sz="2700">
              <a:solidFill>
                <a:srgbClr val="FFFFFF"/>
              </a:solidFill>
              <a:latin typeface="Arial"/>
            </a:endParaRPr>
          </a:p>
        </p:txBody>
      </p:sp>
      <p:sp>
        <p:nvSpPr>
          <p:cNvPr id="207" name="Shape 199"/>
          <p:cNvSpPr/>
          <p:nvPr/>
        </p:nvSpPr>
        <p:spPr>
          <a:xfrm>
            <a:off x="8192340" y="7862400"/>
            <a:ext cx="198180" cy="237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3740" rIns="135000" bIns="-43740" anchor="t" anchorCtr="1">
            <a:noAutofit/>
          </a:bodyPr>
          <a:lstStyle/>
          <a:p>
            <a:endParaRPr lang="en-US" sz="2700">
              <a:solidFill>
                <a:srgbClr val="FFFFFF"/>
              </a:solidFill>
              <a:latin typeface="Arial"/>
            </a:endParaRPr>
          </a:p>
        </p:txBody>
      </p:sp>
      <p:sp>
        <p:nvSpPr>
          <p:cNvPr id="208" name="Shape 200"/>
          <p:cNvSpPr/>
          <p:nvPr/>
        </p:nvSpPr>
        <p:spPr>
          <a:xfrm>
            <a:off x="8390520" y="7886160"/>
            <a:ext cx="198180" cy="28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9420" rIns="135000" bIns="-39420" anchor="t" anchorCtr="1">
            <a:noAutofit/>
          </a:bodyPr>
          <a:lstStyle/>
          <a:p>
            <a:endParaRPr lang="en-US" sz="2700">
              <a:solidFill>
                <a:srgbClr val="FFFFFF"/>
              </a:solidFill>
              <a:latin typeface="Arial"/>
            </a:endParaRPr>
          </a:p>
        </p:txBody>
      </p:sp>
      <p:sp>
        <p:nvSpPr>
          <p:cNvPr id="209" name="Shape 201"/>
          <p:cNvSpPr/>
          <p:nvPr/>
        </p:nvSpPr>
        <p:spPr>
          <a:xfrm>
            <a:off x="8588700" y="7914240"/>
            <a:ext cx="19764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210" name="Shape 202"/>
          <p:cNvSpPr/>
          <p:nvPr/>
        </p:nvSpPr>
        <p:spPr>
          <a:xfrm>
            <a:off x="8786340" y="7945560"/>
            <a:ext cx="198180" cy="216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5900" rIns="135000" bIns="-45900" anchor="t" anchorCtr="1">
            <a:noAutofit/>
          </a:bodyPr>
          <a:lstStyle/>
          <a:p>
            <a:endParaRPr lang="en-US" sz="2700">
              <a:solidFill>
                <a:srgbClr val="FFFFFF"/>
              </a:solidFill>
              <a:latin typeface="Arial"/>
            </a:endParaRPr>
          </a:p>
        </p:txBody>
      </p:sp>
      <p:sp>
        <p:nvSpPr>
          <p:cNvPr id="211" name="Shape 203"/>
          <p:cNvSpPr/>
          <p:nvPr/>
        </p:nvSpPr>
        <p:spPr>
          <a:xfrm flipV="1">
            <a:off x="8984520" y="7957440"/>
            <a:ext cx="198180" cy="97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7780" rIns="135000" bIns="-57780" anchor="t" anchorCtr="1">
            <a:noAutofit/>
          </a:bodyPr>
          <a:lstStyle/>
          <a:p>
            <a:endParaRPr lang="en-US" sz="2700">
              <a:solidFill>
                <a:srgbClr val="FFFFFF"/>
              </a:solidFill>
              <a:latin typeface="Arial"/>
            </a:endParaRPr>
          </a:p>
        </p:txBody>
      </p:sp>
      <p:sp>
        <p:nvSpPr>
          <p:cNvPr id="212" name="Shape 204"/>
          <p:cNvSpPr/>
          <p:nvPr/>
        </p:nvSpPr>
        <p:spPr>
          <a:xfrm flipV="1">
            <a:off x="9182700" y="7907220"/>
            <a:ext cx="198180" cy="502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7280" rIns="135000" bIns="-17280" anchor="t" anchorCtr="1">
            <a:noAutofit/>
          </a:bodyPr>
          <a:lstStyle/>
          <a:p>
            <a:endParaRPr lang="en-US" sz="2700">
              <a:solidFill>
                <a:srgbClr val="FFFFFF"/>
              </a:solidFill>
              <a:latin typeface="Arial"/>
            </a:endParaRPr>
          </a:p>
        </p:txBody>
      </p:sp>
      <p:sp>
        <p:nvSpPr>
          <p:cNvPr id="213" name="Shape 205"/>
          <p:cNvSpPr/>
          <p:nvPr/>
        </p:nvSpPr>
        <p:spPr>
          <a:xfrm flipV="1">
            <a:off x="9380880" y="7825140"/>
            <a:ext cx="197640" cy="82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4580" rIns="135000" bIns="14580" anchor="t" anchorCtr="1">
            <a:noAutofit/>
          </a:bodyPr>
          <a:lstStyle/>
          <a:p>
            <a:endParaRPr lang="en-US" sz="2700">
              <a:solidFill>
                <a:srgbClr val="FFFFFF"/>
              </a:solidFill>
              <a:latin typeface="Arial"/>
            </a:endParaRPr>
          </a:p>
        </p:txBody>
      </p:sp>
      <p:sp>
        <p:nvSpPr>
          <p:cNvPr id="214" name="Shape 206"/>
          <p:cNvSpPr/>
          <p:nvPr/>
        </p:nvSpPr>
        <p:spPr>
          <a:xfrm flipV="1">
            <a:off x="9578520" y="7738200"/>
            <a:ext cx="198180" cy="869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215" name="Shape 207"/>
          <p:cNvSpPr/>
          <p:nvPr/>
        </p:nvSpPr>
        <p:spPr>
          <a:xfrm flipV="1">
            <a:off x="9776700" y="7677720"/>
            <a:ext cx="198180" cy="604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7020" rIns="135000" bIns="-7020" anchor="t" anchorCtr="1">
            <a:noAutofit/>
          </a:bodyPr>
          <a:lstStyle/>
          <a:p>
            <a:endParaRPr lang="en-US" sz="2700">
              <a:solidFill>
                <a:srgbClr val="FFFFFF"/>
              </a:solidFill>
              <a:latin typeface="Arial"/>
            </a:endParaRPr>
          </a:p>
        </p:txBody>
      </p:sp>
      <p:sp>
        <p:nvSpPr>
          <p:cNvPr id="216" name="Shape 208"/>
          <p:cNvSpPr/>
          <p:nvPr/>
        </p:nvSpPr>
        <p:spPr>
          <a:xfrm flipV="1">
            <a:off x="9974880" y="7661520"/>
            <a:ext cx="197640" cy="162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1300" rIns="135000" bIns="-51300" anchor="t" anchorCtr="1">
            <a:noAutofit/>
          </a:bodyPr>
          <a:lstStyle/>
          <a:p>
            <a:endParaRPr lang="en-US" sz="2700">
              <a:solidFill>
                <a:srgbClr val="FFFFFF"/>
              </a:solidFill>
              <a:latin typeface="Arial"/>
            </a:endParaRPr>
          </a:p>
        </p:txBody>
      </p:sp>
      <p:sp>
        <p:nvSpPr>
          <p:cNvPr id="217" name="Shape 209"/>
          <p:cNvSpPr/>
          <p:nvPr/>
        </p:nvSpPr>
        <p:spPr>
          <a:xfrm>
            <a:off x="10172520" y="7661520"/>
            <a:ext cx="198180" cy="232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218" name="Shape 210"/>
          <p:cNvSpPr/>
          <p:nvPr/>
        </p:nvSpPr>
        <p:spPr>
          <a:xfrm>
            <a:off x="10370700" y="7684740"/>
            <a:ext cx="198180" cy="421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5380" rIns="135000" bIns="-25380" anchor="t" anchorCtr="1">
            <a:noAutofit/>
          </a:bodyPr>
          <a:lstStyle/>
          <a:p>
            <a:endParaRPr lang="en-US" sz="2700">
              <a:solidFill>
                <a:srgbClr val="FFFFFF"/>
              </a:solidFill>
              <a:latin typeface="Arial"/>
            </a:endParaRPr>
          </a:p>
        </p:txBody>
      </p:sp>
      <p:sp>
        <p:nvSpPr>
          <p:cNvPr id="219" name="Shape 211"/>
          <p:cNvSpPr/>
          <p:nvPr/>
        </p:nvSpPr>
        <p:spPr>
          <a:xfrm>
            <a:off x="10568880" y="7726860"/>
            <a:ext cx="198180" cy="394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8080" rIns="135000" bIns="-28080" anchor="t" anchorCtr="1">
            <a:noAutofit/>
          </a:bodyPr>
          <a:lstStyle/>
          <a:p>
            <a:endParaRPr lang="en-US" sz="2700">
              <a:solidFill>
                <a:srgbClr val="FFFFFF"/>
              </a:solidFill>
              <a:latin typeface="Arial"/>
            </a:endParaRPr>
          </a:p>
        </p:txBody>
      </p:sp>
      <p:sp>
        <p:nvSpPr>
          <p:cNvPr id="220" name="Shape 212"/>
          <p:cNvSpPr/>
          <p:nvPr/>
        </p:nvSpPr>
        <p:spPr>
          <a:xfrm>
            <a:off x="10767060" y="7766280"/>
            <a:ext cx="197640" cy="264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1040" rIns="135000" bIns="-41040" anchor="t" anchorCtr="1">
            <a:noAutofit/>
          </a:bodyPr>
          <a:lstStyle/>
          <a:p>
            <a:endParaRPr lang="en-US" sz="2700">
              <a:solidFill>
                <a:srgbClr val="FFFFFF"/>
              </a:solidFill>
              <a:latin typeface="Arial"/>
            </a:endParaRPr>
          </a:p>
        </p:txBody>
      </p:sp>
      <p:sp>
        <p:nvSpPr>
          <p:cNvPr id="221" name="Shape 213"/>
          <p:cNvSpPr/>
          <p:nvPr/>
        </p:nvSpPr>
        <p:spPr>
          <a:xfrm>
            <a:off x="10964700" y="7792740"/>
            <a:ext cx="198180" cy="183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9140" rIns="135000" bIns="-49140" anchor="t" anchorCtr="1">
            <a:noAutofit/>
          </a:bodyPr>
          <a:lstStyle/>
          <a:p>
            <a:endParaRPr lang="en-US" sz="2700">
              <a:solidFill>
                <a:srgbClr val="FFFFFF"/>
              </a:solidFill>
              <a:latin typeface="Arial"/>
            </a:endParaRPr>
          </a:p>
        </p:txBody>
      </p:sp>
      <p:sp>
        <p:nvSpPr>
          <p:cNvPr id="222" name="Shape 214"/>
          <p:cNvSpPr/>
          <p:nvPr/>
        </p:nvSpPr>
        <p:spPr>
          <a:xfrm>
            <a:off x="11162880" y="7811100"/>
            <a:ext cx="198180" cy="19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7520" rIns="135000" bIns="-47520" anchor="t" anchorCtr="1">
            <a:noAutofit/>
          </a:bodyPr>
          <a:lstStyle/>
          <a:p>
            <a:endParaRPr lang="en-US" sz="2700">
              <a:solidFill>
                <a:srgbClr val="FFFFFF"/>
              </a:solidFill>
              <a:latin typeface="Arial"/>
            </a:endParaRPr>
          </a:p>
        </p:txBody>
      </p:sp>
      <p:sp>
        <p:nvSpPr>
          <p:cNvPr id="223" name="Shape 215"/>
          <p:cNvSpPr/>
          <p:nvPr/>
        </p:nvSpPr>
        <p:spPr>
          <a:xfrm>
            <a:off x="11361060" y="7831080"/>
            <a:ext cx="197640" cy="243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3200" rIns="135000" bIns="-43200" anchor="t" anchorCtr="1">
            <a:noAutofit/>
          </a:bodyPr>
          <a:lstStyle/>
          <a:p>
            <a:endParaRPr lang="en-US" sz="2700">
              <a:solidFill>
                <a:srgbClr val="FFFFFF"/>
              </a:solidFill>
              <a:latin typeface="Arial"/>
            </a:endParaRPr>
          </a:p>
        </p:txBody>
      </p:sp>
      <p:sp>
        <p:nvSpPr>
          <p:cNvPr id="224" name="Shape 216"/>
          <p:cNvSpPr/>
          <p:nvPr/>
        </p:nvSpPr>
        <p:spPr>
          <a:xfrm>
            <a:off x="11558700" y="7855380"/>
            <a:ext cx="198180" cy="172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0220" rIns="135000" bIns="-50220" anchor="t" anchorCtr="1">
            <a:noAutofit/>
          </a:bodyPr>
          <a:lstStyle/>
          <a:p>
            <a:endParaRPr lang="en-US" sz="2700">
              <a:solidFill>
                <a:srgbClr val="FFFFFF"/>
              </a:solidFill>
              <a:latin typeface="Arial"/>
            </a:endParaRPr>
          </a:p>
        </p:txBody>
      </p:sp>
      <p:sp>
        <p:nvSpPr>
          <p:cNvPr id="225" name="Shape 217"/>
          <p:cNvSpPr/>
          <p:nvPr/>
        </p:nvSpPr>
        <p:spPr>
          <a:xfrm flipV="1">
            <a:off x="11756880" y="7864560"/>
            <a:ext cx="198180" cy="81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9400" rIns="135000" bIns="-59400" anchor="t" anchorCtr="1">
            <a:noAutofit/>
          </a:bodyPr>
          <a:lstStyle/>
          <a:p>
            <a:endParaRPr lang="en-US" sz="2700">
              <a:solidFill>
                <a:srgbClr val="FFFFFF"/>
              </a:solidFill>
              <a:latin typeface="Arial"/>
            </a:endParaRPr>
          </a:p>
        </p:txBody>
      </p:sp>
      <p:sp>
        <p:nvSpPr>
          <p:cNvPr id="226" name="Shape 218"/>
          <p:cNvSpPr/>
          <p:nvPr/>
        </p:nvSpPr>
        <p:spPr>
          <a:xfrm flipV="1">
            <a:off x="11955060" y="7818120"/>
            <a:ext cx="197640" cy="464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227" name="Shape 219"/>
          <p:cNvSpPr/>
          <p:nvPr/>
        </p:nvSpPr>
        <p:spPr>
          <a:xfrm flipV="1">
            <a:off x="12152700" y="7740360"/>
            <a:ext cx="198180" cy="777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0260" rIns="135000" bIns="10260" anchor="t" anchorCtr="1">
            <a:noAutofit/>
          </a:bodyPr>
          <a:lstStyle/>
          <a:p>
            <a:endParaRPr lang="en-US" sz="2700">
              <a:solidFill>
                <a:srgbClr val="FFFFFF"/>
              </a:solidFill>
              <a:latin typeface="Arial"/>
            </a:endParaRPr>
          </a:p>
        </p:txBody>
      </p:sp>
      <p:sp>
        <p:nvSpPr>
          <p:cNvPr id="228" name="Shape 220"/>
          <p:cNvSpPr/>
          <p:nvPr/>
        </p:nvSpPr>
        <p:spPr>
          <a:xfrm flipV="1">
            <a:off x="12350880" y="7656120"/>
            <a:ext cx="198180" cy="842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6740" rIns="135000" bIns="16740" anchor="t" anchorCtr="1">
            <a:noAutofit/>
          </a:bodyPr>
          <a:lstStyle/>
          <a:p>
            <a:endParaRPr lang="en-US" sz="2700">
              <a:solidFill>
                <a:srgbClr val="FFFFFF"/>
              </a:solidFill>
              <a:latin typeface="Arial"/>
            </a:endParaRPr>
          </a:p>
        </p:txBody>
      </p:sp>
      <p:sp>
        <p:nvSpPr>
          <p:cNvPr id="229" name="Shape 221"/>
          <p:cNvSpPr/>
          <p:nvPr/>
        </p:nvSpPr>
        <p:spPr>
          <a:xfrm flipV="1">
            <a:off x="12549060" y="7596720"/>
            <a:ext cx="198180" cy="594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230" name="Shape 222"/>
          <p:cNvSpPr/>
          <p:nvPr/>
        </p:nvSpPr>
        <p:spPr>
          <a:xfrm flipV="1">
            <a:off x="12747240" y="7582140"/>
            <a:ext cx="197640" cy="145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2920" rIns="135000" bIns="-52920" anchor="t" anchorCtr="1">
            <a:noAutofit/>
          </a:bodyPr>
          <a:lstStyle/>
          <a:p>
            <a:endParaRPr lang="en-US" sz="2700">
              <a:solidFill>
                <a:srgbClr val="FFFFFF"/>
              </a:solidFill>
              <a:latin typeface="Arial"/>
            </a:endParaRPr>
          </a:p>
        </p:txBody>
      </p:sp>
      <p:sp>
        <p:nvSpPr>
          <p:cNvPr id="231" name="Shape 223"/>
          <p:cNvSpPr/>
          <p:nvPr/>
        </p:nvSpPr>
        <p:spPr>
          <a:xfrm>
            <a:off x="12944880" y="7582140"/>
            <a:ext cx="198180" cy="286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8880" rIns="135000" bIns="-38880" anchor="t" anchorCtr="1">
            <a:noAutofit/>
          </a:bodyPr>
          <a:lstStyle/>
          <a:p>
            <a:endParaRPr lang="en-US" sz="2700">
              <a:solidFill>
                <a:srgbClr val="FFFFFF"/>
              </a:solidFill>
              <a:latin typeface="Arial"/>
            </a:endParaRPr>
          </a:p>
        </p:txBody>
      </p:sp>
      <p:sp>
        <p:nvSpPr>
          <p:cNvPr id="232" name="Shape 224"/>
          <p:cNvSpPr/>
          <p:nvPr/>
        </p:nvSpPr>
        <p:spPr>
          <a:xfrm>
            <a:off x="13143060" y="7610760"/>
            <a:ext cx="198180" cy="52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233" name="Shape 225"/>
          <p:cNvSpPr/>
          <p:nvPr/>
        </p:nvSpPr>
        <p:spPr>
          <a:xfrm>
            <a:off x="13341240" y="7663140"/>
            <a:ext cx="197640" cy="513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6200" rIns="135000" bIns="-16200" anchor="t" anchorCtr="1">
            <a:noAutofit/>
          </a:bodyPr>
          <a:lstStyle/>
          <a:p>
            <a:endParaRPr lang="en-US" sz="2700">
              <a:solidFill>
                <a:srgbClr val="FFFFFF"/>
              </a:solidFill>
              <a:latin typeface="Arial"/>
            </a:endParaRPr>
          </a:p>
        </p:txBody>
      </p:sp>
      <p:sp>
        <p:nvSpPr>
          <p:cNvPr id="234" name="Shape 226"/>
          <p:cNvSpPr/>
          <p:nvPr/>
        </p:nvSpPr>
        <p:spPr>
          <a:xfrm>
            <a:off x="13538880" y="7714440"/>
            <a:ext cx="198180" cy="378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235" name="Shape 227"/>
          <p:cNvSpPr/>
          <p:nvPr/>
        </p:nvSpPr>
        <p:spPr>
          <a:xfrm>
            <a:off x="13737060" y="7752240"/>
            <a:ext cx="198180" cy="264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1040" rIns="135000" bIns="-41040" anchor="t" anchorCtr="1">
            <a:noAutofit/>
          </a:bodyPr>
          <a:lstStyle/>
          <a:p>
            <a:endParaRPr lang="en-US" sz="2700">
              <a:solidFill>
                <a:srgbClr val="FFFFFF"/>
              </a:solidFill>
              <a:latin typeface="Arial"/>
            </a:endParaRPr>
          </a:p>
        </p:txBody>
      </p:sp>
      <p:sp>
        <p:nvSpPr>
          <p:cNvPr id="236" name="Shape 228"/>
          <p:cNvSpPr/>
          <p:nvPr/>
        </p:nvSpPr>
        <p:spPr>
          <a:xfrm>
            <a:off x="13935240" y="7778700"/>
            <a:ext cx="198180" cy="25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2120" rIns="135000" bIns="-42120" anchor="t" anchorCtr="1">
            <a:noAutofit/>
          </a:bodyPr>
          <a:lstStyle/>
          <a:p>
            <a:endParaRPr lang="en-US" sz="2700">
              <a:solidFill>
                <a:srgbClr val="FFFFFF"/>
              </a:solidFill>
              <a:latin typeface="Arial"/>
            </a:endParaRPr>
          </a:p>
        </p:txBody>
      </p:sp>
      <p:sp>
        <p:nvSpPr>
          <p:cNvPr id="237" name="Shape 229"/>
          <p:cNvSpPr/>
          <p:nvPr/>
        </p:nvSpPr>
        <p:spPr>
          <a:xfrm>
            <a:off x="14133420" y="7804080"/>
            <a:ext cx="197640" cy="291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8340" rIns="135000" bIns="-38340" anchor="t" anchorCtr="1">
            <a:noAutofit/>
          </a:bodyPr>
          <a:lstStyle/>
          <a:p>
            <a:endParaRPr lang="en-US" sz="2700">
              <a:solidFill>
                <a:srgbClr val="FFFFFF"/>
              </a:solidFill>
              <a:latin typeface="Arial"/>
            </a:endParaRPr>
          </a:p>
        </p:txBody>
      </p:sp>
      <p:sp>
        <p:nvSpPr>
          <p:cNvPr id="238" name="Shape 230"/>
          <p:cNvSpPr/>
          <p:nvPr/>
        </p:nvSpPr>
        <p:spPr>
          <a:xfrm>
            <a:off x="14331060" y="7833240"/>
            <a:ext cx="198180" cy="248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2660" rIns="135000" bIns="-42660" anchor="t" anchorCtr="1">
            <a:noAutofit/>
          </a:bodyPr>
          <a:lstStyle/>
          <a:p>
            <a:endParaRPr lang="en-US" sz="2700">
              <a:solidFill>
                <a:srgbClr val="FFFFFF"/>
              </a:solidFill>
              <a:latin typeface="Arial"/>
            </a:endParaRPr>
          </a:p>
        </p:txBody>
      </p:sp>
      <p:sp>
        <p:nvSpPr>
          <p:cNvPr id="239" name="Shape 231"/>
          <p:cNvSpPr/>
          <p:nvPr/>
        </p:nvSpPr>
        <p:spPr>
          <a:xfrm>
            <a:off x="14529240" y="7858080"/>
            <a:ext cx="198180" cy="32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4260" rIns="135000" bIns="-64260" anchor="t" anchorCtr="1">
            <a:noAutofit/>
          </a:bodyPr>
          <a:lstStyle/>
          <a:p>
            <a:endParaRPr lang="en-US" sz="2700">
              <a:solidFill>
                <a:srgbClr val="FFFFFF"/>
              </a:solidFill>
              <a:latin typeface="Arial"/>
            </a:endParaRPr>
          </a:p>
        </p:txBody>
      </p:sp>
      <p:sp>
        <p:nvSpPr>
          <p:cNvPr id="240" name="Shape 232"/>
          <p:cNvSpPr/>
          <p:nvPr/>
        </p:nvSpPr>
        <p:spPr>
          <a:xfrm flipV="1">
            <a:off x="14727420" y="7828380"/>
            <a:ext cx="197640" cy="329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4560" rIns="135000" bIns="-34560" anchor="t" anchorCtr="1">
            <a:noAutofit/>
          </a:bodyPr>
          <a:lstStyle/>
          <a:p>
            <a:endParaRPr lang="en-US" sz="2700">
              <a:solidFill>
                <a:srgbClr val="FFFFFF"/>
              </a:solidFill>
              <a:latin typeface="Arial"/>
            </a:endParaRPr>
          </a:p>
        </p:txBody>
      </p:sp>
      <p:sp>
        <p:nvSpPr>
          <p:cNvPr id="241" name="Shape 233"/>
          <p:cNvSpPr/>
          <p:nvPr/>
        </p:nvSpPr>
        <p:spPr>
          <a:xfrm flipV="1">
            <a:off x="14925060" y="7763040"/>
            <a:ext cx="198180" cy="653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242" name="Shape 234"/>
          <p:cNvSpPr/>
          <p:nvPr/>
        </p:nvSpPr>
        <p:spPr>
          <a:xfrm flipV="1">
            <a:off x="15123240" y="7688520"/>
            <a:ext cx="198180" cy="745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7020" rIns="135000" bIns="7020" anchor="t" anchorCtr="1">
            <a:noAutofit/>
          </a:bodyPr>
          <a:lstStyle/>
          <a:p>
            <a:endParaRPr lang="en-US" sz="2700">
              <a:solidFill>
                <a:srgbClr val="FFFFFF"/>
              </a:solidFill>
              <a:latin typeface="Arial"/>
            </a:endParaRPr>
          </a:p>
        </p:txBody>
      </p:sp>
      <p:sp>
        <p:nvSpPr>
          <p:cNvPr id="243" name="Shape 235"/>
          <p:cNvSpPr/>
          <p:nvPr/>
        </p:nvSpPr>
        <p:spPr>
          <a:xfrm flipV="1">
            <a:off x="15321420" y="7636140"/>
            <a:ext cx="198180" cy="52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244" name="Shape 236"/>
          <p:cNvSpPr/>
          <p:nvPr/>
        </p:nvSpPr>
        <p:spPr>
          <a:xfrm flipV="1">
            <a:off x="15519600" y="7627500"/>
            <a:ext cx="197640" cy="86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8860" rIns="135000" bIns="-58860" anchor="t" anchorCtr="1">
            <a:noAutofit/>
          </a:bodyPr>
          <a:lstStyle/>
          <a:p>
            <a:endParaRPr lang="en-US" sz="2700">
              <a:solidFill>
                <a:srgbClr val="FFFFFF"/>
              </a:solidFill>
              <a:latin typeface="Arial"/>
            </a:endParaRPr>
          </a:p>
        </p:txBody>
      </p:sp>
      <p:sp>
        <p:nvSpPr>
          <p:cNvPr id="245" name="Shape 237"/>
          <p:cNvSpPr/>
          <p:nvPr/>
        </p:nvSpPr>
        <p:spPr>
          <a:xfrm>
            <a:off x="15717240" y="7627500"/>
            <a:ext cx="198180" cy="361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1320" rIns="135000" bIns="-31320" anchor="t" anchorCtr="1">
            <a:noAutofit/>
          </a:bodyPr>
          <a:lstStyle/>
          <a:p>
            <a:endParaRPr lang="en-US" sz="2700">
              <a:solidFill>
                <a:srgbClr val="FFFFFF"/>
              </a:solidFill>
              <a:latin typeface="Arial"/>
            </a:endParaRPr>
          </a:p>
        </p:txBody>
      </p:sp>
      <p:sp>
        <p:nvSpPr>
          <p:cNvPr id="246" name="Shape 238"/>
          <p:cNvSpPr/>
          <p:nvPr/>
        </p:nvSpPr>
        <p:spPr>
          <a:xfrm>
            <a:off x="15915420" y="7663680"/>
            <a:ext cx="198180" cy="615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940" rIns="135000" bIns="-5940" anchor="t" anchorCtr="1">
            <a:noAutofit/>
          </a:bodyPr>
          <a:lstStyle/>
          <a:p>
            <a:endParaRPr lang="en-US" sz="2700">
              <a:solidFill>
                <a:srgbClr val="FFFFFF"/>
              </a:solidFill>
              <a:latin typeface="Arial"/>
            </a:endParaRPr>
          </a:p>
        </p:txBody>
      </p:sp>
      <p:sp>
        <p:nvSpPr>
          <p:cNvPr id="247" name="Shape 239"/>
          <p:cNvSpPr/>
          <p:nvPr/>
        </p:nvSpPr>
        <p:spPr>
          <a:xfrm>
            <a:off x="16113600" y="7725240"/>
            <a:ext cx="197640" cy="626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248" name="Shape 240"/>
          <p:cNvSpPr/>
          <p:nvPr/>
        </p:nvSpPr>
        <p:spPr>
          <a:xfrm>
            <a:off x="16311240" y="7787880"/>
            <a:ext cx="198180" cy="46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249" name="Shape 241"/>
          <p:cNvSpPr/>
          <p:nvPr/>
        </p:nvSpPr>
        <p:spPr>
          <a:xfrm>
            <a:off x="16509420" y="7834860"/>
            <a:ext cx="198180" cy="307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250" name="Shape 242"/>
          <p:cNvSpPr/>
          <p:nvPr/>
        </p:nvSpPr>
        <p:spPr>
          <a:xfrm>
            <a:off x="16707600" y="7865640"/>
            <a:ext cx="198180" cy="259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1580" rIns="135000" bIns="-41580" anchor="t" anchorCtr="1">
            <a:noAutofit/>
          </a:bodyPr>
          <a:lstStyle/>
          <a:p>
            <a:endParaRPr lang="en-US" sz="2700">
              <a:solidFill>
                <a:srgbClr val="FFFFFF"/>
              </a:solidFill>
              <a:latin typeface="Arial"/>
            </a:endParaRPr>
          </a:p>
        </p:txBody>
      </p:sp>
      <p:sp>
        <p:nvSpPr>
          <p:cNvPr id="251" name="Shape 243"/>
          <p:cNvSpPr/>
          <p:nvPr/>
        </p:nvSpPr>
        <p:spPr>
          <a:xfrm>
            <a:off x="16905780" y="7891560"/>
            <a:ext cx="197640" cy="270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0500" rIns="135000" bIns="-40500" anchor="t" anchorCtr="1">
            <a:noAutofit/>
          </a:bodyPr>
          <a:lstStyle/>
          <a:p>
            <a:endParaRPr lang="en-US" sz="2700">
              <a:solidFill>
                <a:srgbClr val="FFFFFF"/>
              </a:solidFill>
              <a:latin typeface="Arial"/>
            </a:endParaRPr>
          </a:p>
        </p:txBody>
      </p:sp>
      <p:sp>
        <p:nvSpPr>
          <p:cNvPr id="252" name="Shape 244"/>
          <p:cNvSpPr/>
          <p:nvPr/>
        </p:nvSpPr>
        <p:spPr>
          <a:xfrm>
            <a:off x="116586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53" name="Text 245"/>
          <p:cNvSpPr/>
          <p:nvPr/>
        </p:nvSpPr>
        <p:spPr>
          <a:xfrm>
            <a:off x="137160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65A7FF"/>
                </a:solidFill>
                <a:latin typeface="Aptos"/>
                <a:ea typeface="Aptos"/>
              </a:rPr>
              <a:t>01  REPRESENT</a:t>
            </a:r>
            <a:endParaRPr lang="en-US" sz="1350">
              <a:solidFill>
                <a:srgbClr val="FFFFFF"/>
              </a:solidFill>
              <a:latin typeface="Arial"/>
            </a:endParaRPr>
          </a:p>
        </p:txBody>
      </p:sp>
      <p:sp>
        <p:nvSpPr>
          <p:cNvPr id="254" name="Text 246"/>
          <p:cNvSpPr/>
          <p:nvPr/>
        </p:nvSpPr>
        <p:spPr>
          <a:xfrm>
            <a:off x="137160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CSP · FBCSP</a:t>
            </a:r>
            <a:endParaRPr lang="en-US" sz="1515">
              <a:solidFill>
                <a:srgbClr val="FFFFFF"/>
              </a:solidFill>
              <a:latin typeface="Arial"/>
            </a:endParaRPr>
          </a:p>
        </p:txBody>
      </p:sp>
      <p:sp>
        <p:nvSpPr>
          <p:cNvPr id="255" name="Shape 247"/>
          <p:cNvSpPr/>
          <p:nvPr/>
        </p:nvSpPr>
        <p:spPr>
          <a:xfrm>
            <a:off x="547290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56" name="Text 248"/>
          <p:cNvSpPr/>
          <p:nvPr/>
        </p:nvSpPr>
        <p:spPr>
          <a:xfrm>
            <a:off x="567864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39D2C3"/>
                </a:solidFill>
                <a:latin typeface="Aptos"/>
                <a:ea typeface="Aptos"/>
              </a:rPr>
              <a:t>02  MONITOR</a:t>
            </a:r>
            <a:endParaRPr lang="en-US" sz="1350">
              <a:solidFill>
                <a:srgbClr val="FFFFFF"/>
              </a:solidFill>
              <a:latin typeface="Arial"/>
            </a:endParaRPr>
          </a:p>
        </p:txBody>
      </p:sp>
      <p:sp>
        <p:nvSpPr>
          <p:cNvPr id="257" name="Text 249"/>
          <p:cNvSpPr/>
          <p:nvPr/>
        </p:nvSpPr>
        <p:spPr>
          <a:xfrm>
            <a:off x="567864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EWMA · CUSUM · ABCD</a:t>
            </a:r>
            <a:endParaRPr lang="en-US" sz="1515">
              <a:solidFill>
                <a:srgbClr val="FFFFFF"/>
              </a:solidFill>
              <a:latin typeface="Arial"/>
            </a:endParaRPr>
          </a:p>
        </p:txBody>
      </p:sp>
      <p:sp>
        <p:nvSpPr>
          <p:cNvPr id="258" name="Shape 250"/>
          <p:cNvSpPr/>
          <p:nvPr/>
        </p:nvSpPr>
        <p:spPr>
          <a:xfrm>
            <a:off x="977940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59" name="Text 251"/>
          <p:cNvSpPr/>
          <p:nvPr/>
        </p:nvSpPr>
        <p:spPr>
          <a:xfrm>
            <a:off x="998514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F9BE4A"/>
                </a:solidFill>
                <a:latin typeface="Aptos"/>
                <a:ea typeface="Aptos"/>
              </a:rPr>
              <a:t>03  DECIDE</a:t>
            </a:r>
            <a:endParaRPr lang="en-US" sz="1350">
              <a:solidFill>
                <a:srgbClr val="FFFFFF"/>
              </a:solidFill>
              <a:latin typeface="Arial"/>
            </a:endParaRPr>
          </a:p>
        </p:txBody>
      </p:sp>
      <p:sp>
        <p:nvSpPr>
          <p:cNvPr id="260" name="Text 252"/>
          <p:cNvSpPr/>
          <p:nvPr/>
        </p:nvSpPr>
        <p:spPr>
          <a:xfrm>
            <a:off x="998514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Validation · selective update</a:t>
            </a:r>
            <a:endParaRPr lang="en-US" sz="1515">
              <a:solidFill>
                <a:srgbClr val="FFFFFF"/>
              </a:solidFill>
              <a:latin typeface="Arial"/>
            </a:endParaRPr>
          </a:p>
        </p:txBody>
      </p:sp>
      <p:sp>
        <p:nvSpPr>
          <p:cNvPr id="261" name="Shape 253"/>
          <p:cNvSpPr/>
          <p:nvPr/>
        </p:nvSpPr>
        <p:spPr>
          <a:xfrm>
            <a:off x="1408644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62" name="Text 254"/>
          <p:cNvSpPr/>
          <p:nvPr/>
        </p:nvSpPr>
        <p:spPr>
          <a:xfrm>
            <a:off x="1429218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BC8BFF"/>
                </a:solidFill>
                <a:latin typeface="Aptos"/>
                <a:ea typeface="Aptos"/>
              </a:rPr>
              <a:t>04  RETAIN</a:t>
            </a:r>
            <a:endParaRPr lang="en-US" sz="1350">
              <a:solidFill>
                <a:srgbClr val="FFFFFF"/>
              </a:solidFill>
              <a:latin typeface="Arial"/>
            </a:endParaRPr>
          </a:p>
        </p:txBody>
      </p:sp>
      <p:sp>
        <p:nvSpPr>
          <p:cNvPr id="263" name="Text 255"/>
          <p:cNvSpPr/>
          <p:nvPr/>
        </p:nvSpPr>
        <p:spPr>
          <a:xfrm>
            <a:off x="1429218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Continual learning</a:t>
            </a:r>
            <a:endParaRPr lang="en-US" sz="1515">
              <a:solidFill>
                <a:srgbClr val="FFFFFF"/>
              </a:solidFill>
              <a:latin typeface="Arial"/>
            </a:endParaRPr>
          </a:p>
        </p:txBody>
      </p:sp>
      <p:sp>
        <p:nvSpPr>
          <p:cNvPr id="264" name="Text 256"/>
          <p:cNvSpPr/>
          <p:nvPr/>
        </p:nvSpPr>
        <p:spPr>
          <a:xfrm>
            <a:off x="1138320" y="9820440"/>
            <a:ext cx="1618434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305">
                <a:solidFill>
                  <a:srgbClr val="7192AA"/>
                </a:solidFill>
                <a:latin typeface="Aptos"/>
                <a:ea typeface="Aptos"/>
              </a:rPr>
              <a:t>Based on the WP1 literature library, the 19 Oct diary audit, and hlin863/ewma_covariate_shift_demo</a:t>
            </a:r>
            <a:endParaRPr lang="en-US" sz="1305">
              <a:solidFill>
                <a:srgbClr val="FFFFFF"/>
              </a:solidFill>
              <a:latin typeface="Arial"/>
            </a:endParaRPr>
          </a:p>
        </p:txBody>
      </p:sp>
    </p:spTree>
    <p:extLst>
      <p:ext uri="{BB962C8B-B14F-4D97-AF65-F5344CB8AC3E}">
        <p14:creationId xmlns:p14="http://schemas.microsoft.com/office/powerpoint/2010/main" val="30074421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RESEARCH MAP</a:t>
            </a:r>
            <a:endParaRPr lang="en-US">
              <a:solidFill>
                <a:srgbClr val="FFFFFF"/>
              </a:solidFill>
              <a:latin typeface="Arial"/>
            </a:endParaRPr>
          </a:p>
        </p:txBody>
      </p:sp>
      <p:sp>
        <p:nvSpPr>
          <p:cNvPr id="266"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Six functional layers, one system question</a:t>
            </a:r>
            <a:endParaRPr lang="en-US" sz="4125">
              <a:solidFill>
                <a:srgbClr val="FFFFFF"/>
              </a:solidFill>
              <a:latin typeface="Arial"/>
            </a:endParaRPr>
          </a:p>
        </p:txBody>
      </p:sp>
      <p:sp>
        <p:nvSpPr>
          <p:cNvPr id="268"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69"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70"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271"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02</a:t>
            </a:r>
            <a:endParaRPr lang="en-US" sz="1350">
              <a:solidFill>
                <a:srgbClr val="FFFFFF"/>
              </a:solidFill>
              <a:latin typeface="Arial"/>
            </a:endParaRPr>
          </a:p>
        </p:txBody>
      </p:sp>
      <p:sp>
        <p:nvSpPr>
          <p:cNvPr id="272" name="Shape 7"/>
          <p:cNvSpPr/>
          <p:nvPr/>
        </p:nvSpPr>
        <p:spPr>
          <a:xfrm>
            <a:off x="1001160" y="305856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73" name="Shape 8"/>
          <p:cNvSpPr/>
          <p:nvPr/>
        </p:nvSpPr>
        <p:spPr>
          <a:xfrm>
            <a:off x="1261980" y="3360420"/>
            <a:ext cx="301320" cy="30132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74" name="Text 9"/>
          <p:cNvSpPr/>
          <p:nvPr/>
        </p:nvSpPr>
        <p:spPr>
          <a:xfrm>
            <a:off x="1686960" y="330534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65A7FF"/>
                </a:solidFill>
                <a:latin typeface="Aptos"/>
                <a:ea typeface="Aptos"/>
              </a:rPr>
              <a:t>01  REPRESENT</a:t>
            </a:r>
            <a:endParaRPr lang="en-US" sz="1905">
              <a:solidFill>
                <a:srgbClr val="FFFFFF"/>
              </a:solidFill>
              <a:latin typeface="Arial"/>
            </a:endParaRPr>
          </a:p>
        </p:txBody>
      </p:sp>
      <p:sp>
        <p:nvSpPr>
          <p:cNvPr id="275" name="Shape 10"/>
          <p:cNvSpPr/>
          <p:nvPr/>
        </p:nvSpPr>
        <p:spPr>
          <a:xfrm>
            <a:off x="1303020" y="397764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76" name="Text 11"/>
          <p:cNvSpPr/>
          <p:nvPr/>
        </p:nvSpPr>
        <p:spPr>
          <a:xfrm>
            <a:off x="1330560" y="418338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Motor imagery EEG / CSP / tangent space</a:t>
            </a:r>
            <a:endParaRPr lang="en-US" sz="2145">
              <a:solidFill>
                <a:srgbClr val="FFFFFF"/>
              </a:solidFill>
              <a:latin typeface="Arial"/>
            </a:endParaRPr>
          </a:p>
        </p:txBody>
      </p:sp>
      <p:sp>
        <p:nvSpPr>
          <p:cNvPr id="277" name="Text 12"/>
          <p:cNvSpPr/>
          <p:nvPr/>
        </p:nvSpPr>
        <p:spPr>
          <a:xfrm>
            <a:off x="1330560" y="511596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Ramoser 2000 · Gaur 2019</a:t>
            </a:r>
            <a:endParaRPr lang="en-US" sz="1590">
              <a:solidFill>
                <a:srgbClr val="FFFFFF"/>
              </a:solidFill>
              <a:latin typeface="Arial"/>
            </a:endParaRPr>
          </a:p>
        </p:txBody>
      </p:sp>
      <p:sp>
        <p:nvSpPr>
          <p:cNvPr id="278" name="Shape 13"/>
          <p:cNvSpPr/>
          <p:nvPr/>
        </p:nvSpPr>
        <p:spPr>
          <a:xfrm>
            <a:off x="6720840" y="305856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79" name="Shape 14"/>
          <p:cNvSpPr/>
          <p:nvPr/>
        </p:nvSpPr>
        <p:spPr>
          <a:xfrm>
            <a:off x="6981660" y="3360420"/>
            <a:ext cx="301320" cy="30132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80" name="Text 15"/>
          <p:cNvSpPr/>
          <p:nvPr/>
        </p:nvSpPr>
        <p:spPr>
          <a:xfrm>
            <a:off x="7406640" y="330534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39D2C3"/>
                </a:solidFill>
                <a:latin typeface="Aptos"/>
                <a:ea typeface="Aptos"/>
              </a:rPr>
              <a:t>02  DETECT</a:t>
            </a:r>
            <a:endParaRPr lang="en-US" sz="1905">
              <a:solidFill>
                <a:srgbClr val="FFFFFF"/>
              </a:solidFill>
              <a:latin typeface="Arial"/>
            </a:endParaRPr>
          </a:p>
        </p:txBody>
      </p:sp>
      <p:sp>
        <p:nvSpPr>
          <p:cNvPr id="281" name="Shape 16"/>
          <p:cNvSpPr/>
          <p:nvPr/>
        </p:nvSpPr>
        <p:spPr>
          <a:xfrm>
            <a:off x="7022160" y="3977640"/>
            <a:ext cx="470502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82" name="Text 17"/>
          <p:cNvSpPr/>
          <p:nvPr/>
        </p:nvSpPr>
        <p:spPr>
          <a:xfrm>
            <a:off x="7050240" y="418338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Online EWMA warning, CUSUM, subspace change</a:t>
            </a:r>
            <a:endParaRPr lang="en-US" sz="2145">
              <a:solidFill>
                <a:srgbClr val="FFFFFF"/>
              </a:solidFill>
              <a:latin typeface="Arial"/>
            </a:endParaRPr>
          </a:p>
        </p:txBody>
      </p:sp>
      <p:sp>
        <p:nvSpPr>
          <p:cNvPr id="283" name="Text 18"/>
          <p:cNvSpPr/>
          <p:nvPr/>
        </p:nvSpPr>
        <p:spPr>
          <a:xfrm>
            <a:off x="7050240" y="511596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Raza 2015 · Park 2023 · Heyden 2024</a:t>
            </a:r>
            <a:endParaRPr lang="en-US" sz="1590">
              <a:solidFill>
                <a:srgbClr val="FFFFFF"/>
              </a:solidFill>
              <a:latin typeface="Arial"/>
            </a:endParaRPr>
          </a:p>
        </p:txBody>
      </p:sp>
      <p:sp>
        <p:nvSpPr>
          <p:cNvPr id="284" name="Shape 19"/>
          <p:cNvSpPr/>
          <p:nvPr/>
        </p:nvSpPr>
        <p:spPr>
          <a:xfrm>
            <a:off x="12440520" y="305856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85" name="Shape 20"/>
          <p:cNvSpPr/>
          <p:nvPr/>
        </p:nvSpPr>
        <p:spPr>
          <a:xfrm>
            <a:off x="12700800" y="3360420"/>
            <a:ext cx="301320" cy="3013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86" name="Text 21"/>
          <p:cNvSpPr/>
          <p:nvPr/>
        </p:nvSpPr>
        <p:spPr>
          <a:xfrm>
            <a:off x="13126320" y="330534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F9BE4A"/>
                </a:solidFill>
                <a:latin typeface="Aptos"/>
                <a:ea typeface="Aptos"/>
              </a:rPr>
              <a:t>03  VALIDATE</a:t>
            </a:r>
            <a:endParaRPr lang="en-US" sz="1905">
              <a:solidFill>
                <a:srgbClr val="FFFFFF"/>
              </a:solidFill>
              <a:latin typeface="Arial"/>
            </a:endParaRPr>
          </a:p>
        </p:txBody>
      </p:sp>
      <p:sp>
        <p:nvSpPr>
          <p:cNvPr id="287" name="Shape 22"/>
          <p:cNvSpPr/>
          <p:nvPr/>
        </p:nvSpPr>
        <p:spPr>
          <a:xfrm>
            <a:off x="12741840" y="397764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88" name="Text 23"/>
          <p:cNvSpPr/>
          <p:nvPr/>
        </p:nvSpPr>
        <p:spPr>
          <a:xfrm>
            <a:off x="12769380" y="418338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KS / Hotelling T²; false alarm vs delay</a:t>
            </a:r>
            <a:endParaRPr lang="en-US" sz="2145">
              <a:solidFill>
                <a:srgbClr val="FFFFFF"/>
              </a:solidFill>
              <a:latin typeface="Arial"/>
            </a:endParaRPr>
          </a:p>
        </p:txBody>
      </p:sp>
      <p:sp>
        <p:nvSpPr>
          <p:cNvPr id="289" name="Text 24"/>
          <p:cNvSpPr/>
          <p:nvPr/>
        </p:nvSpPr>
        <p:spPr>
          <a:xfrm>
            <a:off x="12769380" y="511596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Raza 2015 · Alippi 2017</a:t>
            </a:r>
            <a:endParaRPr lang="en-US" sz="1590">
              <a:solidFill>
                <a:srgbClr val="FFFFFF"/>
              </a:solidFill>
              <a:latin typeface="Arial"/>
            </a:endParaRPr>
          </a:p>
        </p:txBody>
      </p:sp>
      <p:sp>
        <p:nvSpPr>
          <p:cNvPr id="290" name="Shape 25"/>
          <p:cNvSpPr/>
          <p:nvPr/>
        </p:nvSpPr>
        <p:spPr>
          <a:xfrm>
            <a:off x="1001160" y="602154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91" name="Shape 26"/>
          <p:cNvSpPr/>
          <p:nvPr/>
        </p:nvSpPr>
        <p:spPr>
          <a:xfrm>
            <a:off x="1261980" y="6322860"/>
            <a:ext cx="301320" cy="3013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92" name="Text 27"/>
          <p:cNvSpPr/>
          <p:nvPr/>
        </p:nvSpPr>
        <p:spPr>
          <a:xfrm>
            <a:off x="1686960" y="626832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75D69A"/>
                </a:solidFill>
                <a:latin typeface="Aptos"/>
                <a:ea typeface="Aptos"/>
              </a:rPr>
              <a:t>04  ADAPT</a:t>
            </a:r>
            <a:endParaRPr lang="en-US" sz="1905">
              <a:solidFill>
                <a:srgbClr val="FFFFFF"/>
              </a:solidFill>
              <a:latin typeface="Arial"/>
            </a:endParaRPr>
          </a:p>
        </p:txBody>
      </p:sp>
      <p:sp>
        <p:nvSpPr>
          <p:cNvPr id="293" name="Shape 28"/>
          <p:cNvSpPr/>
          <p:nvPr/>
        </p:nvSpPr>
        <p:spPr>
          <a:xfrm>
            <a:off x="1303020" y="694008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94" name="Text 29"/>
          <p:cNvSpPr/>
          <p:nvPr/>
        </p:nvSpPr>
        <p:spPr>
          <a:xfrm>
            <a:off x="1330560" y="714582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CSD-triggered updates and ensembles</a:t>
            </a:r>
            <a:endParaRPr lang="en-US" sz="2145">
              <a:solidFill>
                <a:srgbClr val="FFFFFF"/>
              </a:solidFill>
              <a:latin typeface="Arial"/>
            </a:endParaRPr>
          </a:p>
        </p:txBody>
      </p:sp>
      <p:sp>
        <p:nvSpPr>
          <p:cNvPr id="295" name="Text 30"/>
          <p:cNvSpPr/>
          <p:nvPr/>
        </p:nvSpPr>
        <p:spPr>
          <a:xfrm>
            <a:off x="1330560" y="807894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Raza 2016 · Chowdhury 2018 · Raza 2019</a:t>
            </a:r>
            <a:endParaRPr lang="en-US" sz="1590">
              <a:solidFill>
                <a:srgbClr val="FFFFFF"/>
              </a:solidFill>
              <a:latin typeface="Arial"/>
            </a:endParaRPr>
          </a:p>
        </p:txBody>
      </p:sp>
      <p:sp>
        <p:nvSpPr>
          <p:cNvPr id="296" name="Shape 31"/>
          <p:cNvSpPr/>
          <p:nvPr/>
        </p:nvSpPr>
        <p:spPr>
          <a:xfrm>
            <a:off x="6720840" y="602154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97" name="Shape 32"/>
          <p:cNvSpPr/>
          <p:nvPr/>
        </p:nvSpPr>
        <p:spPr>
          <a:xfrm>
            <a:off x="6981660" y="6322860"/>
            <a:ext cx="301320" cy="301320"/>
          </a:xfrm>
          <a:prstGeom prst="ellipse">
            <a:avLst/>
          </a:prstGeom>
          <a:solidFill>
            <a:srgbClr val="BC8BFF"/>
          </a:solidFill>
          <a:ln w="1270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98" name="Text 33"/>
          <p:cNvSpPr/>
          <p:nvPr/>
        </p:nvSpPr>
        <p:spPr>
          <a:xfrm>
            <a:off x="7406640" y="626832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BC8BFF"/>
                </a:solidFill>
                <a:latin typeface="Aptos"/>
                <a:ea typeface="Aptos"/>
              </a:rPr>
              <a:t>05  RETAIN</a:t>
            </a:r>
            <a:endParaRPr lang="en-US" sz="1905">
              <a:solidFill>
                <a:srgbClr val="FFFFFF"/>
              </a:solidFill>
              <a:latin typeface="Arial"/>
            </a:endParaRPr>
          </a:p>
        </p:txBody>
      </p:sp>
      <p:sp>
        <p:nvSpPr>
          <p:cNvPr id="299" name="Shape 34"/>
          <p:cNvSpPr/>
          <p:nvPr/>
        </p:nvSpPr>
        <p:spPr>
          <a:xfrm>
            <a:off x="7022160" y="6940080"/>
            <a:ext cx="470502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00" name="Text 35"/>
          <p:cNvSpPr/>
          <p:nvPr/>
        </p:nvSpPr>
        <p:spPr>
          <a:xfrm>
            <a:off x="7050240" y="714582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Continual learning and stability–plasticity</a:t>
            </a:r>
            <a:endParaRPr lang="en-US" sz="2145">
              <a:solidFill>
                <a:srgbClr val="FFFFFF"/>
              </a:solidFill>
              <a:latin typeface="Arial"/>
            </a:endParaRPr>
          </a:p>
        </p:txBody>
      </p:sp>
      <p:sp>
        <p:nvSpPr>
          <p:cNvPr id="301" name="Text 36"/>
          <p:cNvSpPr/>
          <p:nvPr/>
        </p:nvSpPr>
        <p:spPr>
          <a:xfrm>
            <a:off x="7050240" y="807894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Wang 2022 · Kudithipudi 2022</a:t>
            </a:r>
            <a:endParaRPr lang="en-US" sz="1590">
              <a:solidFill>
                <a:srgbClr val="FFFFFF"/>
              </a:solidFill>
              <a:latin typeface="Arial"/>
            </a:endParaRPr>
          </a:p>
        </p:txBody>
      </p:sp>
      <p:sp>
        <p:nvSpPr>
          <p:cNvPr id="302" name="Shape 37"/>
          <p:cNvSpPr/>
          <p:nvPr/>
        </p:nvSpPr>
        <p:spPr>
          <a:xfrm>
            <a:off x="12440520" y="602154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03" name="Shape 38"/>
          <p:cNvSpPr/>
          <p:nvPr/>
        </p:nvSpPr>
        <p:spPr>
          <a:xfrm>
            <a:off x="12700800" y="6322860"/>
            <a:ext cx="301320" cy="3013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04" name="Text 39"/>
          <p:cNvSpPr/>
          <p:nvPr/>
        </p:nvSpPr>
        <p:spPr>
          <a:xfrm>
            <a:off x="13126320" y="626832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FF858C"/>
                </a:solidFill>
                <a:latin typeface="Aptos"/>
                <a:ea typeface="Aptos"/>
              </a:rPr>
              <a:t>06  OPERATE</a:t>
            </a:r>
            <a:endParaRPr lang="en-US" sz="1905">
              <a:solidFill>
                <a:srgbClr val="FFFFFF"/>
              </a:solidFill>
              <a:latin typeface="Arial"/>
            </a:endParaRPr>
          </a:p>
        </p:txBody>
      </p:sp>
      <p:sp>
        <p:nvSpPr>
          <p:cNvPr id="305" name="Shape 40"/>
          <p:cNvSpPr/>
          <p:nvPr/>
        </p:nvSpPr>
        <p:spPr>
          <a:xfrm>
            <a:off x="12741840" y="694008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06" name="Text 41"/>
          <p:cNvSpPr/>
          <p:nvPr/>
        </p:nvSpPr>
        <p:spPr>
          <a:xfrm>
            <a:off x="12769380" y="714582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Policy engine, PdM, digital twins</a:t>
            </a:r>
            <a:endParaRPr lang="en-US" sz="2145">
              <a:solidFill>
                <a:srgbClr val="FFFFFF"/>
              </a:solidFill>
              <a:latin typeface="Arial"/>
            </a:endParaRPr>
          </a:p>
        </p:txBody>
      </p:sp>
      <p:sp>
        <p:nvSpPr>
          <p:cNvPr id="307" name="Text 42"/>
          <p:cNvSpPr/>
          <p:nvPr/>
        </p:nvSpPr>
        <p:spPr>
          <a:xfrm>
            <a:off x="12769380" y="807894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Diethe 2019 · Hurtado 2023 · Gupta 2024</a:t>
            </a:r>
            <a:endParaRPr lang="en-US" sz="1590">
              <a:solidFill>
                <a:srgbClr val="FFFFFF"/>
              </a:solidFill>
              <a:latin typeface="Arial"/>
            </a:endParaRPr>
          </a:p>
        </p:txBody>
      </p:sp>
    </p:spTree>
    <p:extLst>
      <p:ext uri="{BB962C8B-B14F-4D97-AF65-F5344CB8AC3E}">
        <p14:creationId xmlns:p14="http://schemas.microsoft.com/office/powerpoint/2010/main" val="12678094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9"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CANONICAL LINEAGE</a:t>
            </a:r>
            <a:endParaRPr lang="en-US">
              <a:solidFill>
                <a:srgbClr val="FFFFFF"/>
              </a:solidFill>
              <a:latin typeface="Arial"/>
            </a:endParaRPr>
          </a:p>
        </p:txBody>
      </p:sp>
      <p:sp>
        <p:nvSpPr>
          <p:cNvPr id="310"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The papers that shaped the BCI detector</a:t>
            </a:r>
            <a:endParaRPr lang="en-US" sz="4125">
              <a:solidFill>
                <a:srgbClr val="FFFFFF"/>
              </a:solidFill>
              <a:latin typeface="Arial"/>
            </a:endParaRPr>
          </a:p>
        </p:txBody>
      </p:sp>
      <p:sp>
        <p:nvSpPr>
          <p:cNvPr id="311"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 selective source-to-method lineage; later literature extends rather than supersedes it.</a:t>
            </a:r>
            <a:endParaRPr lang="en-US" sz="1980">
              <a:solidFill>
                <a:srgbClr val="FFFFFF"/>
              </a:solidFill>
              <a:latin typeface="Arial"/>
            </a:endParaRPr>
          </a:p>
        </p:txBody>
      </p:sp>
      <p:sp>
        <p:nvSpPr>
          <p:cNvPr id="312"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13"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14"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315"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03</a:t>
            </a:r>
            <a:endParaRPr lang="en-US" sz="1350">
              <a:solidFill>
                <a:srgbClr val="FFFFFF"/>
              </a:solidFill>
              <a:latin typeface="Arial"/>
            </a:endParaRPr>
          </a:p>
        </p:txBody>
      </p:sp>
      <p:sp>
        <p:nvSpPr>
          <p:cNvPr id="316" name="Shape 7"/>
          <p:cNvSpPr/>
          <p:nvPr/>
        </p:nvSpPr>
        <p:spPr>
          <a:xfrm>
            <a:off x="1604340" y="5554980"/>
            <a:ext cx="15087600" cy="540"/>
          </a:xfrm>
          <a:prstGeom prst="line">
            <a:avLst/>
          </a:prstGeom>
          <a:ln w="3810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17" name="Shape 8"/>
          <p:cNvSpPr/>
          <p:nvPr/>
        </p:nvSpPr>
        <p:spPr>
          <a:xfrm>
            <a:off x="1954800" y="5369760"/>
            <a:ext cx="369900" cy="36990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18" name="Text 9"/>
          <p:cNvSpPr/>
          <p:nvPr/>
        </p:nvSpPr>
        <p:spPr>
          <a:xfrm>
            <a:off x="116586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65A7FF"/>
                </a:solidFill>
                <a:latin typeface="Aptos"/>
                <a:ea typeface="Aptos"/>
              </a:rPr>
              <a:t>2000</a:t>
            </a:r>
            <a:endParaRPr lang="en-US" sz="3570">
              <a:solidFill>
                <a:srgbClr val="FFFFFF"/>
              </a:solidFill>
              <a:latin typeface="Arial"/>
            </a:endParaRPr>
          </a:p>
        </p:txBody>
      </p:sp>
      <p:sp>
        <p:nvSpPr>
          <p:cNvPr id="319" name="Text 10"/>
          <p:cNvSpPr/>
          <p:nvPr/>
        </p:nvSpPr>
        <p:spPr>
          <a:xfrm>
            <a:off x="102870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CSP spatial filters</a:t>
            </a:r>
            <a:endParaRPr lang="en-US" sz="1890">
              <a:solidFill>
                <a:srgbClr val="FFFFFF"/>
              </a:solidFill>
              <a:latin typeface="Arial"/>
            </a:endParaRPr>
          </a:p>
        </p:txBody>
      </p:sp>
      <p:sp>
        <p:nvSpPr>
          <p:cNvPr id="320" name="Text 11"/>
          <p:cNvSpPr/>
          <p:nvPr/>
        </p:nvSpPr>
        <p:spPr>
          <a:xfrm>
            <a:off x="11383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Ramoser et al.</a:t>
            </a:r>
            <a:endParaRPr lang="en-US" sz="1680">
              <a:solidFill>
                <a:srgbClr val="FFFFFF"/>
              </a:solidFill>
              <a:latin typeface="Arial"/>
            </a:endParaRPr>
          </a:p>
        </p:txBody>
      </p:sp>
      <p:sp>
        <p:nvSpPr>
          <p:cNvPr id="321" name="Shape 12"/>
          <p:cNvSpPr/>
          <p:nvPr/>
        </p:nvSpPr>
        <p:spPr>
          <a:xfrm>
            <a:off x="4862160" y="5369760"/>
            <a:ext cx="369900" cy="36990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22" name="Text 13"/>
          <p:cNvSpPr/>
          <p:nvPr/>
        </p:nvSpPr>
        <p:spPr>
          <a:xfrm>
            <a:off x="407376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39D2C3"/>
                </a:solidFill>
                <a:latin typeface="Aptos"/>
                <a:ea typeface="Aptos"/>
              </a:rPr>
              <a:t>2015</a:t>
            </a:r>
            <a:endParaRPr lang="en-US" sz="3570">
              <a:solidFill>
                <a:srgbClr val="FFFFFF"/>
              </a:solidFill>
              <a:latin typeface="Arial"/>
            </a:endParaRPr>
          </a:p>
        </p:txBody>
      </p:sp>
      <p:sp>
        <p:nvSpPr>
          <p:cNvPr id="323" name="Text 14"/>
          <p:cNvSpPr/>
          <p:nvPr/>
        </p:nvSpPr>
        <p:spPr>
          <a:xfrm>
            <a:off x="393660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EWMA + validation</a:t>
            </a:r>
            <a:endParaRPr lang="en-US" sz="1890">
              <a:solidFill>
                <a:srgbClr val="FFFFFF"/>
              </a:solidFill>
              <a:latin typeface="Arial"/>
            </a:endParaRPr>
          </a:p>
        </p:txBody>
      </p:sp>
      <p:sp>
        <p:nvSpPr>
          <p:cNvPr id="324" name="Text 15"/>
          <p:cNvSpPr/>
          <p:nvPr/>
        </p:nvSpPr>
        <p:spPr>
          <a:xfrm>
            <a:off x="40462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Raza et al.</a:t>
            </a:r>
            <a:endParaRPr lang="en-US" sz="1680">
              <a:solidFill>
                <a:srgbClr val="FFFFFF"/>
              </a:solidFill>
              <a:latin typeface="Arial"/>
            </a:endParaRPr>
          </a:p>
        </p:txBody>
      </p:sp>
      <p:sp>
        <p:nvSpPr>
          <p:cNvPr id="325" name="Shape 16"/>
          <p:cNvSpPr/>
          <p:nvPr/>
        </p:nvSpPr>
        <p:spPr>
          <a:xfrm>
            <a:off x="7770060" y="5369760"/>
            <a:ext cx="369900" cy="36990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26" name="Text 17"/>
          <p:cNvSpPr/>
          <p:nvPr/>
        </p:nvSpPr>
        <p:spPr>
          <a:xfrm>
            <a:off x="698166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75D69A"/>
                </a:solidFill>
                <a:latin typeface="Aptos"/>
                <a:ea typeface="Aptos"/>
              </a:rPr>
              <a:t>2016</a:t>
            </a:r>
            <a:endParaRPr lang="en-US" sz="3570">
              <a:solidFill>
                <a:srgbClr val="FFFFFF"/>
              </a:solidFill>
              <a:latin typeface="Arial"/>
            </a:endParaRPr>
          </a:p>
        </p:txBody>
      </p:sp>
      <p:sp>
        <p:nvSpPr>
          <p:cNvPr id="327" name="Text 18"/>
          <p:cNvSpPr/>
          <p:nvPr/>
        </p:nvSpPr>
        <p:spPr>
          <a:xfrm>
            <a:off x="684450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Shift-triggered learning</a:t>
            </a:r>
            <a:endParaRPr lang="en-US" sz="1890">
              <a:solidFill>
                <a:srgbClr val="FFFFFF"/>
              </a:solidFill>
              <a:latin typeface="Arial"/>
            </a:endParaRPr>
          </a:p>
        </p:txBody>
      </p:sp>
      <p:sp>
        <p:nvSpPr>
          <p:cNvPr id="328" name="Text 19"/>
          <p:cNvSpPr/>
          <p:nvPr/>
        </p:nvSpPr>
        <p:spPr>
          <a:xfrm>
            <a:off x="69541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Raza et al.</a:t>
            </a:r>
            <a:endParaRPr lang="en-US" sz="1680">
              <a:solidFill>
                <a:srgbClr val="FFFFFF"/>
              </a:solidFill>
              <a:latin typeface="Arial"/>
            </a:endParaRPr>
          </a:p>
        </p:txBody>
      </p:sp>
      <p:sp>
        <p:nvSpPr>
          <p:cNvPr id="329" name="Shape 20"/>
          <p:cNvSpPr/>
          <p:nvPr/>
        </p:nvSpPr>
        <p:spPr>
          <a:xfrm>
            <a:off x="10677960" y="5369760"/>
            <a:ext cx="369900" cy="36990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30" name="Text 21"/>
          <p:cNvSpPr/>
          <p:nvPr/>
        </p:nvSpPr>
        <p:spPr>
          <a:xfrm>
            <a:off x="988902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F9BE4A"/>
                </a:solidFill>
                <a:latin typeface="Aptos"/>
                <a:ea typeface="Aptos"/>
              </a:rPr>
              <a:t>2017</a:t>
            </a:r>
            <a:endParaRPr lang="en-US" sz="3570">
              <a:solidFill>
                <a:srgbClr val="FFFFFF"/>
              </a:solidFill>
              <a:latin typeface="Arial"/>
            </a:endParaRPr>
          </a:p>
        </p:txBody>
      </p:sp>
      <p:sp>
        <p:nvSpPr>
          <p:cNvPr id="331" name="Text 22"/>
          <p:cNvSpPr/>
          <p:nvPr/>
        </p:nvSpPr>
        <p:spPr>
          <a:xfrm>
            <a:off x="975186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Hierarchical tests</a:t>
            </a:r>
            <a:endParaRPr lang="en-US" sz="1890">
              <a:solidFill>
                <a:srgbClr val="FFFFFF"/>
              </a:solidFill>
              <a:latin typeface="Arial"/>
            </a:endParaRPr>
          </a:p>
        </p:txBody>
      </p:sp>
      <p:sp>
        <p:nvSpPr>
          <p:cNvPr id="332" name="Text 23"/>
          <p:cNvSpPr/>
          <p:nvPr/>
        </p:nvSpPr>
        <p:spPr>
          <a:xfrm>
            <a:off x="98620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Alippi et al.</a:t>
            </a:r>
            <a:endParaRPr lang="en-US" sz="1680">
              <a:solidFill>
                <a:srgbClr val="FFFFFF"/>
              </a:solidFill>
              <a:latin typeface="Arial"/>
            </a:endParaRPr>
          </a:p>
        </p:txBody>
      </p:sp>
      <p:sp>
        <p:nvSpPr>
          <p:cNvPr id="333" name="Shape 24"/>
          <p:cNvSpPr/>
          <p:nvPr/>
        </p:nvSpPr>
        <p:spPr>
          <a:xfrm>
            <a:off x="13585860" y="5369760"/>
            <a:ext cx="369900" cy="369900"/>
          </a:xfrm>
          <a:prstGeom prst="ellipse">
            <a:avLst/>
          </a:prstGeom>
          <a:solidFill>
            <a:srgbClr val="BC8BFF"/>
          </a:solidFill>
          <a:ln w="1270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34" name="Text 25"/>
          <p:cNvSpPr/>
          <p:nvPr/>
        </p:nvSpPr>
        <p:spPr>
          <a:xfrm>
            <a:off x="1279692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BC8BFF"/>
                </a:solidFill>
                <a:latin typeface="Aptos"/>
                <a:ea typeface="Aptos"/>
              </a:rPr>
              <a:t>2018</a:t>
            </a:r>
            <a:endParaRPr lang="en-US" sz="3570">
              <a:solidFill>
                <a:srgbClr val="FFFFFF"/>
              </a:solidFill>
              <a:latin typeface="Arial"/>
            </a:endParaRPr>
          </a:p>
        </p:txBody>
      </p:sp>
      <p:sp>
        <p:nvSpPr>
          <p:cNvPr id="335" name="Text 26"/>
          <p:cNvSpPr/>
          <p:nvPr/>
        </p:nvSpPr>
        <p:spPr>
          <a:xfrm>
            <a:off x="1265976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Online BCI + feedback</a:t>
            </a:r>
            <a:endParaRPr lang="en-US" sz="1890">
              <a:solidFill>
                <a:srgbClr val="FFFFFF"/>
              </a:solidFill>
              <a:latin typeface="Arial"/>
            </a:endParaRPr>
          </a:p>
        </p:txBody>
      </p:sp>
      <p:sp>
        <p:nvSpPr>
          <p:cNvPr id="336" name="Text 27"/>
          <p:cNvSpPr/>
          <p:nvPr/>
        </p:nvSpPr>
        <p:spPr>
          <a:xfrm>
            <a:off x="1276938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Chowdhury et al.</a:t>
            </a:r>
            <a:endParaRPr lang="en-US" sz="1680">
              <a:solidFill>
                <a:srgbClr val="FFFFFF"/>
              </a:solidFill>
              <a:latin typeface="Arial"/>
            </a:endParaRPr>
          </a:p>
        </p:txBody>
      </p:sp>
      <p:sp>
        <p:nvSpPr>
          <p:cNvPr id="337" name="Shape 28"/>
          <p:cNvSpPr/>
          <p:nvPr/>
        </p:nvSpPr>
        <p:spPr>
          <a:xfrm>
            <a:off x="16493760" y="5369760"/>
            <a:ext cx="369900" cy="36990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38" name="Text 29"/>
          <p:cNvSpPr/>
          <p:nvPr/>
        </p:nvSpPr>
        <p:spPr>
          <a:xfrm>
            <a:off x="1570482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65A7FF"/>
                </a:solidFill>
                <a:latin typeface="Aptos"/>
                <a:ea typeface="Aptos"/>
              </a:rPr>
              <a:t>2019</a:t>
            </a:r>
            <a:endParaRPr lang="en-US" sz="3570">
              <a:solidFill>
                <a:srgbClr val="FFFFFF"/>
              </a:solidFill>
              <a:latin typeface="Arial"/>
            </a:endParaRPr>
          </a:p>
        </p:txBody>
      </p:sp>
      <p:sp>
        <p:nvSpPr>
          <p:cNvPr id="339" name="Text 30"/>
          <p:cNvSpPr/>
          <p:nvPr/>
        </p:nvSpPr>
        <p:spPr>
          <a:xfrm>
            <a:off x="1556766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CSE–UAEL ensemble</a:t>
            </a:r>
            <a:endParaRPr lang="en-US" sz="1890">
              <a:solidFill>
                <a:srgbClr val="FFFFFF"/>
              </a:solidFill>
              <a:latin typeface="Arial"/>
            </a:endParaRPr>
          </a:p>
        </p:txBody>
      </p:sp>
      <p:sp>
        <p:nvSpPr>
          <p:cNvPr id="340" name="Text 31"/>
          <p:cNvSpPr/>
          <p:nvPr/>
        </p:nvSpPr>
        <p:spPr>
          <a:xfrm>
            <a:off x="1567728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Raza et al.</a:t>
            </a:r>
            <a:endParaRPr lang="en-US" sz="1680">
              <a:solidFill>
                <a:srgbClr val="FFFFFF"/>
              </a:solidFill>
              <a:latin typeface="Arial"/>
            </a:endParaRPr>
          </a:p>
        </p:txBody>
      </p:sp>
      <p:sp>
        <p:nvSpPr>
          <p:cNvPr id="341" name="Shape 32"/>
          <p:cNvSpPr/>
          <p:nvPr/>
        </p:nvSpPr>
        <p:spPr>
          <a:xfrm>
            <a:off x="1275480" y="7338060"/>
            <a:ext cx="15704280" cy="1220400"/>
          </a:xfrm>
          <a:prstGeom prst="roundRect">
            <a:avLst>
              <a:gd name="adj" fmla="val 14607"/>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42" name="Text 33"/>
          <p:cNvSpPr/>
          <p:nvPr/>
        </p:nvSpPr>
        <p:spPr>
          <a:xfrm>
            <a:off x="1577340" y="7557300"/>
            <a:ext cx="425142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50" b="1">
                <a:solidFill>
                  <a:srgbClr val="39D2C3"/>
                </a:solidFill>
                <a:latin typeface="Aptos"/>
                <a:ea typeface="Aptos"/>
              </a:rPr>
              <a:t>PhD reconstruction point</a:t>
            </a:r>
            <a:endParaRPr lang="en-US" sz="2550">
              <a:solidFill>
                <a:srgbClr val="FFFFFF"/>
              </a:solidFill>
              <a:latin typeface="Arial"/>
            </a:endParaRPr>
          </a:p>
        </p:txBody>
      </p:sp>
      <p:sp>
        <p:nvSpPr>
          <p:cNvPr id="343" name="Text 34"/>
          <p:cNvSpPr/>
          <p:nvPr/>
        </p:nvSpPr>
        <p:spPr>
          <a:xfrm>
            <a:off x="5829300" y="7612380"/>
            <a:ext cx="1056078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30">
                <a:solidFill>
                  <a:srgbClr val="D5E4F1"/>
                </a:solidFill>
                <a:latin typeface="Aptos"/>
                <a:ea typeface="Aptos"/>
              </a:rPr>
              <a:t>trial-aligned EEG → FBCSP/PCA → warning → validation → adaptation policy</a:t>
            </a:r>
            <a:endParaRPr lang="en-US" sz="2130">
              <a:solidFill>
                <a:srgbClr val="FFFFFF"/>
              </a:solidFill>
              <a:latin typeface="Arial"/>
            </a:endParaRPr>
          </a:p>
        </p:txBody>
      </p:sp>
    </p:spTree>
    <p:extLst>
      <p:ext uri="{BB962C8B-B14F-4D97-AF65-F5344CB8AC3E}">
        <p14:creationId xmlns:p14="http://schemas.microsoft.com/office/powerpoint/2010/main" val="21235761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5"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DIRECT PREDECESSORS</a:t>
            </a:r>
            <a:endParaRPr lang="en-US">
              <a:solidFill>
                <a:srgbClr val="FFFFFF"/>
              </a:solidFill>
              <a:latin typeface="Arial"/>
            </a:endParaRPr>
          </a:p>
        </p:txBody>
      </p:sp>
      <p:sp>
        <p:nvSpPr>
          <p:cNvPr id="346"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Four cornerstone papers &amp; what each contributes</a:t>
            </a:r>
            <a:endParaRPr lang="en-US" sz="4125">
              <a:solidFill>
                <a:srgbClr val="FFFFFF"/>
              </a:solidFill>
              <a:latin typeface="Arial"/>
            </a:endParaRPr>
          </a:p>
        </p:txBody>
      </p:sp>
      <p:sp>
        <p:nvSpPr>
          <p:cNvPr id="347"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Prioritise the paper’s functional role, the reusable method, and its remaining evidential boundary.</a:t>
            </a:r>
            <a:endParaRPr lang="en-US" sz="1980">
              <a:solidFill>
                <a:srgbClr val="FFFFFF"/>
              </a:solidFill>
              <a:latin typeface="Arial"/>
            </a:endParaRPr>
          </a:p>
        </p:txBody>
      </p:sp>
      <p:sp>
        <p:nvSpPr>
          <p:cNvPr id="348"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49"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50"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351"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04</a:t>
            </a:r>
            <a:endParaRPr lang="en-US" sz="1350">
              <a:solidFill>
                <a:srgbClr val="FFFFFF"/>
              </a:solidFill>
              <a:latin typeface="Arial"/>
            </a:endParaRPr>
          </a:p>
        </p:txBody>
      </p:sp>
      <p:sp>
        <p:nvSpPr>
          <p:cNvPr id="352" name="Shape 7"/>
          <p:cNvSpPr/>
          <p:nvPr/>
        </p:nvSpPr>
        <p:spPr>
          <a:xfrm>
            <a:off x="1042200" y="305856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53" name="Shape 8"/>
          <p:cNvSpPr/>
          <p:nvPr/>
        </p:nvSpPr>
        <p:spPr>
          <a:xfrm>
            <a:off x="1042200" y="3058560"/>
            <a:ext cx="540" cy="2647080"/>
          </a:xfrm>
          <a:prstGeom prst="line">
            <a:avLst/>
          </a:prstGeom>
          <a:ln w="635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54" name="Text 9">
            <a:hlinkClick r:id="rId3"/>
          </p:cNvPr>
          <p:cNvSpPr/>
          <p:nvPr/>
        </p:nvSpPr>
        <p:spPr>
          <a:xfrm>
            <a:off x="1358100" y="326430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65A7FF"/>
                </a:solidFill>
                <a:latin typeface="Aptos"/>
                <a:ea typeface="Aptos"/>
                <a:hlinkClick r:id="rId3"/>
              </a:rPr>
              <a:t>Ramoser et al. (2000)</a:t>
            </a:r>
            <a:endParaRPr lang="en-US" sz="2505">
              <a:solidFill>
                <a:srgbClr val="FFFFFF"/>
              </a:solidFill>
              <a:latin typeface="Arial"/>
            </a:endParaRPr>
          </a:p>
        </p:txBody>
      </p:sp>
      <p:sp>
        <p:nvSpPr>
          <p:cNvPr id="355" name="Text 10"/>
          <p:cNvSpPr/>
          <p:nvPr/>
        </p:nvSpPr>
        <p:spPr>
          <a:xfrm>
            <a:off x="7365600" y="330534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EEG SIGNAL REPRESENTATION</a:t>
            </a:r>
            <a:endParaRPr lang="en-US" sz="1245">
              <a:solidFill>
                <a:srgbClr val="FFFFFF"/>
              </a:solidFill>
              <a:latin typeface="Arial"/>
            </a:endParaRPr>
          </a:p>
        </p:txBody>
      </p:sp>
      <p:sp>
        <p:nvSpPr>
          <p:cNvPr id="356" name="Text 11"/>
          <p:cNvSpPr/>
          <p:nvPr/>
        </p:nvSpPr>
        <p:spPr>
          <a:xfrm>
            <a:off x="1358100" y="384048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Common spatial patterns for discriminatory single-trial hand imagery.</a:t>
            </a:r>
            <a:endParaRPr lang="en-US" sz="1890">
              <a:solidFill>
                <a:srgbClr val="FFFFFF"/>
              </a:solidFill>
              <a:latin typeface="Arial"/>
            </a:endParaRPr>
          </a:p>
        </p:txBody>
      </p:sp>
      <p:sp>
        <p:nvSpPr>
          <p:cNvPr id="357" name="Text 12"/>
          <p:cNvSpPr/>
          <p:nvPr/>
        </p:nvSpPr>
        <p:spPr>
          <a:xfrm>
            <a:off x="1358100" y="456732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upstream CSP/FBCSP features.</a:t>
            </a:r>
            <a:endParaRPr lang="en-US" sz="1605">
              <a:solidFill>
                <a:srgbClr val="FFFFFF"/>
              </a:solidFill>
              <a:latin typeface="Arial"/>
            </a:endParaRPr>
          </a:p>
        </p:txBody>
      </p:sp>
      <p:sp>
        <p:nvSpPr>
          <p:cNvPr id="358" name="Text 13"/>
          <p:cNvSpPr/>
          <p:nvPr/>
        </p:nvSpPr>
        <p:spPr>
          <a:xfrm>
            <a:off x="1358100" y="514350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CSP accuracy is not drift-detection accuracy.</a:t>
            </a:r>
            <a:endParaRPr lang="en-US" sz="1530">
              <a:solidFill>
                <a:srgbClr val="FFFFFF"/>
              </a:solidFill>
              <a:latin typeface="Arial"/>
            </a:endParaRPr>
          </a:p>
        </p:txBody>
      </p:sp>
      <p:sp>
        <p:nvSpPr>
          <p:cNvPr id="359" name="Shape 14"/>
          <p:cNvSpPr/>
          <p:nvPr/>
        </p:nvSpPr>
        <p:spPr>
          <a:xfrm>
            <a:off x="9683280" y="305856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60" name="Shape 15"/>
          <p:cNvSpPr/>
          <p:nvPr/>
        </p:nvSpPr>
        <p:spPr>
          <a:xfrm>
            <a:off x="9683280" y="3058560"/>
            <a:ext cx="540" cy="2647080"/>
          </a:xfrm>
          <a:prstGeom prst="line">
            <a:avLst/>
          </a:prstGeom>
          <a:ln w="635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61" name="Text 16">
            <a:hlinkClick r:id="rId4"/>
          </p:cNvPr>
          <p:cNvSpPr/>
          <p:nvPr/>
        </p:nvSpPr>
        <p:spPr>
          <a:xfrm>
            <a:off x="9999180" y="326430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39D2C3"/>
                </a:solidFill>
                <a:latin typeface="Aptos"/>
                <a:ea typeface="Aptos"/>
                <a:hlinkClick r:id="rId4"/>
              </a:rPr>
              <a:t>Raza et al. (2015)</a:t>
            </a:r>
            <a:endParaRPr lang="en-US" sz="2505">
              <a:solidFill>
                <a:srgbClr val="FFFFFF"/>
              </a:solidFill>
              <a:latin typeface="Arial"/>
            </a:endParaRPr>
          </a:p>
        </p:txBody>
      </p:sp>
      <p:sp>
        <p:nvSpPr>
          <p:cNvPr id="362" name="Text 17"/>
          <p:cNvSpPr/>
          <p:nvPr/>
        </p:nvSpPr>
        <p:spPr>
          <a:xfrm>
            <a:off x="16006680" y="330534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SEQUENTIAL CHANGE TEST</a:t>
            </a:r>
            <a:endParaRPr lang="en-US" sz="1245">
              <a:solidFill>
                <a:srgbClr val="FFFFFF"/>
              </a:solidFill>
              <a:latin typeface="Arial"/>
            </a:endParaRPr>
          </a:p>
        </p:txBody>
      </p:sp>
      <p:sp>
        <p:nvSpPr>
          <p:cNvPr id="363" name="Text 18"/>
          <p:cNvSpPr/>
          <p:nvPr/>
        </p:nvSpPr>
        <p:spPr>
          <a:xfrm>
            <a:off x="9999180" y="384048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Stage I EWMA; Stage II K–S (univariate) or Hotelling T² (multivariate).</a:t>
            </a:r>
            <a:endParaRPr lang="en-US" sz="1890">
              <a:solidFill>
                <a:srgbClr val="FFFFFF"/>
              </a:solidFill>
              <a:latin typeface="Arial"/>
            </a:endParaRPr>
          </a:p>
        </p:txBody>
      </p:sp>
      <p:sp>
        <p:nvSpPr>
          <p:cNvPr id="364" name="Text 19"/>
          <p:cNvSpPr/>
          <p:nvPr/>
        </p:nvSpPr>
        <p:spPr>
          <a:xfrm>
            <a:off x="9999180" y="456732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CSE warning and validation.</a:t>
            </a:r>
            <a:endParaRPr lang="en-US" sz="1605">
              <a:solidFill>
                <a:srgbClr val="FFFFFF"/>
              </a:solidFill>
              <a:latin typeface="Arial"/>
            </a:endParaRPr>
          </a:p>
        </p:txBody>
      </p:sp>
      <p:sp>
        <p:nvSpPr>
          <p:cNvPr id="365" name="Text 20"/>
          <p:cNvSpPr/>
          <p:nvPr/>
        </p:nvSpPr>
        <p:spPr>
          <a:xfrm>
            <a:off x="9999180" y="514350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Two-stage alarms require calibration and chronology audit.</a:t>
            </a:r>
            <a:endParaRPr lang="en-US" sz="1530">
              <a:solidFill>
                <a:srgbClr val="FFFFFF"/>
              </a:solidFill>
              <a:latin typeface="Arial"/>
            </a:endParaRPr>
          </a:p>
        </p:txBody>
      </p:sp>
      <p:sp>
        <p:nvSpPr>
          <p:cNvPr id="366" name="Shape 21"/>
          <p:cNvSpPr/>
          <p:nvPr/>
        </p:nvSpPr>
        <p:spPr>
          <a:xfrm>
            <a:off x="1042200" y="600750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67" name="Shape 22"/>
          <p:cNvSpPr/>
          <p:nvPr/>
        </p:nvSpPr>
        <p:spPr>
          <a:xfrm>
            <a:off x="1042200" y="6007500"/>
            <a:ext cx="540" cy="2647080"/>
          </a:xfrm>
          <a:prstGeom prst="line">
            <a:avLst/>
          </a:prstGeom>
          <a:ln w="635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68" name="Text 23">
            <a:hlinkClick r:id="rId5"/>
          </p:cNvPr>
          <p:cNvSpPr/>
          <p:nvPr/>
        </p:nvSpPr>
        <p:spPr>
          <a:xfrm>
            <a:off x="1358100" y="621324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75D69A"/>
                </a:solidFill>
                <a:latin typeface="Aptos"/>
                <a:ea typeface="Aptos"/>
                <a:hlinkClick r:id="rId5"/>
              </a:rPr>
              <a:t>Chowdhury et al. (2018)</a:t>
            </a:r>
            <a:endParaRPr lang="en-US" sz="2505">
              <a:solidFill>
                <a:srgbClr val="FFFFFF"/>
              </a:solidFill>
              <a:latin typeface="Arial"/>
            </a:endParaRPr>
          </a:p>
        </p:txBody>
      </p:sp>
      <p:sp>
        <p:nvSpPr>
          <p:cNvPr id="369" name="Text 24"/>
          <p:cNvSpPr/>
          <p:nvPr/>
        </p:nvSpPr>
        <p:spPr>
          <a:xfrm>
            <a:off x="7365600" y="625428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ONLINE CLOSED-LOOP APPLICATION</a:t>
            </a:r>
            <a:endParaRPr lang="en-US" sz="1245">
              <a:solidFill>
                <a:srgbClr val="FFFFFF"/>
              </a:solidFill>
              <a:latin typeface="Arial"/>
            </a:endParaRPr>
          </a:p>
        </p:txBody>
      </p:sp>
      <p:sp>
        <p:nvSpPr>
          <p:cNvPr id="370" name="Text 25"/>
          <p:cNvSpPr/>
          <p:nvPr/>
        </p:nvSpPr>
        <p:spPr>
          <a:xfrm>
            <a:off x="1358100" y="678942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CSD-based adaptation linked to visual / hand-exoskeleton feedback.</a:t>
            </a:r>
            <a:endParaRPr lang="en-US" sz="1890">
              <a:solidFill>
                <a:srgbClr val="FFFFFF"/>
              </a:solidFill>
              <a:latin typeface="Arial"/>
            </a:endParaRPr>
          </a:p>
        </p:txBody>
      </p:sp>
      <p:sp>
        <p:nvSpPr>
          <p:cNvPr id="371" name="Text 26"/>
          <p:cNvSpPr/>
          <p:nvPr/>
        </p:nvSpPr>
        <p:spPr>
          <a:xfrm>
            <a:off x="1358100" y="751626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BCI translational architecture.</a:t>
            </a:r>
            <a:endParaRPr lang="en-US" sz="1605">
              <a:solidFill>
                <a:srgbClr val="FFFFFF"/>
              </a:solidFill>
              <a:latin typeface="Arial"/>
            </a:endParaRPr>
          </a:p>
        </p:txBody>
      </p:sp>
      <p:sp>
        <p:nvSpPr>
          <p:cNvPr id="372" name="Text 27"/>
          <p:cNvSpPr/>
          <p:nvPr/>
        </p:nvSpPr>
        <p:spPr>
          <a:xfrm>
            <a:off x="1358100" y="809244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Clinical findings do not validate this repo’s online deployment.</a:t>
            </a:r>
            <a:endParaRPr lang="en-US" sz="1530">
              <a:solidFill>
                <a:srgbClr val="FFFFFF"/>
              </a:solidFill>
              <a:latin typeface="Arial"/>
            </a:endParaRPr>
          </a:p>
        </p:txBody>
      </p:sp>
      <p:sp>
        <p:nvSpPr>
          <p:cNvPr id="373" name="Shape 28"/>
          <p:cNvSpPr/>
          <p:nvPr/>
        </p:nvSpPr>
        <p:spPr>
          <a:xfrm>
            <a:off x="9683280" y="600750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74" name="Shape 29"/>
          <p:cNvSpPr/>
          <p:nvPr/>
        </p:nvSpPr>
        <p:spPr>
          <a:xfrm>
            <a:off x="9683280" y="6007500"/>
            <a:ext cx="540" cy="2647080"/>
          </a:xfrm>
          <a:prstGeom prst="line">
            <a:avLst/>
          </a:prstGeom>
          <a:ln w="635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75" name="Text 30">
            <a:hlinkClick r:id="rId6"/>
          </p:cNvPr>
          <p:cNvSpPr/>
          <p:nvPr/>
        </p:nvSpPr>
        <p:spPr>
          <a:xfrm>
            <a:off x="9999180" y="621324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F9BE4A"/>
                </a:solidFill>
                <a:latin typeface="Aptos"/>
                <a:ea typeface="Aptos"/>
                <a:hlinkClick r:id="rId6"/>
              </a:rPr>
              <a:t>Raza et al. (2019)</a:t>
            </a:r>
            <a:endParaRPr lang="en-US" sz="2505">
              <a:solidFill>
                <a:srgbClr val="FFFFFF"/>
              </a:solidFill>
              <a:latin typeface="Arial"/>
            </a:endParaRPr>
          </a:p>
        </p:txBody>
      </p:sp>
      <p:sp>
        <p:nvSpPr>
          <p:cNvPr id="376" name="Text 31"/>
          <p:cNvSpPr/>
          <p:nvPr/>
        </p:nvSpPr>
        <p:spPr>
          <a:xfrm>
            <a:off x="16006680" y="625428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ADAPTIVE ENSEMBLE FRAMEWORK</a:t>
            </a:r>
            <a:endParaRPr lang="en-US" sz="1245">
              <a:solidFill>
                <a:srgbClr val="FFFFFF"/>
              </a:solidFill>
              <a:latin typeface="Arial"/>
            </a:endParaRPr>
          </a:p>
        </p:txBody>
      </p:sp>
      <p:sp>
        <p:nvSpPr>
          <p:cNvPr id="377" name="Text 32"/>
          <p:cNvSpPr/>
          <p:nvPr/>
        </p:nvSpPr>
        <p:spPr>
          <a:xfrm>
            <a:off x="9999180" y="678942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CSE-UAEL: conditional ensemble expansion after estimated shifts.</a:t>
            </a:r>
            <a:endParaRPr lang="en-US" sz="1890">
              <a:solidFill>
                <a:srgbClr val="FFFFFF"/>
              </a:solidFill>
              <a:latin typeface="Arial"/>
            </a:endParaRPr>
          </a:p>
        </p:txBody>
      </p:sp>
      <p:sp>
        <p:nvSpPr>
          <p:cNvPr id="378" name="Text 33"/>
          <p:cNvSpPr/>
          <p:nvPr/>
        </p:nvSpPr>
        <p:spPr>
          <a:xfrm>
            <a:off x="9999180" y="751626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Table 1 reconstruction / adaptation pathway.</a:t>
            </a:r>
            <a:endParaRPr lang="en-US" sz="1605">
              <a:solidFill>
                <a:srgbClr val="FFFFFF"/>
              </a:solidFill>
              <a:latin typeface="Arial"/>
            </a:endParaRPr>
          </a:p>
        </p:txBody>
      </p:sp>
      <p:sp>
        <p:nvSpPr>
          <p:cNvPr id="379" name="Text 34"/>
          <p:cNvSpPr/>
          <p:nvPr/>
        </p:nvSpPr>
        <p:spPr>
          <a:xfrm>
            <a:off x="9999180" y="809244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Published EEG counts remain unreconciled.</a:t>
            </a:r>
            <a:endParaRPr lang="en-US" sz="1530">
              <a:solidFill>
                <a:srgbClr val="FFFFFF"/>
              </a:solidFill>
              <a:latin typeface="Arial"/>
            </a:endParaRPr>
          </a:p>
        </p:txBody>
      </p:sp>
    </p:spTree>
    <p:extLst>
      <p:ext uri="{BB962C8B-B14F-4D97-AF65-F5344CB8AC3E}">
        <p14:creationId xmlns:p14="http://schemas.microsoft.com/office/powerpoint/2010/main" val="15030537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NEW STATISTICAL DIRECTIONS</a:t>
            </a:r>
            <a:endParaRPr lang="en-US">
              <a:solidFill>
                <a:srgbClr val="FFFFFF"/>
              </a:solidFill>
              <a:latin typeface="Arial"/>
            </a:endParaRPr>
          </a:p>
        </p:txBody>
      </p:sp>
      <p:sp>
        <p:nvSpPr>
          <p:cNvPr id="381"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Different tests answer different change questions</a:t>
            </a:r>
            <a:endParaRPr lang="en-US" sz="4125">
              <a:solidFill>
                <a:srgbClr val="FFFFFF"/>
              </a:solidFill>
              <a:latin typeface="Arial"/>
            </a:endParaRPr>
          </a:p>
        </p:txBody>
      </p:sp>
      <p:sp>
        <p:nvSpPr>
          <p:cNvPr id="382"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 useful comparison is statistical target, not simply whether a method raises an alarm.</a:t>
            </a:r>
            <a:endParaRPr lang="en-US" sz="1980">
              <a:solidFill>
                <a:srgbClr val="FFFFFF"/>
              </a:solidFill>
              <a:latin typeface="Arial"/>
            </a:endParaRPr>
          </a:p>
        </p:txBody>
      </p:sp>
      <p:sp>
        <p:nvSpPr>
          <p:cNvPr id="383"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84"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85"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386"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05</a:t>
            </a:r>
            <a:endParaRPr lang="en-US" sz="1350">
              <a:solidFill>
                <a:srgbClr val="FFFFFF"/>
              </a:solidFill>
              <a:latin typeface="Arial"/>
            </a:endParaRPr>
          </a:p>
        </p:txBody>
      </p:sp>
      <p:sp>
        <p:nvSpPr>
          <p:cNvPr id="387" name="Shape 7"/>
          <p:cNvSpPr/>
          <p:nvPr/>
        </p:nvSpPr>
        <p:spPr>
          <a:xfrm>
            <a:off x="1028700" y="3099600"/>
            <a:ext cx="5458320" cy="57877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88" name="Shape 8"/>
          <p:cNvSpPr/>
          <p:nvPr/>
        </p:nvSpPr>
        <p:spPr>
          <a:xfrm>
            <a:off x="1330020" y="3744360"/>
            <a:ext cx="4842180" cy="540"/>
          </a:xfrm>
          <a:prstGeom prst="line">
            <a:avLst/>
          </a:prstGeom>
          <a:ln w="25400">
            <a:solidFill>
              <a:srgbClr val="39D2C3"/>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89" name="Text 9"/>
          <p:cNvSpPr/>
          <p:nvPr/>
        </p:nvSpPr>
        <p:spPr>
          <a:xfrm>
            <a:off x="1330560" y="3305340"/>
            <a:ext cx="4868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400" b="1">
                <a:solidFill>
                  <a:srgbClr val="39D2C3"/>
                </a:solidFill>
                <a:latin typeface="Aptos"/>
                <a:ea typeface="Aptos"/>
              </a:rPr>
              <a:t>Raza et al. (2015)</a:t>
            </a:r>
            <a:endParaRPr lang="en-US" sz="2400">
              <a:solidFill>
                <a:srgbClr val="FFFFFF"/>
              </a:solidFill>
              <a:latin typeface="Arial"/>
            </a:endParaRPr>
          </a:p>
        </p:txBody>
      </p:sp>
      <p:sp>
        <p:nvSpPr>
          <p:cNvPr id="390" name="Text 10"/>
          <p:cNvSpPr/>
          <p:nvPr/>
        </p:nvSpPr>
        <p:spPr>
          <a:xfrm>
            <a:off x="1330560" y="3909060"/>
            <a:ext cx="48686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35" b="1" spc="47">
                <a:solidFill>
                  <a:srgbClr val="D5E4F1"/>
                </a:solidFill>
                <a:latin typeface="Aptos"/>
                <a:ea typeface="Aptos"/>
              </a:rPr>
              <a:t>TWO-STAGE EWMA / T²</a:t>
            </a:r>
            <a:endParaRPr lang="en-US" sz="1635">
              <a:solidFill>
                <a:srgbClr val="FFFFFF"/>
              </a:solidFill>
              <a:latin typeface="Arial"/>
            </a:endParaRPr>
          </a:p>
        </p:txBody>
      </p:sp>
      <p:sp>
        <p:nvSpPr>
          <p:cNvPr id="391" name="Text 11"/>
          <p:cNvSpPr/>
          <p:nvPr/>
        </p:nvSpPr>
        <p:spPr>
          <a:xfrm>
            <a:off x="1330560" y="455382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SIGNALS</a:t>
            </a:r>
            <a:endParaRPr lang="en-US" sz="1409">
              <a:solidFill>
                <a:srgbClr val="FFFFFF"/>
              </a:solidFill>
              <a:latin typeface="Arial"/>
            </a:endParaRPr>
          </a:p>
        </p:txBody>
      </p:sp>
      <p:sp>
        <p:nvSpPr>
          <p:cNvPr id="392" name="Text 12"/>
          <p:cNvSpPr/>
          <p:nvPr/>
        </p:nvSpPr>
        <p:spPr>
          <a:xfrm>
            <a:off x="2661120" y="453330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CSP/PCA feature stream</a:t>
            </a:r>
            <a:endParaRPr lang="en-US" sz="1695">
              <a:solidFill>
                <a:srgbClr val="FFFFFF"/>
              </a:solidFill>
              <a:latin typeface="Arial"/>
            </a:endParaRPr>
          </a:p>
        </p:txBody>
      </p:sp>
      <p:sp>
        <p:nvSpPr>
          <p:cNvPr id="393" name="Shape 13"/>
          <p:cNvSpPr/>
          <p:nvPr/>
        </p:nvSpPr>
        <p:spPr>
          <a:xfrm>
            <a:off x="1344060" y="514350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94" name="Text 14"/>
          <p:cNvSpPr/>
          <p:nvPr/>
        </p:nvSpPr>
        <p:spPr>
          <a:xfrm>
            <a:off x="1330560" y="53492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STAGE I</a:t>
            </a:r>
            <a:endParaRPr lang="en-US" sz="1409">
              <a:solidFill>
                <a:srgbClr val="FFFFFF"/>
              </a:solidFill>
              <a:latin typeface="Arial"/>
            </a:endParaRPr>
          </a:p>
        </p:txBody>
      </p:sp>
      <p:sp>
        <p:nvSpPr>
          <p:cNvPr id="395" name="Text 15"/>
          <p:cNvSpPr/>
          <p:nvPr/>
        </p:nvSpPr>
        <p:spPr>
          <a:xfrm>
            <a:off x="2661120" y="53287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Online EWMA warning</a:t>
            </a:r>
            <a:endParaRPr lang="en-US" sz="1695">
              <a:solidFill>
                <a:srgbClr val="FFFFFF"/>
              </a:solidFill>
              <a:latin typeface="Arial"/>
            </a:endParaRPr>
          </a:p>
        </p:txBody>
      </p:sp>
      <p:sp>
        <p:nvSpPr>
          <p:cNvPr id="396" name="Shape 16"/>
          <p:cNvSpPr/>
          <p:nvPr/>
        </p:nvSpPr>
        <p:spPr>
          <a:xfrm>
            <a:off x="1344060" y="593892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97" name="Text 17"/>
          <p:cNvSpPr/>
          <p:nvPr/>
        </p:nvSpPr>
        <p:spPr>
          <a:xfrm>
            <a:off x="1330560" y="614466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STAGE II</a:t>
            </a:r>
            <a:endParaRPr lang="en-US" sz="1409">
              <a:solidFill>
                <a:srgbClr val="FFFFFF"/>
              </a:solidFill>
              <a:latin typeface="Arial"/>
            </a:endParaRPr>
          </a:p>
        </p:txBody>
      </p:sp>
      <p:sp>
        <p:nvSpPr>
          <p:cNvPr id="398" name="Text 18"/>
          <p:cNvSpPr/>
          <p:nvPr/>
        </p:nvSpPr>
        <p:spPr>
          <a:xfrm>
            <a:off x="2661120" y="612414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K–S or two-window Hotelling T²</a:t>
            </a:r>
            <a:endParaRPr lang="en-US" sz="1695">
              <a:solidFill>
                <a:srgbClr val="FFFFFF"/>
              </a:solidFill>
              <a:latin typeface="Arial"/>
            </a:endParaRPr>
          </a:p>
        </p:txBody>
      </p:sp>
      <p:sp>
        <p:nvSpPr>
          <p:cNvPr id="399" name="Shape 19"/>
          <p:cNvSpPr/>
          <p:nvPr/>
        </p:nvSpPr>
        <p:spPr>
          <a:xfrm>
            <a:off x="1344060" y="673434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00" name="Text 20"/>
          <p:cNvSpPr/>
          <p:nvPr/>
        </p:nvSpPr>
        <p:spPr>
          <a:xfrm>
            <a:off x="1330560" y="694008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defTabSz="1371600">
              <a:tabLst>
                <a:tab pos="0" algn="l"/>
              </a:tabLst>
            </a:pPr>
            <a:r>
              <a:rPr lang="en-US" sz="1409" b="1">
                <a:solidFill>
                  <a:srgbClr val="9BB3C9"/>
                </a:solidFill>
                <a:latin typeface="Aptos"/>
                <a:ea typeface="Aptos"/>
              </a:rPr>
              <a:t>WHAT IT SUPPORTS</a:t>
            </a:r>
            <a:endParaRPr lang="en-US" sz="1409">
              <a:solidFill>
                <a:srgbClr val="FFFFFF"/>
              </a:solidFill>
              <a:latin typeface="Arial"/>
            </a:endParaRPr>
          </a:p>
        </p:txBody>
      </p:sp>
      <p:sp>
        <p:nvSpPr>
          <p:cNvPr id="401" name="Text 21"/>
          <p:cNvSpPr/>
          <p:nvPr/>
        </p:nvSpPr>
        <p:spPr>
          <a:xfrm>
            <a:off x="2661120" y="691956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Mean-sensitive multivariate validation</a:t>
            </a:r>
            <a:endParaRPr lang="en-US" sz="1695">
              <a:solidFill>
                <a:srgbClr val="FFFFFF"/>
              </a:solidFill>
              <a:latin typeface="Arial"/>
            </a:endParaRPr>
          </a:p>
        </p:txBody>
      </p:sp>
      <p:sp>
        <p:nvSpPr>
          <p:cNvPr id="402" name="Shape 22"/>
          <p:cNvSpPr/>
          <p:nvPr/>
        </p:nvSpPr>
        <p:spPr>
          <a:xfrm>
            <a:off x="1344060" y="752976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03" name="Text 23"/>
          <p:cNvSpPr/>
          <p:nvPr/>
        </p:nvSpPr>
        <p:spPr>
          <a:xfrm>
            <a:off x="1330560" y="77360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OPEN IN PHD</a:t>
            </a:r>
            <a:endParaRPr lang="en-US" sz="1409">
              <a:solidFill>
                <a:srgbClr val="FFFFFF"/>
              </a:solidFill>
              <a:latin typeface="Arial"/>
            </a:endParaRPr>
          </a:p>
        </p:txBody>
      </p:sp>
      <p:sp>
        <p:nvSpPr>
          <p:cNvPr id="404" name="Text 24"/>
          <p:cNvSpPr/>
          <p:nvPr/>
        </p:nvSpPr>
        <p:spPr>
          <a:xfrm>
            <a:off x="2661120" y="77155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Repeated testing, covariance assumptions</a:t>
            </a:r>
            <a:endParaRPr lang="en-US" sz="1695">
              <a:solidFill>
                <a:srgbClr val="FFFFFF"/>
              </a:solidFill>
              <a:latin typeface="Arial"/>
            </a:endParaRPr>
          </a:p>
        </p:txBody>
      </p:sp>
      <p:sp>
        <p:nvSpPr>
          <p:cNvPr id="405" name="Shape 25"/>
          <p:cNvSpPr/>
          <p:nvPr/>
        </p:nvSpPr>
        <p:spPr>
          <a:xfrm>
            <a:off x="6789420" y="3099600"/>
            <a:ext cx="5458320" cy="57877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06" name="Shape 26"/>
          <p:cNvSpPr/>
          <p:nvPr/>
        </p:nvSpPr>
        <p:spPr>
          <a:xfrm>
            <a:off x="7090740" y="3744360"/>
            <a:ext cx="4842180" cy="540"/>
          </a:xfrm>
          <a:prstGeom prst="line">
            <a:avLst/>
          </a:prstGeom>
          <a:ln w="25400">
            <a:solidFill>
              <a:srgbClr val="F9BE4A"/>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07" name="Text 27"/>
          <p:cNvSpPr/>
          <p:nvPr/>
        </p:nvSpPr>
        <p:spPr>
          <a:xfrm>
            <a:off x="7091280" y="3305340"/>
            <a:ext cx="4868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400" b="1">
                <a:solidFill>
                  <a:srgbClr val="F9BE4A"/>
                </a:solidFill>
                <a:latin typeface="Aptos"/>
                <a:ea typeface="Aptos"/>
              </a:rPr>
              <a:t>Park et al. (2023)</a:t>
            </a:r>
            <a:endParaRPr lang="en-US" sz="2400">
              <a:solidFill>
                <a:srgbClr val="FFFFFF"/>
              </a:solidFill>
              <a:latin typeface="Arial"/>
            </a:endParaRPr>
          </a:p>
        </p:txBody>
      </p:sp>
      <p:sp>
        <p:nvSpPr>
          <p:cNvPr id="408" name="Text 28"/>
          <p:cNvSpPr/>
          <p:nvPr/>
        </p:nvSpPr>
        <p:spPr>
          <a:xfrm>
            <a:off x="7091280" y="3909060"/>
            <a:ext cx="48686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35" b="1" spc="47">
                <a:solidFill>
                  <a:srgbClr val="D5E4F1"/>
                </a:solidFill>
                <a:latin typeface="Aptos"/>
                <a:ea typeface="Aptos"/>
              </a:rPr>
              <a:t>STRUCTURAL CHANGE</a:t>
            </a:r>
            <a:endParaRPr lang="en-US" sz="1635">
              <a:solidFill>
                <a:srgbClr val="FFFFFF"/>
              </a:solidFill>
              <a:latin typeface="Arial"/>
            </a:endParaRPr>
          </a:p>
        </p:txBody>
      </p:sp>
      <p:sp>
        <p:nvSpPr>
          <p:cNvPr id="409" name="Text 29"/>
          <p:cNvSpPr/>
          <p:nvPr/>
        </p:nvSpPr>
        <p:spPr>
          <a:xfrm>
            <a:off x="7091280" y="455382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FIRST-ORDER</a:t>
            </a:r>
            <a:endParaRPr lang="en-US" sz="1409">
              <a:solidFill>
                <a:srgbClr val="FFFFFF"/>
              </a:solidFill>
              <a:latin typeface="Arial"/>
            </a:endParaRPr>
          </a:p>
        </p:txBody>
      </p:sp>
      <p:sp>
        <p:nvSpPr>
          <p:cNvPr id="410" name="Text 30"/>
          <p:cNvSpPr/>
          <p:nvPr/>
        </p:nvSpPr>
        <p:spPr>
          <a:xfrm>
            <a:off x="8421840" y="453330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Mean CUSUM / peak agreement</a:t>
            </a:r>
            <a:endParaRPr lang="en-US" sz="1695">
              <a:solidFill>
                <a:srgbClr val="FFFFFF"/>
              </a:solidFill>
              <a:latin typeface="Arial"/>
            </a:endParaRPr>
          </a:p>
        </p:txBody>
      </p:sp>
      <p:sp>
        <p:nvSpPr>
          <p:cNvPr id="411" name="Shape 31"/>
          <p:cNvSpPr/>
          <p:nvPr/>
        </p:nvSpPr>
        <p:spPr>
          <a:xfrm>
            <a:off x="7104780" y="514350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12" name="Text 32"/>
          <p:cNvSpPr/>
          <p:nvPr/>
        </p:nvSpPr>
        <p:spPr>
          <a:xfrm>
            <a:off x="7091280" y="53492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defTabSz="1371600">
              <a:tabLst>
                <a:tab pos="0" algn="l"/>
              </a:tabLst>
            </a:pPr>
            <a:r>
              <a:rPr lang="en-US" sz="1409" b="1">
                <a:solidFill>
                  <a:srgbClr val="9BB3C9"/>
                </a:solidFill>
                <a:latin typeface="Aptos"/>
                <a:ea typeface="Aptos"/>
              </a:rPr>
              <a:t>SECOND-ORDER</a:t>
            </a:r>
            <a:endParaRPr lang="en-US" sz="1409">
              <a:solidFill>
                <a:srgbClr val="FFFFFF"/>
              </a:solidFill>
              <a:latin typeface="Arial"/>
            </a:endParaRPr>
          </a:p>
        </p:txBody>
      </p:sp>
      <p:sp>
        <p:nvSpPr>
          <p:cNvPr id="413" name="Text 33"/>
          <p:cNvSpPr/>
          <p:nvPr/>
        </p:nvSpPr>
        <p:spPr>
          <a:xfrm>
            <a:off x="8421840" y="53287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Wavelet spectral matrices / dynamic PCA</a:t>
            </a:r>
            <a:endParaRPr lang="en-US" sz="1695">
              <a:solidFill>
                <a:srgbClr val="FFFFFF"/>
              </a:solidFill>
              <a:latin typeface="Arial"/>
            </a:endParaRPr>
          </a:p>
        </p:txBody>
      </p:sp>
      <p:sp>
        <p:nvSpPr>
          <p:cNvPr id="414" name="Shape 34"/>
          <p:cNvSpPr/>
          <p:nvPr/>
        </p:nvSpPr>
        <p:spPr>
          <a:xfrm>
            <a:off x="7104780" y="593892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15" name="Text 35"/>
          <p:cNvSpPr/>
          <p:nvPr/>
        </p:nvSpPr>
        <p:spPr>
          <a:xfrm>
            <a:off x="7091280" y="614466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DISTINCTION</a:t>
            </a:r>
            <a:endParaRPr lang="en-US" sz="1409">
              <a:solidFill>
                <a:srgbClr val="FFFFFF"/>
              </a:solidFill>
              <a:latin typeface="Arial"/>
            </a:endParaRPr>
          </a:p>
        </p:txBody>
      </p:sp>
      <p:sp>
        <p:nvSpPr>
          <p:cNvPr id="416" name="Text 36"/>
          <p:cNvSpPr/>
          <p:nvPr/>
        </p:nvSpPr>
        <p:spPr>
          <a:xfrm>
            <a:off x="8421840" y="612414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Covariance + temporal dependence changes</a:t>
            </a:r>
            <a:endParaRPr lang="en-US" sz="1695">
              <a:solidFill>
                <a:srgbClr val="FFFFFF"/>
              </a:solidFill>
              <a:latin typeface="Arial"/>
            </a:endParaRPr>
          </a:p>
        </p:txBody>
      </p:sp>
      <p:sp>
        <p:nvSpPr>
          <p:cNvPr id="417" name="Shape 37"/>
          <p:cNvSpPr/>
          <p:nvPr/>
        </p:nvSpPr>
        <p:spPr>
          <a:xfrm>
            <a:off x="7104780" y="673434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18" name="Text 38"/>
          <p:cNvSpPr/>
          <p:nvPr/>
        </p:nvSpPr>
        <p:spPr>
          <a:xfrm>
            <a:off x="7091280" y="694008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IN REPO</a:t>
            </a:r>
            <a:endParaRPr lang="en-US" sz="1409">
              <a:solidFill>
                <a:srgbClr val="FFFFFF"/>
              </a:solidFill>
              <a:latin typeface="Arial"/>
            </a:endParaRPr>
          </a:p>
        </p:txBody>
      </p:sp>
      <p:sp>
        <p:nvSpPr>
          <p:cNvPr id="419" name="Text 39"/>
          <p:cNvSpPr/>
          <p:nvPr/>
        </p:nvSpPr>
        <p:spPr>
          <a:xfrm>
            <a:off x="8421840" y="691956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Mean-CUSUM and proposed CPSS</a:t>
            </a:r>
            <a:endParaRPr lang="en-US" sz="1695">
              <a:solidFill>
                <a:srgbClr val="FFFFFF"/>
              </a:solidFill>
              <a:latin typeface="Arial"/>
            </a:endParaRPr>
          </a:p>
        </p:txBody>
      </p:sp>
      <p:sp>
        <p:nvSpPr>
          <p:cNvPr id="420" name="Shape 40"/>
          <p:cNvSpPr/>
          <p:nvPr/>
        </p:nvSpPr>
        <p:spPr>
          <a:xfrm>
            <a:off x="7104780" y="752976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21" name="Text 41"/>
          <p:cNvSpPr/>
          <p:nvPr/>
        </p:nvSpPr>
        <p:spPr>
          <a:xfrm>
            <a:off x="7091280" y="77360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NOT YET</a:t>
            </a:r>
            <a:endParaRPr lang="en-US" sz="1409">
              <a:solidFill>
                <a:srgbClr val="FFFFFF"/>
              </a:solidFill>
              <a:latin typeface="Arial"/>
            </a:endParaRPr>
          </a:p>
        </p:txBody>
      </p:sp>
      <p:sp>
        <p:nvSpPr>
          <p:cNvPr id="422" name="Text 42"/>
          <p:cNvSpPr/>
          <p:nvPr/>
        </p:nvSpPr>
        <p:spPr>
          <a:xfrm>
            <a:off x="8421840" y="77155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Second-order method / paper reproduction</a:t>
            </a:r>
            <a:endParaRPr lang="en-US" sz="1695">
              <a:solidFill>
                <a:srgbClr val="FFFFFF"/>
              </a:solidFill>
              <a:latin typeface="Arial"/>
            </a:endParaRPr>
          </a:p>
        </p:txBody>
      </p:sp>
      <p:sp>
        <p:nvSpPr>
          <p:cNvPr id="423" name="Shape 43"/>
          <p:cNvSpPr/>
          <p:nvPr/>
        </p:nvSpPr>
        <p:spPr>
          <a:xfrm>
            <a:off x="12550140" y="3099600"/>
            <a:ext cx="5458320" cy="57877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24" name="Shape 44"/>
          <p:cNvSpPr/>
          <p:nvPr/>
        </p:nvSpPr>
        <p:spPr>
          <a:xfrm>
            <a:off x="12851460" y="3744360"/>
            <a:ext cx="4842180" cy="540"/>
          </a:xfrm>
          <a:prstGeom prst="line">
            <a:avLst/>
          </a:prstGeom>
          <a:ln w="25400">
            <a:solidFill>
              <a:srgbClr val="BC8BFF"/>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25" name="Text 45"/>
          <p:cNvSpPr/>
          <p:nvPr/>
        </p:nvSpPr>
        <p:spPr>
          <a:xfrm>
            <a:off x="12852000" y="3305340"/>
            <a:ext cx="4868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400" b="1">
                <a:solidFill>
                  <a:srgbClr val="BC8BFF"/>
                </a:solidFill>
                <a:latin typeface="Aptos"/>
                <a:ea typeface="Aptos"/>
              </a:rPr>
              <a:t>Heyden et al. (2024)</a:t>
            </a:r>
            <a:endParaRPr lang="en-US" sz="2400">
              <a:solidFill>
                <a:srgbClr val="FFFFFF"/>
              </a:solidFill>
              <a:latin typeface="Arial"/>
            </a:endParaRPr>
          </a:p>
        </p:txBody>
      </p:sp>
      <p:sp>
        <p:nvSpPr>
          <p:cNvPr id="426" name="Text 46"/>
          <p:cNvSpPr/>
          <p:nvPr/>
        </p:nvSpPr>
        <p:spPr>
          <a:xfrm>
            <a:off x="12852000" y="3909060"/>
            <a:ext cx="48686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35" b="1" spc="47">
                <a:solidFill>
                  <a:srgbClr val="D5E4F1"/>
                </a:solidFill>
                <a:latin typeface="Aptos"/>
                <a:ea typeface="Aptos"/>
              </a:rPr>
              <a:t>HIGH-DIMENSIONAL STREAMS</a:t>
            </a:r>
            <a:endParaRPr lang="en-US" sz="1635">
              <a:solidFill>
                <a:srgbClr val="FFFFFF"/>
              </a:solidFill>
              <a:latin typeface="Arial"/>
            </a:endParaRPr>
          </a:p>
        </p:txBody>
      </p:sp>
      <p:sp>
        <p:nvSpPr>
          <p:cNvPr id="427" name="Text 47"/>
          <p:cNvSpPr/>
          <p:nvPr/>
        </p:nvSpPr>
        <p:spPr>
          <a:xfrm>
            <a:off x="12852000" y="455382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DETECTOR</a:t>
            </a:r>
            <a:endParaRPr lang="en-US" sz="1409">
              <a:solidFill>
                <a:srgbClr val="FFFFFF"/>
              </a:solidFill>
              <a:latin typeface="Arial"/>
            </a:endParaRPr>
          </a:p>
        </p:txBody>
      </p:sp>
      <p:sp>
        <p:nvSpPr>
          <p:cNvPr id="428" name="Text 48"/>
          <p:cNvSpPr/>
          <p:nvPr/>
        </p:nvSpPr>
        <p:spPr>
          <a:xfrm>
            <a:off x="14182560" y="453330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ABCD / adaptive window</a:t>
            </a:r>
            <a:endParaRPr lang="en-US" sz="1695">
              <a:solidFill>
                <a:srgbClr val="FFFFFF"/>
              </a:solidFill>
              <a:latin typeface="Arial"/>
            </a:endParaRPr>
          </a:p>
        </p:txBody>
      </p:sp>
      <p:sp>
        <p:nvSpPr>
          <p:cNvPr id="429" name="Shape 49"/>
          <p:cNvSpPr/>
          <p:nvPr/>
        </p:nvSpPr>
        <p:spPr>
          <a:xfrm>
            <a:off x="12865500" y="514350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0" name="Text 50"/>
          <p:cNvSpPr/>
          <p:nvPr/>
        </p:nvSpPr>
        <p:spPr>
          <a:xfrm>
            <a:off x="12852000" y="53492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SIGNAL</a:t>
            </a:r>
            <a:endParaRPr lang="en-US" sz="1409">
              <a:solidFill>
                <a:srgbClr val="FFFFFF"/>
              </a:solidFill>
              <a:latin typeface="Arial"/>
            </a:endParaRPr>
          </a:p>
        </p:txBody>
      </p:sp>
      <p:sp>
        <p:nvSpPr>
          <p:cNvPr id="431" name="Text 51"/>
          <p:cNvSpPr/>
          <p:nvPr/>
        </p:nvSpPr>
        <p:spPr>
          <a:xfrm>
            <a:off x="14182560" y="53287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Encoder–decoder reconstruction loss</a:t>
            </a:r>
            <a:endParaRPr lang="en-US" sz="1695">
              <a:solidFill>
                <a:srgbClr val="FFFFFF"/>
              </a:solidFill>
              <a:latin typeface="Arial"/>
            </a:endParaRPr>
          </a:p>
        </p:txBody>
      </p:sp>
      <p:sp>
        <p:nvSpPr>
          <p:cNvPr id="432" name="Shape 52"/>
          <p:cNvSpPr/>
          <p:nvPr/>
        </p:nvSpPr>
        <p:spPr>
          <a:xfrm>
            <a:off x="12865500" y="593892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3" name="Text 53"/>
          <p:cNvSpPr/>
          <p:nvPr/>
        </p:nvSpPr>
        <p:spPr>
          <a:xfrm>
            <a:off x="12852000" y="614466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TARGETS</a:t>
            </a:r>
            <a:endParaRPr lang="en-US" sz="1409">
              <a:solidFill>
                <a:srgbClr val="FFFFFF"/>
              </a:solidFill>
              <a:latin typeface="Arial"/>
            </a:endParaRPr>
          </a:p>
        </p:txBody>
      </p:sp>
      <p:sp>
        <p:nvSpPr>
          <p:cNvPr id="434" name="Text 54"/>
          <p:cNvSpPr/>
          <p:nvPr/>
        </p:nvSpPr>
        <p:spPr>
          <a:xfrm>
            <a:off x="14182560" y="612414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Change time, subspace, severity</a:t>
            </a:r>
            <a:endParaRPr lang="en-US" sz="1695">
              <a:solidFill>
                <a:srgbClr val="FFFFFF"/>
              </a:solidFill>
              <a:latin typeface="Arial"/>
            </a:endParaRPr>
          </a:p>
        </p:txBody>
      </p:sp>
      <p:sp>
        <p:nvSpPr>
          <p:cNvPr id="435" name="Shape 55"/>
          <p:cNvSpPr/>
          <p:nvPr/>
        </p:nvSpPr>
        <p:spPr>
          <a:xfrm>
            <a:off x="12865500" y="673434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6" name="Text 56"/>
          <p:cNvSpPr/>
          <p:nvPr/>
        </p:nvSpPr>
        <p:spPr>
          <a:xfrm>
            <a:off x="12852000" y="694008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VALUE</a:t>
            </a:r>
            <a:endParaRPr lang="en-US" sz="1409">
              <a:solidFill>
                <a:srgbClr val="FFFFFF"/>
              </a:solidFill>
              <a:latin typeface="Arial"/>
            </a:endParaRPr>
          </a:p>
        </p:txBody>
      </p:sp>
      <p:sp>
        <p:nvSpPr>
          <p:cNvPr id="437" name="Text 57"/>
          <p:cNvSpPr/>
          <p:nvPr/>
        </p:nvSpPr>
        <p:spPr>
          <a:xfrm>
            <a:off x="14182560" y="691956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Complementary comparison candidate</a:t>
            </a:r>
            <a:endParaRPr lang="en-US" sz="1695">
              <a:solidFill>
                <a:srgbClr val="FFFFFF"/>
              </a:solidFill>
              <a:latin typeface="Arial"/>
            </a:endParaRPr>
          </a:p>
        </p:txBody>
      </p:sp>
      <p:sp>
        <p:nvSpPr>
          <p:cNvPr id="438" name="Shape 58"/>
          <p:cNvSpPr/>
          <p:nvPr/>
        </p:nvSpPr>
        <p:spPr>
          <a:xfrm>
            <a:off x="12865500" y="752976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9" name="Text 59"/>
          <p:cNvSpPr/>
          <p:nvPr/>
        </p:nvSpPr>
        <p:spPr>
          <a:xfrm>
            <a:off x="12852000" y="77360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defTabSz="1371600">
              <a:tabLst>
                <a:tab pos="0" algn="l"/>
              </a:tabLst>
            </a:pPr>
            <a:r>
              <a:rPr lang="en-US" sz="1409" b="1">
                <a:solidFill>
                  <a:srgbClr val="9BB3C9"/>
                </a:solidFill>
                <a:latin typeface="Aptos"/>
                <a:ea typeface="Aptos"/>
              </a:rPr>
              <a:t>NOT ESTABLISHED</a:t>
            </a:r>
            <a:endParaRPr lang="en-US" sz="1409">
              <a:solidFill>
                <a:srgbClr val="FFFFFF"/>
              </a:solidFill>
              <a:latin typeface="Arial"/>
            </a:endParaRPr>
          </a:p>
        </p:txBody>
      </p:sp>
      <p:sp>
        <p:nvSpPr>
          <p:cNvPr id="440" name="Text 60"/>
          <p:cNvSpPr/>
          <p:nvPr/>
        </p:nvSpPr>
        <p:spPr>
          <a:xfrm>
            <a:off x="14182560" y="77155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ABCD EEG benchmark in this repo</a:t>
            </a:r>
            <a:endParaRPr lang="en-US" sz="1695">
              <a:solidFill>
                <a:srgbClr val="FFFFFF"/>
              </a:solidFill>
              <a:latin typeface="Arial"/>
            </a:endParaRPr>
          </a:p>
        </p:txBody>
      </p:sp>
      <p:sp>
        <p:nvSpPr>
          <p:cNvPr id="441" name="Text 61"/>
          <p:cNvSpPr/>
          <p:nvPr/>
        </p:nvSpPr>
        <p:spPr>
          <a:xfrm>
            <a:off x="1056240" y="9230760"/>
            <a:ext cx="161843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25">
                <a:solidFill>
                  <a:srgbClr val="F9BE4A"/>
                </a:solidFill>
                <a:latin typeface="Aptos"/>
                <a:ea typeface="Aptos"/>
              </a:rPr>
              <a:t>Caution: Hotelling mean-vector evidence does not establish general second-order or concept-change detection.</a:t>
            </a:r>
            <a:endParaRPr lang="en-US" sz="1725">
              <a:solidFill>
                <a:srgbClr val="FFFFFF"/>
              </a:solidFill>
              <a:latin typeface="Arial"/>
            </a:endParaRPr>
          </a:p>
        </p:txBody>
      </p:sp>
    </p:spTree>
    <p:extLst>
      <p:ext uri="{BB962C8B-B14F-4D97-AF65-F5344CB8AC3E}">
        <p14:creationId xmlns:p14="http://schemas.microsoft.com/office/powerpoint/2010/main" val="25411293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PAPER-TO-SYSTEM SYNTHESIS</a:t>
            </a:r>
            <a:endParaRPr lang="en-US">
              <a:solidFill>
                <a:srgbClr val="FFFFFF"/>
              </a:solidFill>
              <a:latin typeface="Arial"/>
            </a:endParaRPr>
          </a:p>
        </p:txBody>
      </p:sp>
      <p:sp>
        <p:nvSpPr>
          <p:cNvPr id="443"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Where the literature enters the algorithm</a:t>
            </a:r>
            <a:endParaRPr lang="en-US" sz="4125">
              <a:solidFill>
                <a:srgbClr val="FFFFFF"/>
              </a:solidFill>
              <a:latin typeface="Arial"/>
            </a:endParaRPr>
          </a:p>
        </p:txBody>
      </p:sp>
      <p:sp>
        <p:nvSpPr>
          <p:cNvPr id="444"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 proposed integration schematic—not a claim that every downstream component is deployed.</a:t>
            </a:r>
            <a:endParaRPr lang="en-US" sz="1980">
              <a:solidFill>
                <a:srgbClr val="FFFFFF"/>
              </a:solidFill>
              <a:latin typeface="Arial"/>
            </a:endParaRPr>
          </a:p>
        </p:txBody>
      </p:sp>
      <p:sp>
        <p:nvSpPr>
          <p:cNvPr id="445"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46"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47"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448"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06</a:t>
            </a:r>
            <a:endParaRPr lang="en-US" sz="1350">
              <a:solidFill>
                <a:srgbClr val="FFFFFF"/>
              </a:solidFill>
              <a:latin typeface="Arial"/>
            </a:endParaRPr>
          </a:p>
        </p:txBody>
      </p:sp>
      <p:sp>
        <p:nvSpPr>
          <p:cNvPr id="449" name="Shape 7"/>
          <p:cNvSpPr/>
          <p:nvPr/>
        </p:nvSpPr>
        <p:spPr>
          <a:xfrm>
            <a:off x="98766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0" name="Shape 8"/>
          <p:cNvSpPr/>
          <p:nvPr/>
        </p:nvSpPr>
        <p:spPr>
          <a:xfrm>
            <a:off x="1179360" y="4142340"/>
            <a:ext cx="685260" cy="397440"/>
          </a:xfrm>
          <a:prstGeom prst="roundRect">
            <a:avLst>
              <a:gd name="adj" fmla="val 44828"/>
            </a:avLst>
          </a:prstGeom>
          <a:solidFill>
            <a:srgbClr val="0C2032"/>
          </a:solidFill>
          <a:ln w="762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1" name="Text 9"/>
          <p:cNvSpPr/>
          <p:nvPr/>
        </p:nvSpPr>
        <p:spPr>
          <a:xfrm>
            <a:off x="133056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65A7FF"/>
                </a:solidFill>
                <a:latin typeface="Aptos"/>
                <a:ea typeface="Aptos"/>
              </a:rPr>
              <a:t>01</a:t>
            </a:r>
            <a:endParaRPr lang="en-US" sz="1380">
              <a:solidFill>
                <a:srgbClr val="FFFFFF"/>
              </a:solidFill>
              <a:latin typeface="Arial"/>
            </a:endParaRPr>
          </a:p>
        </p:txBody>
      </p:sp>
      <p:sp>
        <p:nvSpPr>
          <p:cNvPr id="452" name="Text 10"/>
          <p:cNvSpPr/>
          <p:nvPr/>
        </p:nvSpPr>
        <p:spPr>
          <a:xfrm>
            <a:off x="119340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65A7FF"/>
                </a:solidFill>
                <a:latin typeface="Aptos"/>
                <a:ea typeface="Aptos"/>
              </a:rPr>
              <a:t>MI-EEG</a:t>
            </a:r>
            <a:endParaRPr lang="en-US" sz="2160">
              <a:solidFill>
                <a:srgbClr val="FFFFFF"/>
              </a:solidFill>
              <a:latin typeface="Arial"/>
            </a:endParaRPr>
          </a:p>
        </p:txBody>
      </p:sp>
      <p:sp>
        <p:nvSpPr>
          <p:cNvPr id="453" name="Text 11"/>
          <p:cNvSpPr/>
          <p:nvPr/>
        </p:nvSpPr>
        <p:spPr>
          <a:xfrm>
            <a:off x="115236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temporal + CSP</a:t>
            </a:r>
            <a:endParaRPr lang="en-US" sz="1695">
              <a:solidFill>
                <a:srgbClr val="FFFFFF"/>
              </a:solidFill>
              <a:latin typeface="Arial"/>
            </a:endParaRPr>
          </a:p>
        </p:txBody>
      </p:sp>
      <p:sp>
        <p:nvSpPr>
          <p:cNvPr id="454" name="Text 12"/>
          <p:cNvSpPr/>
          <p:nvPr/>
        </p:nvSpPr>
        <p:spPr>
          <a:xfrm>
            <a:off x="113832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Ramoser 2000</a:t>
            </a:r>
            <a:endParaRPr lang="en-US" sz="1380">
              <a:solidFill>
                <a:srgbClr val="FFFFFF"/>
              </a:solidFill>
              <a:latin typeface="Arial"/>
            </a:endParaRPr>
          </a:p>
        </p:txBody>
      </p:sp>
      <p:sp>
        <p:nvSpPr>
          <p:cNvPr id="455" name="Shape 13"/>
          <p:cNvSpPr/>
          <p:nvPr/>
        </p:nvSpPr>
        <p:spPr>
          <a:xfrm>
            <a:off x="368928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56" name="Shape 14"/>
          <p:cNvSpPr/>
          <p:nvPr/>
        </p:nvSpPr>
        <p:spPr>
          <a:xfrm>
            <a:off x="378540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57" name="Shape 15"/>
          <p:cNvSpPr/>
          <p:nvPr/>
        </p:nvSpPr>
        <p:spPr>
          <a:xfrm>
            <a:off x="386802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8" name="Shape 16"/>
          <p:cNvSpPr/>
          <p:nvPr/>
        </p:nvSpPr>
        <p:spPr>
          <a:xfrm>
            <a:off x="4059720" y="4142340"/>
            <a:ext cx="685260" cy="397440"/>
          </a:xfrm>
          <a:prstGeom prst="roundRect">
            <a:avLst>
              <a:gd name="adj" fmla="val 44828"/>
            </a:avLst>
          </a:prstGeom>
          <a:solidFill>
            <a:srgbClr val="0C2032"/>
          </a:solidFill>
          <a:ln w="762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9" name="Text 17"/>
          <p:cNvSpPr/>
          <p:nvPr/>
        </p:nvSpPr>
        <p:spPr>
          <a:xfrm>
            <a:off x="421092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65A7FF"/>
                </a:solidFill>
                <a:latin typeface="Aptos"/>
                <a:ea typeface="Aptos"/>
              </a:rPr>
              <a:t>02</a:t>
            </a:r>
            <a:endParaRPr lang="en-US" sz="1380">
              <a:solidFill>
                <a:srgbClr val="FFFFFF"/>
              </a:solidFill>
              <a:latin typeface="Arial"/>
            </a:endParaRPr>
          </a:p>
        </p:txBody>
      </p:sp>
      <p:sp>
        <p:nvSpPr>
          <p:cNvPr id="460" name="Text 18"/>
          <p:cNvSpPr/>
          <p:nvPr/>
        </p:nvSpPr>
        <p:spPr>
          <a:xfrm>
            <a:off x="407376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65A7FF"/>
                </a:solidFill>
                <a:latin typeface="Aptos"/>
                <a:ea typeface="Aptos"/>
              </a:rPr>
              <a:t>FEATURES</a:t>
            </a:r>
            <a:endParaRPr lang="en-US" sz="2160">
              <a:solidFill>
                <a:srgbClr val="FFFFFF"/>
              </a:solidFill>
              <a:latin typeface="Arial"/>
            </a:endParaRPr>
          </a:p>
        </p:txBody>
      </p:sp>
      <p:sp>
        <p:nvSpPr>
          <p:cNvPr id="461" name="Text 19"/>
          <p:cNvSpPr/>
          <p:nvPr/>
        </p:nvSpPr>
        <p:spPr>
          <a:xfrm>
            <a:off x="403272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FBCSP · PCA</a:t>
            </a:r>
            <a:endParaRPr lang="en-US" sz="1695">
              <a:solidFill>
                <a:srgbClr val="FFFFFF"/>
              </a:solidFill>
              <a:latin typeface="Arial"/>
            </a:endParaRPr>
          </a:p>
        </p:txBody>
      </p:sp>
      <p:sp>
        <p:nvSpPr>
          <p:cNvPr id="462" name="Text 20"/>
          <p:cNvSpPr/>
          <p:nvPr/>
        </p:nvSpPr>
        <p:spPr>
          <a:xfrm>
            <a:off x="401868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2019</a:t>
            </a:r>
            <a:endParaRPr lang="en-US" sz="1380">
              <a:solidFill>
                <a:srgbClr val="FFFFFF"/>
              </a:solidFill>
              <a:latin typeface="Arial"/>
            </a:endParaRPr>
          </a:p>
        </p:txBody>
      </p:sp>
      <p:sp>
        <p:nvSpPr>
          <p:cNvPr id="463" name="Shape 21"/>
          <p:cNvSpPr/>
          <p:nvPr/>
        </p:nvSpPr>
        <p:spPr>
          <a:xfrm>
            <a:off x="656964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64" name="Shape 22"/>
          <p:cNvSpPr/>
          <p:nvPr/>
        </p:nvSpPr>
        <p:spPr>
          <a:xfrm>
            <a:off x="666576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65" name="Shape 23"/>
          <p:cNvSpPr/>
          <p:nvPr/>
        </p:nvSpPr>
        <p:spPr>
          <a:xfrm>
            <a:off x="674838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66" name="Shape 24"/>
          <p:cNvSpPr/>
          <p:nvPr/>
        </p:nvSpPr>
        <p:spPr>
          <a:xfrm>
            <a:off x="6940080" y="4142340"/>
            <a:ext cx="685260" cy="397440"/>
          </a:xfrm>
          <a:prstGeom prst="roundRect">
            <a:avLst>
              <a:gd name="adj" fmla="val 44828"/>
            </a:avLst>
          </a:prstGeom>
          <a:solidFill>
            <a:srgbClr val="0C2032"/>
          </a:solidFill>
          <a:ln w="762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67" name="Text 25"/>
          <p:cNvSpPr/>
          <p:nvPr/>
        </p:nvSpPr>
        <p:spPr>
          <a:xfrm>
            <a:off x="709128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39D2C3"/>
                </a:solidFill>
                <a:latin typeface="Aptos"/>
                <a:ea typeface="Aptos"/>
              </a:rPr>
              <a:t>03</a:t>
            </a:r>
            <a:endParaRPr lang="en-US" sz="1380">
              <a:solidFill>
                <a:srgbClr val="FFFFFF"/>
              </a:solidFill>
              <a:latin typeface="Arial"/>
            </a:endParaRPr>
          </a:p>
        </p:txBody>
      </p:sp>
      <p:sp>
        <p:nvSpPr>
          <p:cNvPr id="468" name="Text 26"/>
          <p:cNvSpPr/>
          <p:nvPr/>
        </p:nvSpPr>
        <p:spPr>
          <a:xfrm>
            <a:off x="695412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39D2C3"/>
                </a:solidFill>
                <a:latin typeface="Aptos"/>
                <a:ea typeface="Aptos"/>
              </a:rPr>
              <a:t>WARNING</a:t>
            </a:r>
            <a:endParaRPr lang="en-US" sz="2160">
              <a:solidFill>
                <a:srgbClr val="FFFFFF"/>
              </a:solidFill>
              <a:latin typeface="Arial"/>
            </a:endParaRPr>
          </a:p>
        </p:txBody>
      </p:sp>
      <p:sp>
        <p:nvSpPr>
          <p:cNvPr id="469" name="Text 27"/>
          <p:cNvSpPr/>
          <p:nvPr/>
        </p:nvSpPr>
        <p:spPr>
          <a:xfrm>
            <a:off x="691308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EWMA Stage I</a:t>
            </a:r>
            <a:endParaRPr lang="en-US" sz="1695">
              <a:solidFill>
                <a:srgbClr val="FFFFFF"/>
              </a:solidFill>
              <a:latin typeface="Arial"/>
            </a:endParaRPr>
          </a:p>
        </p:txBody>
      </p:sp>
      <p:sp>
        <p:nvSpPr>
          <p:cNvPr id="470" name="Text 28"/>
          <p:cNvSpPr/>
          <p:nvPr/>
        </p:nvSpPr>
        <p:spPr>
          <a:xfrm>
            <a:off x="689904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2015</a:t>
            </a:r>
            <a:endParaRPr lang="en-US" sz="1380">
              <a:solidFill>
                <a:srgbClr val="FFFFFF"/>
              </a:solidFill>
              <a:latin typeface="Arial"/>
            </a:endParaRPr>
          </a:p>
        </p:txBody>
      </p:sp>
      <p:sp>
        <p:nvSpPr>
          <p:cNvPr id="471" name="Shape 29"/>
          <p:cNvSpPr/>
          <p:nvPr/>
        </p:nvSpPr>
        <p:spPr>
          <a:xfrm>
            <a:off x="945000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72" name="Shape 30"/>
          <p:cNvSpPr/>
          <p:nvPr/>
        </p:nvSpPr>
        <p:spPr>
          <a:xfrm>
            <a:off x="954612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73" name="Shape 31"/>
          <p:cNvSpPr/>
          <p:nvPr/>
        </p:nvSpPr>
        <p:spPr>
          <a:xfrm>
            <a:off x="962874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74" name="Shape 32"/>
          <p:cNvSpPr/>
          <p:nvPr/>
        </p:nvSpPr>
        <p:spPr>
          <a:xfrm>
            <a:off x="9820440" y="4142340"/>
            <a:ext cx="685260" cy="397440"/>
          </a:xfrm>
          <a:prstGeom prst="roundRect">
            <a:avLst>
              <a:gd name="adj" fmla="val 44828"/>
            </a:avLst>
          </a:prstGeom>
          <a:solidFill>
            <a:srgbClr val="0C2032"/>
          </a:solidFill>
          <a:ln w="762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75" name="Text 33"/>
          <p:cNvSpPr/>
          <p:nvPr/>
        </p:nvSpPr>
        <p:spPr>
          <a:xfrm>
            <a:off x="997164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F9BE4A"/>
                </a:solidFill>
                <a:latin typeface="Aptos"/>
                <a:ea typeface="Aptos"/>
              </a:rPr>
              <a:t>04</a:t>
            </a:r>
            <a:endParaRPr lang="en-US" sz="1380">
              <a:solidFill>
                <a:srgbClr val="FFFFFF"/>
              </a:solidFill>
              <a:latin typeface="Arial"/>
            </a:endParaRPr>
          </a:p>
        </p:txBody>
      </p:sp>
      <p:sp>
        <p:nvSpPr>
          <p:cNvPr id="476" name="Text 34"/>
          <p:cNvSpPr/>
          <p:nvPr/>
        </p:nvSpPr>
        <p:spPr>
          <a:xfrm>
            <a:off x="983448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F9BE4A"/>
                </a:solidFill>
                <a:latin typeface="Aptos"/>
                <a:ea typeface="Aptos"/>
              </a:rPr>
              <a:t>VALIDATE</a:t>
            </a:r>
            <a:endParaRPr lang="en-US" sz="2160">
              <a:solidFill>
                <a:srgbClr val="FFFFFF"/>
              </a:solidFill>
              <a:latin typeface="Arial"/>
            </a:endParaRPr>
          </a:p>
        </p:txBody>
      </p:sp>
      <p:sp>
        <p:nvSpPr>
          <p:cNvPr id="477" name="Text 35"/>
          <p:cNvSpPr/>
          <p:nvPr/>
        </p:nvSpPr>
        <p:spPr>
          <a:xfrm>
            <a:off x="979344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K–S / Hotelling T²</a:t>
            </a:r>
            <a:endParaRPr lang="en-US" sz="1695">
              <a:solidFill>
                <a:srgbClr val="FFFFFF"/>
              </a:solidFill>
              <a:latin typeface="Arial"/>
            </a:endParaRPr>
          </a:p>
        </p:txBody>
      </p:sp>
      <p:sp>
        <p:nvSpPr>
          <p:cNvPr id="478" name="Text 36"/>
          <p:cNvSpPr/>
          <p:nvPr/>
        </p:nvSpPr>
        <p:spPr>
          <a:xfrm>
            <a:off x="977940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2015 · Alippi 2017</a:t>
            </a:r>
            <a:endParaRPr lang="en-US" sz="1380">
              <a:solidFill>
                <a:srgbClr val="FFFFFF"/>
              </a:solidFill>
              <a:latin typeface="Arial"/>
            </a:endParaRPr>
          </a:p>
        </p:txBody>
      </p:sp>
      <p:sp>
        <p:nvSpPr>
          <p:cNvPr id="479" name="Shape 37"/>
          <p:cNvSpPr/>
          <p:nvPr/>
        </p:nvSpPr>
        <p:spPr>
          <a:xfrm>
            <a:off x="1233036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80" name="Shape 38"/>
          <p:cNvSpPr/>
          <p:nvPr/>
        </p:nvSpPr>
        <p:spPr>
          <a:xfrm>
            <a:off x="1242648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81" name="Shape 39"/>
          <p:cNvSpPr/>
          <p:nvPr/>
        </p:nvSpPr>
        <p:spPr>
          <a:xfrm>
            <a:off x="1250910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82" name="Shape 40"/>
          <p:cNvSpPr/>
          <p:nvPr/>
        </p:nvSpPr>
        <p:spPr>
          <a:xfrm>
            <a:off x="12700800" y="4142340"/>
            <a:ext cx="685260" cy="397440"/>
          </a:xfrm>
          <a:prstGeom prst="roundRect">
            <a:avLst>
              <a:gd name="adj" fmla="val 44828"/>
            </a:avLst>
          </a:prstGeom>
          <a:solidFill>
            <a:srgbClr val="0C2032"/>
          </a:solidFill>
          <a:ln w="762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83" name="Text 41"/>
          <p:cNvSpPr/>
          <p:nvPr/>
        </p:nvSpPr>
        <p:spPr>
          <a:xfrm>
            <a:off x="1285200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BC8BFF"/>
                </a:solidFill>
                <a:latin typeface="Aptos"/>
                <a:ea typeface="Aptos"/>
              </a:rPr>
              <a:t>05</a:t>
            </a:r>
            <a:endParaRPr lang="en-US" sz="1380">
              <a:solidFill>
                <a:srgbClr val="FFFFFF"/>
              </a:solidFill>
              <a:latin typeface="Arial"/>
            </a:endParaRPr>
          </a:p>
        </p:txBody>
      </p:sp>
      <p:sp>
        <p:nvSpPr>
          <p:cNvPr id="484" name="Text 42"/>
          <p:cNvSpPr/>
          <p:nvPr/>
        </p:nvSpPr>
        <p:spPr>
          <a:xfrm>
            <a:off x="1271484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BC8BFF"/>
                </a:solidFill>
                <a:latin typeface="Aptos"/>
                <a:ea typeface="Aptos"/>
              </a:rPr>
              <a:t>POLICY GATE</a:t>
            </a:r>
            <a:endParaRPr lang="en-US" sz="2160">
              <a:solidFill>
                <a:srgbClr val="FFFFFF"/>
              </a:solidFill>
              <a:latin typeface="Arial"/>
            </a:endParaRPr>
          </a:p>
        </p:txBody>
      </p:sp>
      <p:sp>
        <p:nvSpPr>
          <p:cNvPr id="485" name="Text 43"/>
          <p:cNvSpPr/>
          <p:nvPr/>
        </p:nvSpPr>
        <p:spPr>
          <a:xfrm>
            <a:off x="1267380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is update justified?</a:t>
            </a:r>
            <a:endParaRPr lang="en-US" sz="1695">
              <a:solidFill>
                <a:srgbClr val="FFFFFF"/>
              </a:solidFill>
              <a:latin typeface="Arial"/>
            </a:endParaRPr>
          </a:p>
        </p:txBody>
      </p:sp>
      <p:sp>
        <p:nvSpPr>
          <p:cNvPr id="486" name="Text 44"/>
          <p:cNvSpPr/>
          <p:nvPr/>
        </p:nvSpPr>
        <p:spPr>
          <a:xfrm>
            <a:off x="1265976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Diethe 2019</a:t>
            </a:r>
            <a:endParaRPr lang="en-US" sz="1380">
              <a:solidFill>
                <a:srgbClr val="FFFFFF"/>
              </a:solidFill>
              <a:latin typeface="Arial"/>
            </a:endParaRPr>
          </a:p>
        </p:txBody>
      </p:sp>
      <p:sp>
        <p:nvSpPr>
          <p:cNvPr id="487" name="Shape 45"/>
          <p:cNvSpPr/>
          <p:nvPr/>
        </p:nvSpPr>
        <p:spPr>
          <a:xfrm>
            <a:off x="1521072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88" name="Shape 46"/>
          <p:cNvSpPr/>
          <p:nvPr/>
        </p:nvSpPr>
        <p:spPr>
          <a:xfrm>
            <a:off x="1530684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89" name="Shape 47"/>
          <p:cNvSpPr/>
          <p:nvPr/>
        </p:nvSpPr>
        <p:spPr>
          <a:xfrm>
            <a:off x="1538946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90" name="Shape 48"/>
          <p:cNvSpPr/>
          <p:nvPr/>
        </p:nvSpPr>
        <p:spPr>
          <a:xfrm>
            <a:off x="15581160" y="4142340"/>
            <a:ext cx="685260" cy="397440"/>
          </a:xfrm>
          <a:prstGeom prst="roundRect">
            <a:avLst>
              <a:gd name="adj" fmla="val 44828"/>
            </a:avLst>
          </a:prstGeom>
          <a:solidFill>
            <a:srgbClr val="0C2032"/>
          </a:solidFill>
          <a:ln w="762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91" name="Text 49"/>
          <p:cNvSpPr/>
          <p:nvPr/>
        </p:nvSpPr>
        <p:spPr>
          <a:xfrm>
            <a:off x="1573236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75D69A"/>
                </a:solidFill>
                <a:latin typeface="Aptos"/>
                <a:ea typeface="Aptos"/>
              </a:rPr>
              <a:t>06</a:t>
            </a:r>
            <a:endParaRPr lang="en-US" sz="1380">
              <a:solidFill>
                <a:srgbClr val="FFFFFF"/>
              </a:solidFill>
              <a:latin typeface="Arial"/>
            </a:endParaRPr>
          </a:p>
        </p:txBody>
      </p:sp>
      <p:sp>
        <p:nvSpPr>
          <p:cNvPr id="492" name="Text 50"/>
          <p:cNvSpPr/>
          <p:nvPr/>
        </p:nvSpPr>
        <p:spPr>
          <a:xfrm>
            <a:off x="1559520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75D69A"/>
                </a:solidFill>
                <a:latin typeface="Aptos"/>
                <a:ea typeface="Aptos"/>
              </a:rPr>
              <a:t>ADAPT</a:t>
            </a:r>
            <a:endParaRPr lang="en-US" sz="2160">
              <a:solidFill>
                <a:srgbClr val="FFFFFF"/>
              </a:solidFill>
              <a:latin typeface="Arial"/>
            </a:endParaRPr>
          </a:p>
        </p:txBody>
      </p:sp>
      <p:sp>
        <p:nvSpPr>
          <p:cNvPr id="493" name="Text 51"/>
          <p:cNvSpPr/>
          <p:nvPr/>
        </p:nvSpPr>
        <p:spPr>
          <a:xfrm>
            <a:off x="1555416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selective classifier</a:t>
            </a:r>
            <a:endParaRPr lang="en-US" sz="1695">
              <a:solidFill>
                <a:srgbClr val="FFFFFF"/>
              </a:solidFill>
              <a:latin typeface="Arial"/>
            </a:endParaRPr>
          </a:p>
        </p:txBody>
      </p:sp>
      <p:sp>
        <p:nvSpPr>
          <p:cNvPr id="494" name="Text 52"/>
          <p:cNvSpPr/>
          <p:nvPr/>
        </p:nvSpPr>
        <p:spPr>
          <a:xfrm>
            <a:off x="1554012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2016/2019</a:t>
            </a:r>
            <a:endParaRPr lang="en-US" sz="1380">
              <a:solidFill>
                <a:srgbClr val="FFFFFF"/>
              </a:solidFill>
              <a:latin typeface="Arial"/>
            </a:endParaRPr>
          </a:p>
        </p:txBody>
      </p:sp>
      <p:sp>
        <p:nvSpPr>
          <p:cNvPr id="495" name="Shape 53"/>
          <p:cNvSpPr/>
          <p:nvPr/>
        </p:nvSpPr>
        <p:spPr>
          <a:xfrm>
            <a:off x="2839320" y="7722000"/>
            <a:ext cx="12618180" cy="1069200"/>
          </a:xfrm>
          <a:prstGeom prst="roundRect">
            <a:avLst>
              <a:gd name="adj" fmla="val 16667"/>
            </a:avLst>
          </a:prstGeom>
          <a:solidFill>
            <a:srgbClr val="10293C"/>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96" name="Text 54"/>
          <p:cNvSpPr/>
          <p:nvPr/>
        </p:nvSpPr>
        <p:spPr>
          <a:xfrm>
            <a:off x="3168180" y="8064900"/>
            <a:ext cx="290736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55" b="1">
                <a:solidFill>
                  <a:srgbClr val="39D2C3"/>
                </a:solidFill>
                <a:latin typeface="Aptos"/>
                <a:ea typeface="Aptos"/>
              </a:rPr>
              <a:t>MONITOR CONTINUES</a:t>
            </a:r>
            <a:endParaRPr lang="en-US" sz="1755">
              <a:solidFill>
                <a:srgbClr val="FFFFFF"/>
              </a:solidFill>
              <a:latin typeface="Arial"/>
            </a:endParaRPr>
          </a:p>
        </p:txBody>
      </p:sp>
      <p:sp>
        <p:nvSpPr>
          <p:cNvPr id="497" name="Text 55"/>
          <p:cNvSpPr/>
          <p:nvPr/>
        </p:nvSpPr>
        <p:spPr>
          <a:xfrm>
            <a:off x="6117120" y="7900200"/>
            <a:ext cx="880524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45">
                <a:solidFill>
                  <a:srgbClr val="D5E4F1"/>
                </a:solidFill>
                <a:latin typeface="Aptos"/>
                <a:ea typeface="Aptos"/>
              </a:rPr>
              <a:t>No validated need for update → retain model  |  Updated model → re-evaluate performance and forgetting</a:t>
            </a:r>
            <a:endParaRPr lang="en-US" sz="1845">
              <a:solidFill>
                <a:srgbClr val="FFFFFF"/>
              </a:solidFill>
              <a:latin typeface="Arial"/>
            </a:endParaRPr>
          </a:p>
        </p:txBody>
      </p:sp>
      <p:sp>
        <p:nvSpPr>
          <p:cNvPr id="498" name="Shape 56"/>
          <p:cNvSpPr/>
          <p:nvPr/>
        </p:nvSpPr>
        <p:spPr>
          <a:xfrm>
            <a:off x="14044860" y="6899040"/>
            <a:ext cx="540" cy="740340"/>
          </a:xfrm>
          <a:prstGeom prst="line">
            <a:avLst/>
          </a:prstGeom>
          <a:ln w="1778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499" name="Shape 57"/>
          <p:cNvSpPr/>
          <p:nvPr/>
        </p:nvSpPr>
        <p:spPr>
          <a:xfrm>
            <a:off x="4183380" y="6899040"/>
            <a:ext cx="540" cy="7403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00" name="Text 58"/>
          <p:cNvSpPr/>
          <p:nvPr/>
        </p:nvSpPr>
        <p:spPr>
          <a:xfrm>
            <a:off x="1083780" y="9230760"/>
            <a:ext cx="16115760" cy="287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dirty="0">
                <a:solidFill>
                  <a:srgbClr val="9BB3C9"/>
                </a:solidFill>
                <a:latin typeface="Aptos"/>
                <a:ea typeface="Aptos"/>
              </a:rPr>
              <a:t>Online exoskeleton feedback: demonstrated by Chowdhury et al. (2018).</a:t>
            </a:r>
            <a:endParaRPr lang="en-US" sz="1575" dirty="0">
              <a:solidFill>
                <a:srgbClr val="FFFFFF"/>
              </a:solidFill>
              <a:latin typeface="Arial"/>
            </a:endParaRPr>
          </a:p>
        </p:txBody>
      </p:sp>
    </p:spTree>
    <p:extLst>
      <p:ext uri="{BB962C8B-B14F-4D97-AF65-F5344CB8AC3E}">
        <p14:creationId xmlns:p14="http://schemas.microsoft.com/office/powerpoint/2010/main" val="8460868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BEYOND CSE</a:t>
            </a:r>
            <a:endParaRPr lang="en-US">
              <a:solidFill>
                <a:srgbClr val="FFFFFF"/>
              </a:solidFill>
              <a:latin typeface="Arial"/>
            </a:endParaRPr>
          </a:p>
        </p:txBody>
      </p:sp>
      <p:sp>
        <p:nvSpPr>
          <p:cNvPr id="502"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Why drift detection alone is not the PhD end-point</a:t>
            </a:r>
            <a:endParaRPr lang="en-US" sz="4125">
              <a:solidFill>
                <a:srgbClr val="FFFFFF"/>
              </a:solidFill>
              <a:latin typeface="Arial"/>
            </a:endParaRPr>
          </a:p>
        </p:txBody>
      </p:sp>
      <p:sp>
        <p:nvSpPr>
          <p:cNvPr id="503"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Separate monitoring evidence, adaptation policy, knowledge retention and deployment outcomes.</a:t>
            </a:r>
            <a:endParaRPr lang="en-US" sz="1980">
              <a:solidFill>
                <a:srgbClr val="FFFFFF"/>
              </a:solidFill>
              <a:latin typeface="Arial"/>
            </a:endParaRPr>
          </a:p>
        </p:txBody>
      </p:sp>
      <p:sp>
        <p:nvSpPr>
          <p:cNvPr id="504"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05"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06"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507"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07</a:t>
            </a:r>
            <a:endParaRPr lang="en-US" sz="1350">
              <a:solidFill>
                <a:srgbClr val="FFFFFF"/>
              </a:solidFill>
              <a:latin typeface="Arial"/>
            </a:endParaRPr>
          </a:p>
        </p:txBody>
      </p:sp>
      <p:sp>
        <p:nvSpPr>
          <p:cNvPr id="508" name="Shape 7"/>
          <p:cNvSpPr/>
          <p:nvPr/>
        </p:nvSpPr>
        <p:spPr>
          <a:xfrm>
            <a:off x="104220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09" name="Shape 8"/>
          <p:cNvSpPr/>
          <p:nvPr/>
        </p:nvSpPr>
        <p:spPr>
          <a:xfrm>
            <a:off x="1261980" y="3812940"/>
            <a:ext cx="301320" cy="30132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10" name="Text 9"/>
          <p:cNvSpPr/>
          <p:nvPr/>
        </p:nvSpPr>
        <p:spPr>
          <a:xfrm>
            <a:off x="170100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39D2C3"/>
                </a:solidFill>
                <a:latin typeface="Aptos"/>
                <a:ea typeface="Aptos"/>
              </a:rPr>
              <a:t>MONITOR</a:t>
            </a:r>
            <a:endParaRPr lang="en-US" sz="2055">
              <a:solidFill>
                <a:srgbClr val="FFFFFF"/>
              </a:solidFill>
              <a:latin typeface="Arial"/>
            </a:endParaRPr>
          </a:p>
        </p:txBody>
      </p:sp>
      <p:sp>
        <p:nvSpPr>
          <p:cNvPr id="511" name="Text 10">
            <a:hlinkClick r:id="rId3"/>
          </p:cNvPr>
          <p:cNvSpPr/>
          <p:nvPr/>
        </p:nvSpPr>
        <p:spPr>
          <a:xfrm>
            <a:off x="137160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3"/>
              </a:rPr>
              <a:t>Diethe et al. (2019)</a:t>
            </a:r>
            <a:endParaRPr lang="en-US" sz="2280">
              <a:solidFill>
                <a:srgbClr val="FFFFFF"/>
              </a:solidFill>
              <a:latin typeface="Arial"/>
            </a:endParaRPr>
          </a:p>
        </p:txBody>
      </p:sp>
      <p:sp>
        <p:nvSpPr>
          <p:cNvPr id="512" name="Shape 11"/>
          <p:cNvSpPr/>
          <p:nvPr/>
        </p:nvSpPr>
        <p:spPr>
          <a:xfrm>
            <a:off x="1371600" y="5115960"/>
            <a:ext cx="331884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13" name="Text 12"/>
          <p:cNvSpPr/>
          <p:nvPr/>
        </p:nvSpPr>
        <p:spPr>
          <a:xfrm>
            <a:off x="138510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Data + prediction monitoring; model-policy engine; validate and roll back.</a:t>
            </a:r>
            <a:endParaRPr lang="en-US" sz="1950">
              <a:solidFill>
                <a:srgbClr val="FFFFFF"/>
              </a:solidFill>
              <a:latin typeface="Arial"/>
            </a:endParaRPr>
          </a:p>
        </p:txBody>
      </p:sp>
      <p:sp>
        <p:nvSpPr>
          <p:cNvPr id="514" name="Text 13"/>
          <p:cNvSpPr/>
          <p:nvPr/>
        </p:nvSpPr>
        <p:spPr>
          <a:xfrm>
            <a:off x="138510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Repo: six-policy laboratory</a:t>
            </a:r>
            <a:endParaRPr lang="en-US" sz="1560">
              <a:solidFill>
                <a:srgbClr val="FFFFFF"/>
              </a:solidFill>
              <a:latin typeface="Arial"/>
            </a:endParaRPr>
          </a:p>
        </p:txBody>
      </p:sp>
      <p:sp>
        <p:nvSpPr>
          <p:cNvPr id="515" name="Shape 14"/>
          <p:cNvSpPr/>
          <p:nvPr/>
        </p:nvSpPr>
        <p:spPr>
          <a:xfrm>
            <a:off x="534924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16" name="Shape 15"/>
          <p:cNvSpPr/>
          <p:nvPr/>
        </p:nvSpPr>
        <p:spPr>
          <a:xfrm>
            <a:off x="5568480" y="3812940"/>
            <a:ext cx="301320" cy="301320"/>
          </a:xfrm>
          <a:prstGeom prst="ellipse">
            <a:avLst/>
          </a:prstGeom>
          <a:solidFill>
            <a:srgbClr val="BC8BFF"/>
          </a:solidFill>
          <a:ln w="1270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17" name="Text 16"/>
          <p:cNvSpPr/>
          <p:nvPr/>
        </p:nvSpPr>
        <p:spPr>
          <a:xfrm>
            <a:off x="600750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BC8BFF"/>
                </a:solidFill>
                <a:latin typeface="Aptos"/>
                <a:ea typeface="Aptos"/>
              </a:rPr>
              <a:t>RETAIN</a:t>
            </a:r>
            <a:endParaRPr lang="en-US" sz="2055">
              <a:solidFill>
                <a:srgbClr val="FFFFFF"/>
              </a:solidFill>
              <a:latin typeface="Arial"/>
            </a:endParaRPr>
          </a:p>
        </p:txBody>
      </p:sp>
      <p:sp>
        <p:nvSpPr>
          <p:cNvPr id="518" name="Text 17">
            <a:hlinkClick r:id="rId4"/>
          </p:cNvPr>
          <p:cNvSpPr/>
          <p:nvPr/>
        </p:nvSpPr>
        <p:spPr>
          <a:xfrm>
            <a:off x="567864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4"/>
              </a:rPr>
              <a:t>Wang et al. (2022)</a:t>
            </a:r>
            <a:endParaRPr lang="en-US" sz="2280">
              <a:solidFill>
                <a:srgbClr val="FFFFFF"/>
              </a:solidFill>
              <a:latin typeface="Arial"/>
            </a:endParaRPr>
          </a:p>
        </p:txBody>
      </p:sp>
      <p:sp>
        <p:nvSpPr>
          <p:cNvPr id="519" name="Shape 18"/>
          <p:cNvSpPr/>
          <p:nvPr/>
        </p:nvSpPr>
        <p:spPr>
          <a:xfrm>
            <a:off x="5678100" y="5115960"/>
            <a:ext cx="331938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20" name="Text 19"/>
          <p:cNvSpPr/>
          <p:nvPr/>
        </p:nvSpPr>
        <p:spPr>
          <a:xfrm>
            <a:off x="569214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L2P / DualPrompt use lightweight prompts to address rehearsal-free CL.</a:t>
            </a:r>
            <a:endParaRPr lang="en-US" sz="1950">
              <a:solidFill>
                <a:srgbClr val="FFFFFF"/>
              </a:solidFill>
              <a:latin typeface="Arial"/>
            </a:endParaRPr>
          </a:p>
        </p:txBody>
      </p:sp>
      <p:sp>
        <p:nvSpPr>
          <p:cNvPr id="521" name="Text 20"/>
          <p:cNvSpPr/>
          <p:nvPr/>
        </p:nvSpPr>
        <p:spPr>
          <a:xfrm>
            <a:off x="569214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Conceptual comparator; not EEG result</a:t>
            </a:r>
            <a:endParaRPr lang="en-US" sz="1560">
              <a:solidFill>
                <a:srgbClr val="FFFFFF"/>
              </a:solidFill>
              <a:latin typeface="Arial"/>
            </a:endParaRPr>
          </a:p>
        </p:txBody>
      </p:sp>
      <p:sp>
        <p:nvSpPr>
          <p:cNvPr id="522" name="Shape 21"/>
          <p:cNvSpPr/>
          <p:nvPr/>
        </p:nvSpPr>
        <p:spPr>
          <a:xfrm>
            <a:off x="965628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23" name="Shape 22"/>
          <p:cNvSpPr/>
          <p:nvPr/>
        </p:nvSpPr>
        <p:spPr>
          <a:xfrm>
            <a:off x="9875520" y="3812940"/>
            <a:ext cx="301320" cy="3013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24" name="Text 23"/>
          <p:cNvSpPr/>
          <p:nvPr/>
        </p:nvSpPr>
        <p:spPr>
          <a:xfrm>
            <a:off x="1031454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F9BE4A"/>
                </a:solidFill>
                <a:latin typeface="Aptos"/>
                <a:ea typeface="Aptos"/>
              </a:rPr>
              <a:t>EVALUATE</a:t>
            </a:r>
            <a:endParaRPr lang="en-US" sz="2055">
              <a:solidFill>
                <a:srgbClr val="FFFFFF"/>
              </a:solidFill>
              <a:latin typeface="Arial"/>
            </a:endParaRPr>
          </a:p>
        </p:txBody>
      </p:sp>
      <p:sp>
        <p:nvSpPr>
          <p:cNvPr id="525" name="Text 24">
            <a:hlinkClick r:id="rId5"/>
          </p:cNvPr>
          <p:cNvSpPr/>
          <p:nvPr/>
        </p:nvSpPr>
        <p:spPr>
          <a:xfrm>
            <a:off x="998514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5"/>
              </a:rPr>
              <a:t>Hurtado et al. (2023)</a:t>
            </a:r>
            <a:endParaRPr lang="en-US" sz="2280">
              <a:solidFill>
                <a:srgbClr val="FFFFFF"/>
              </a:solidFill>
              <a:latin typeface="Arial"/>
            </a:endParaRPr>
          </a:p>
        </p:txBody>
      </p:sp>
      <p:sp>
        <p:nvSpPr>
          <p:cNvPr id="526" name="Shape 25"/>
          <p:cNvSpPr/>
          <p:nvPr/>
        </p:nvSpPr>
        <p:spPr>
          <a:xfrm>
            <a:off x="9985140" y="5115960"/>
            <a:ext cx="331938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27" name="Text 26"/>
          <p:cNvSpPr/>
          <p:nvPr/>
        </p:nvSpPr>
        <p:spPr>
          <a:xfrm>
            <a:off x="999918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Realistic PdM CL benchmarks and the cost of static-distribution assumptions.</a:t>
            </a:r>
            <a:endParaRPr lang="en-US" sz="1950">
              <a:solidFill>
                <a:srgbClr val="FFFFFF"/>
              </a:solidFill>
              <a:latin typeface="Arial"/>
            </a:endParaRPr>
          </a:p>
        </p:txBody>
      </p:sp>
      <p:sp>
        <p:nvSpPr>
          <p:cNvPr id="528" name="Text 27"/>
          <p:cNvSpPr/>
          <p:nvPr/>
        </p:nvSpPr>
        <p:spPr>
          <a:xfrm>
            <a:off x="999918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Cross-domain research motivation</a:t>
            </a:r>
            <a:endParaRPr lang="en-US" sz="1560">
              <a:solidFill>
                <a:srgbClr val="FFFFFF"/>
              </a:solidFill>
              <a:latin typeface="Arial"/>
            </a:endParaRPr>
          </a:p>
        </p:txBody>
      </p:sp>
      <p:sp>
        <p:nvSpPr>
          <p:cNvPr id="529" name="Shape 28"/>
          <p:cNvSpPr/>
          <p:nvPr/>
        </p:nvSpPr>
        <p:spPr>
          <a:xfrm>
            <a:off x="1396278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30" name="Shape 29"/>
          <p:cNvSpPr/>
          <p:nvPr/>
        </p:nvSpPr>
        <p:spPr>
          <a:xfrm>
            <a:off x="14182560" y="3812940"/>
            <a:ext cx="301320" cy="3013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31" name="Text 30"/>
          <p:cNvSpPr/>
          <p:nvPr/>
        </p:nvSpPr>
        <p:spPr>
          <a:xfrm>
            <a:off x="1462104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75D69A"/>
                </a:solidFill>
                <a:latin typeface="Aptos"/>
                <a:ea typeface="Aptos"/>
              </a:rPr>
              <a:t>DEPLOY</a:t>
            </a:r>
            <a:endParaRPr lang="en-US" sz="2055">
              <a:solidFill>
                <a:srgbClr val="FFFFFF"/>
              </a:solidFill>
              <a:latin typeface="Arial"/>
            </a:endParaRPr>
          </a:p>
        </p:txBody>
      </p:sp>
      <p:sp>
        <p:nvSpPr>
          <p:cNvPr id="532" name="Text 31">
            <a:hlinkClick r:id="rId6"/>
          </p:cNvPr>
          <p:cNvSpPr/>
          <p:nvPr/>
        </p:nvSpPr>
        <p:spPr>
          <a:xfrm>
            <a:off x="1429218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6"/>
              </a:rPr>
              <a:t>Gupta et al. (2024)</a:t>
            </a:r>
            <a:endParaRPr lang="en-US" sz="2280">
              <a:solidFill>
                <a:srgbClr val="FFFFFF"/>
              </a:solidFill>
              <a:latin typeface="Arial"/>
            </a:endParaRPr>
          </a:p>
        </p:txBody>
      </p:sp>
      <p:sp>
        <p:nvSpPr>
          <p:cNvPr id="533" name="Shape 32"/>
          <p:cNvSpPr/>
          <p:nvPr/>
        </p:nvSpPr>
        <p:spPr>
          <a:xfrm>
            <a:off x="14291640" y="5115960"/>
            <a:ext cx="331938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34" name="Text 33"/>
          <p:cNvSpPr/>
          <p:nvPr/>
        </p:nvSpPr>
        <p:spPr>
          <a:xfrm>
            <a:off x="1430568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TWIN-ADAPT: continual anomaly-classifier updates in smart-lab digital twins.</a:t>
            </a:r>
            <a:endParaRPr lang="en-US" sz="1950">
              <a:solidFill>
                <a:srgbClr val="FFFFFF"/>
              </a:solidFill>
              <a:latin typeface="Arial"/>
            </a:endParaRPr>
          </a:p>
        </p:txBody>
      </p:sp>
      <p:sp>
        <p:nvSpPr>
          <p:cNvPr id="535" name="Text 34"/>
          <p:cNvSpPr/>
          <p:nvPr/>
        </p:nvSpPr>
        <p:spPr>
          <a:xfrm>
            <a:off x="1430568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Industrial application direction</a:t>
            </a:r>
            <a:endParaRPr lang="en-US" sz="1560">
              <a:solidFill>
                <a:srgbClr val="FFFFFF"/>
              </a:solidFill>
              <a:latin typeface="Arial"/>
            </a:endParaRPr>
          </a:p>
        </p:txBody>
      </p:sp>
      <p:sp>
        <p:nvSpPr>
          <p:cNvPr id="536" name="Shape 35"/>
          <p:cNvSpPr/>
          <p:nvPr/>
        </p:nvSpPr>
        <p:spPr>
          <a:xfrm>
            <a:off x="1124820" y="8572500"/>
            <a:ext cx="16074720" cy="644220"/>
          </a:xfrm>
          <a:prstGeom prst="roundRect">
            <a:avLst>
              <a:gd name="adj" fmla="val 27660"/>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37" name="Text 36"/>
          <p:cNvSpPr/>
          <p:nvPr/>
        </p:nvSpPr>
        <p:spPr>
          <a:xfrm>
            <a:off x="1385100" y="8737200"/>
            <a:ext cx="1540242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b="1">
                <a:solidFill>
                  <a:srgbClr val="D5E4F1"/>
                </a:solidFill>
                <a:latin typeface="Aptos"/>
                <a:ea typeface="Aptos"/>
              </a:rPr>
              <a:t>PROPOSED NOVELTY TEST: Does an evidence- and cost-aware gate beat established update baselines at matched alarm budgets?</a:t>
            </a:r>
            <a:endParaRPr lang="en-US" sz="1695">
              <a:solidFill>
                <a:srgbClr val="FFFFFF"/>
              </a:solidFill>
              <a:latin typeface="Arial"/>
            </a:endParaRPr>
          </a:p>
        </p:txBody>
      </p:sp>
    </p:spTree>
    <p:extLst>
      <p:ext uri="{BB962C8B-B14F-4D97-AF65-F5344CB8AC3E}">
        <p14:creationId xmlns:p14="http://schemas.microsoft.com/office/powerpoint/2010/main" val="17150686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8"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EVIDENCE LEDGER</a:t>
            </a:r>
            <a:endParaRPr lang="en-US">
              <a:solidFill>
                <a:srgbClr val="FFFFFF"/>
              </a:solidFill>
              <a:latin typeface="Arial"/>
            </a:endParaRPr>
          </a:p>
        </p:txBody>
      </p:sp>
      <p:sp>
        <p:nvSpPr>
          <p:cNvPr id="539"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A visible boundary between work done and work proposed</a:t>
            </a:r>
            <a:endParaRPr lang="en-US" sz="4125">
              <a:solidFill>
                <a:srgbClr val="FFFFFF"/>
              </a:solidFill>
              <a:latin typeface="Arial"/>
            </a:endParaRPr>
          </a:p>
        </p:txBody>
      </p:sp>
      <p:sp>
        <p:nvSpPr>
          <p:cNvPr id="540"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Evidence status from the 19 October Notion audit and latest connected GitHub commit history.</a:t>
            </a:r>
            <a:endParaRPr lang="en-US" sz="1980">
              <a:solidFill>
                <a:srgbClr val="FFFFFF"/>
              </a:solidFill>
              <a:latin typeface="Arial"/>
            </a:endParaRPr>
          </a:p>
        </p:txBody>
      </p:sp>
      <p:sp>
        <p:nvSpPr>
          <p:cNvPr id="541"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42"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43"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544"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08</a:t>
            </a:r>
            <a:endParaRPr lang="en-US" sz="1350">
              <a:solidFill>
                <a:srgbClr val="FFFFFF"/>
              </a:solidFill>
              <a:latin typeface="Arial"/>
            </a:endParaRPr>
          </a:p>
        </p:txBody>
      </p:sp>
      <p:sp>
        <p:nvSpPr>
          <p:cNvPr id="545" name="Shape 7"/>
          <p:cNvSpPr/>
          <p:nvPr/>
        </p:nvSpPr>
        <p:spPr>
          <a:xfrm>
            <a:off x="1028700" y="3086100"/>
            <a:ext cx="5472360" cy="5952420"/>
          </a:xfrm>
          <a:prstGeom prst="roundRect">
            <a:avLst>
              <a:gd name="adj" fmla="val 3258"/>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46" name="Shape 8"/>
          <p:cNvSpPr/>
          <p:nvPr/>
        </p:nvSpPr>
        <p:spPr>
          <a:xfrm>
            <a:off x="1303020" y="3895020"/>
            <a:ext cx="4869180" cy="540"/>
          </a:xfrm>
          <a:prstGeom prst="line">
            <a:avLst/>
          </a:prstGeom>
          <a:ln w="25400">
            <a:solidFill>
              <a:srgbClr val="75D69A"/>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47" name="Text 9"/>
          <p:cNvSpPr/>
          <p:nvPr/>
        </p:nvSpPr>
        <p:spPr>
          <a:xfrm>
            <a:off x="1316520" y="3415500"/>
            <a:ext cx="48686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b="1">
                <a:solidFill>
                  <a:srgbClr val="75D69A"/>
                </a:solidFill>
                <a:latin typeface="Aptos"/>
                <a:ea typeface="Aptos"/>
              </a:rPr>
              <a:t>IMPLEMENTED / AUDITABLE</a:t>
            </a:r>
            <a:endParaRPr lang="en-US" sz="1950">
              <a:solidFill>
                <a:srgbClr val="FFFFFF"/>
              </a:solidFill>
              <a:latin typeface="Arial"/>
            </a:endParaRPr>
          </a:p>
        </p:txBody>
      </p:sp>
      <p:sp>
        <p:nvSpPr>
          <p:cNvPr id="548" name="Shape 10"/>
          <p:cNvSpPr/>
          <p:nvPr/>
        </p:nvSpPr>
        <p:spPr>
          <a:xfrm>
            <a:off x="1442880" y="429570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49" name="Text 11"/>
          <p:cNvSpPr/>
          <p:nvPr/>
        </p:nvSpPr>
        <p:spPr>
          <a:xfrm>
            <a:off x="1728000" y="414234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EEG representation</a:t>
            </a:r>
            <a:endParaRPr lang="en-US" sz="1710">
              <a:solidFill>
                <a:srgbClr val="FFFFFF"/>
              </a:solidFill>
              <a:latin typeface="Arial"/>
            </a:endParaRPr>
          </a:p>
        </p:txBody>
      </p:sp>
      <p:sp>
        <p:nvSpPr>
          <p:cNvPr id="550" name="Text 12"/>
          <p:cNvSpPr/>
          <p:nvPr/>
        </p:nvSpPr>
        <p:spPr>
          <a:xfrm>
            <a:off x="1728000" y="451278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Trial-aligned 2A/2B, FBCSP / PCA</a:t>
            </a:r>
            <a:endParaRPr lang="en-US" sz="1575">
              <a:solidFill>
                <a:srgbClr val="FFFFFF"/>
              </a:solidFill>
              <a:latin typeface="Arial"/>
            </a:endParaRPr>
          </a:p>
        </p:txBody>
      </p:sp>
      <p:sp>
        <p:nvSpPr>
          <p:cNvPr id="551" name="Shape 13"/>
          <p:cNvSpPr/>
          <p:nvPr/>
        </p:nvSpPr>
        <p:spPr>
          <a:xfrm>
            <a:off x="1442880" y="547560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52" name="Text 14"/>
          <p:cNvSpPr/>
          <p:nvPr/>
        </p:nvSpPr>
        <p:spPr>
          <a:xfrm>
            <a:off x="1728000" y="53217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CSE baseline</a:t>
            </a:r>
            <a:endParaRPr lang="en-US" sz="1710">
              <a:solidFill>
                <a:srgbClr val="FFFFFF"/>
              </a:solidFill>
              <a:latin typeface="Arial"/>
            </a:endParaRPr>
          </a:p>
        </p:txBody>
      </p:sp>
      <p:sp>
        <p:nvSpPr>
          <p:cNvPr id="553" name="Text 15"/>
          <p:cNvSpPr/>
          <p:nvPr/>
        </p:nvSpPr>
        <p:spPr>
          <a:xfrm>
            <a:off x="1728000" y="569214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EWMA warnings + Hotelling variants</a:t>
            </a:r>
            <a:endParaRPr lang="en-US" sz="1575">
              <a:solidFill>
                <a:srgbClr val="FFFFFF"/>
              </a:solidFill>
              <a:latin typeface="Arial"/>
            </a:endParaRPr>
          </a:p>
        </p:txBody>
      </p:sp>
      <p:sp>
        <p:nvSpPr>
          <p:cNvPr id="554" name="Shape 16"/>
          <p:cNvSpPr/>
          <p:nvPr/>
        </p:nvSpPr>
        <p:spPr>
          <a:xfrm>
            <a:off x="1442880" y="665496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55" name="Text 17"/>
          <p:cNvSpPr/>
          <p:nvPr/>
        </p:nvSpPr>
        <p:spPr>
          <a:xfrm>
            <a:off x="1728000" y="65016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Monitoring extensions</a:t>
            </a:r>
            <a:endParaRPr lang="en-US" sz="1710">
              <a:solidFill>
                <a:srgbClr val="FFFFFF"/>
              </a:solidFill>
              <a:latin typeface="Arial"/>
            </a:endParaRPr>
          </a:p>
        </p:txBody>
      </p:sp>
      <p:sp>
        <p:nvSpPr>
          <p:cNvPr id="556" name="Text 18"/>
          <p:cNvSpPr/>
          <p:nvPr/>
        </p:nvSpPr>
        <p:spPr>
          <a:xfrm>
            <a:off x="1728000" y="68715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PCA score/residual; Park mean CUSUM</a:t>
            </a:r>
            <a:endParaRPr lang="en-US" sz="1575">
              <a:solidFill>
                <a:srgbClr val="FFFFFF"/>
              </a:solidFill>
              <a:latin typeface="Arial"/>
            </a:endParaRPr>
          </a:p>
        </p:txBody>
      </p:sp>
      <p:sp>
        <p:nvSpPr>
          <p:cNvPr id="557" name="Shape 19"/>
          <p:cNvSpPr/>
          <p:nvPr/>
        </p:nvSpPr>
        <p:spPr>
          <a:xfrm>
            <a:off x="1442880" y="783432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58" name="Text 20"/>
          <p:cNvSpPr/>
          <p:nvPr/>
        </p:nvSpPr>
        <p:spPr>
          <a:xfrm>
            <a:off x="1728000" y="768096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Research infrastructure</a:t>
            </a:r>
            <a:endParaRPr lang="en-US" sz="1710">
              <a:solidFill>
                <a:srgbClr val="FFFFFF"/>
              </a:solidFill>
              <a:latin typeface="Arial"/>
            </a:endParaRPr>
          </a:p>
        </p:txBody>
      </p:sp>
      <p:sp>
        <p:nvSpPr>
          <p:cNvPr id="559" name="Text 21"/>
          <p:cNvSpPr/>
          <p:nvPr/>
        </p:nvSpPr>
        <p:spPr>
          <a:xfrm>
            <a:off x="1728000" y="80514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CLI, tests, saved outputs, pages</a:t>
            </a:r>
            <a:endParaRPr lang="en-US" sz="1575">
              <a:solidFill>
                <a:srgbClr val="FFFFFF"/>
              </a:solidFill>
              <a:latin typeface="Arial"/>
            </a:endParaRPr>
          </a:p>
        </p:txBody>
      </p:sp>
      <p:sp>
        <p:nvSpPr>
          <p:cNvPr id="560" name="Shape 22"/>
          <p:cNvSpPr/>
          <p:nvPr/>
        </p:nvSpPr>
        <p:spPr>
          <a:xfrm>
            <a:off x="6789420" y="3086100"/>
            <a:ext cx="5472360" cy="5952420"/>
          </a:xfrm>
          <a:prstGeom prst="roundRect">
            <a:avLst>
              <a:gd name="adj" fmla="val 3258"/>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61" name="Shape 23"/>
          <p:cNvSpPr/>
          <p:nvPr/>
        </p:nvSpPr>
        <p:spPr>
          <a:xfrm>
            <a:off x="7063740" y="3895020"/>
            <a:ext cx="4869180" cy="540"/>
          </a:xfrm>
          <a:prstGeom prst="line">
            <a:avLst/>
          </a:prstGeom>
          <a:ln w="25400">
            <a:solidFill>
              <a:srgbClr val="F9BE4A"/>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62" name="Text 24"/>
          <p:cNvSpPr/>
          <p:nvPr/>
        </p:nvSpPr>
        <p:spPr>
          <a:xfrm>
            <a:off x="7077240" y="3415500"/>
            <a:ext cx="48686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b="1">
                <a:solidFill>
                  <a:srgbClr val="F9BE4A"/>
                </a:solidFill>
                <a:latin typeface="Aptos"/>
                <a:ea typeface="Aptos"/>
              </a:rPr>
              <a:t>EXPLORATORY EVIDENCE</a:t>
            </a:r>
            <a:endParaRPr lang="en-US" sz="1950">
              <a:solidFill>
                <a:srgbClr val="FFFFFF"/>
              </a:solidFill>
              <a:latin typeface="Arial"/>
            </a:endParaRPr>
          </a:p>
        </p:txBody>
      </p:sp>
      <p:sp>
        <p:nvSpPr>
          <p:cNvPr id="563" name="Shape 25"/>
          <p:cNvSpPr/>
          <p:nvPr/>
        </p:nvSpPr>
        <p:spPr>
          <a:xfrm>
            <a:off x="7203600" y="429570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64" name="Text 26"/>
          <p:cNvSpPr/>
          <p:nvPr/>
        </p:nvSpPr>
        <p:spPr>
          <a:xfrm>
            <a:off x="7488720" y="414234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CPSS paired pilot</a:t>
            </a:r>
            <a:endParaRPr lang="en-US" sz="1710">
              <a:solidFill>
                <a:srgbClr val="FFFFFF"/>
              </a:solidFill>
              <a:latin typeface="Arial"/>
            </a:endParaRPr>
          </a:p>
        </p:txBody>
      </p:sp>
      <p:sp>
        <p:nvSpPr>
          <p:cNvPr id="565" name="Text 27"/>
          <p:cNvSpPr/>
          <p:nvPr/>
        </p:nvSpPr>
        <p:spPr>
          <a:xfrm>
            <a:off x="7488720" y="451278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24 seeds per stationary/shift case</a:t>
            </a:r>
            <a:endParaRPr lang="en-US" sz="1575">
              <a:solidFill>
                <a:srgbClr val="FFFFFF"/>
              </a:solidFill>
              <a:latin typeface="Arial"/>
            </a:endParaRPr>
          </a:p>
        </p:txBody>
      </p:sp>
      <p:sp>
        <p:nvSpPr>
          <p:cNvPr id="566" name="Shape 28"/>
          <p:cNvSpPr/>
          <p:nvPr/>
        </p:nvSpPr>
        <p:spPr>
          <a:xfrm>
            <a:off x="7203600" y="547560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67" name="Text 29"/>
          <p:cNvSpPr/>
          <p:nvPr/>
        </p:nvSpPr>
        <p:spPr>
          <a:xfrm>
            <a:off x="7488720" y="53217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Weak mean shift</a:t>
            </a:r>
            <a:endParaRPr lang="en-US" sz="1710">
              <a:solidFill>
                <a:srgbClr val="FFFFFF"/>
              </a:solidFill>
              <a:latin typeface="Arial"/>
            </a:endParaRPr>
          </a:p>
        </p:txBody>
      </p:sp>
      <p:sp>
        <p:nvSpPr>
          <p:cNvPr id="568" name="Text 30"/>
          <p:cNvSpPr/>
          <p:nvPr/>
        </p:nvSpPr>
        <p:spPr>
          <a:xfrm>
            <a:off x="7488720" y="569214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6/24 Park vs 11/24 CPSS alarms</a:t>
            </a:r>
            <a:endParaRPr lang="en-US" sz="1575">
              <a:solidFill>
                <a:srgbClr val="FFFFFF"/>
              </a:solidFill>
              <a:latin typeface="Arial"/>
            </a:endParaRPr>
          </a:p>
        </p:txBody>
      </p:sp>
      <p:sp>
        <p:nvSpPr>
          <p:cNvPr id="569" name="Shape 31"/>
          <p:cNvSpPr/>
          <p:nvPr/>
        </p:nvSpPr>
        <p:spPr>
          <a:xfrm>
            <a:off x="7203600" y="665496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70" name="Text 32"/>
          <p:cNvSpPr/>
          <p:nvPr/>
        </p:nvSpPr>
        <p:spPr>
          <a:xfrm>
            <a:off x="7488720" y="65016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False alarms</a:t>
            </a:r>
            <a:endParaRPr lang="en-US" sz="1710">
              <a:solidFill>
                <a:srgbClr val="FFFFFF"/>
              </a:solidFill>
              <a:latin typeface="Arial"/>
            </a:endParaRPr>
          </a:p>
        </p:txBody>
      </p:sp>
      <p:sp>
        <p:nvSpPr>
          <p:cNvPr id="571" name="Text 33"/>
          <p:cNvSpPr/>
          <p:nvPr/>
        </p:nvSpPr>
        <p:spPr>
          <a:xfrm>
            <a:off x="7488720" y="68715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0/24 Park vs 1/24 CPSS stationary</a:t>
            </a:r>
            <a:endParaRPr lang="en-US" sz="1575">
              <a:solidFill>
                <a:srgbClr val="FFFFFF"/>
              </a:solidFill>
              <a:latin typeface="Arial"/>
            </a:endParaRPr>
          </a:p>
        </p:txBody>
      </p:sp>
      <p:sp>
        <p:nvSpPr>
          <p:cNvPr id="572" name="Shape 34"/>
          <p:cNvSpPr/>
          <p:nvPr/>
        </p:nvSpPr>
        <p:spPr>
          <a:xfrm>
            <a:off x="7203600" y="783432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73" name="Text 35"/>
          <p:cNvSpPr/>
          <p:nvPr/>
        </p:nvSpPr>
        <p:spPr>
          <a:xfrm>
            <a:off x="7488720" y="768096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Not inferential</a:t>
            </a:r>
            <a:endParaRPr lang="en-US" sz="1710">
              <a:solidFill>
                <a:srgbClr val="FFFFFF"/>
              </a:solidFill>
              <a:latin typeface="Arial"/>
            </a:endParaRPr>
          </a:p>
        </p:txBody>
      </p:sp>
      <p:sp>
        <p:nvSpPr>
          <p:cNvPr id="574" name="Text 36"/>
          <p:cNvSpPr/>
          <p:nvPr/>
        </p:nvSpPr>
        <p:spPr>
          <a:xfrm>
            <a:off x="7488720" y="80514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Null calibration threshold = 0</a:t>
            </a:r>
            <a:endParaRPr lang="en-US" sz="1575">
              <a:solidFill>
                <a:srgbClr val="FFFFFF"/>
              </a:solidFill>
              <a:latin typeface="Arial"/>
            </a:endParaRPr>
          </a:p>
        </p:txBody>
      </p:sp>
      <p:sp>
        <p:nvSpPr>
          <p:cNvPr id="575" name="Shape 37"/>
          <p:cNvSpPr/>
          <p:nvPr/>
        </p:nvSpPr>
        <p:spPr>
          <a:xfrm>
            <a:off x="12550140" y="3086100"/>
            <a:ext cx="5472360" cy="5952420"/>
          </a:xfrm>
          <a:prstGeom prst="roundRect">
            <a:avLst>
              <a:gd name="adj" fmla="val 3258"/>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76" name="Shape 38"/>
          <p:cNvSpPr/>
          <p:nvPr/>
        </p:nvSpPr>
        <p:spPr>
          <a:xfrm>
            <a:off x="12824460" y="3895020"/>
            <a:ext cx="4869180" cy="540"/>
          </a:xfrm>
          <a:prstGeom prst="line">
            <a:avLst/>
          </a:prstGeom>
          <a:ln w="25400">
            <a:solidFill>
              <a:srgbClr val="FF858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77" name="Text 39"/>
          <p:cNvSpPr/>
          <p:nvPr/>
        </p:nvSpPr>
        <p:spPr>
          <a:xfrm>
            <a:off x="12837960" y="3415500"/>
            <a:ext cx="48686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b="1">
                <a:solidFill>
                  <a:srgbClr val="FF858C"/>
                </a:solidFill>
                <a:latin typeface="Aptos"/>
                <a:ea typeface="Aptos"/>
              </a:rPr>
              <a:t>NOT YET ESTABLISHED</a:t>
            </a:r>
            <a:endParaRPr lang="en-US" sz="1950">
              <a:solidFill>
                <a:srgbClr val="FFFFFF"/>
              </a:solidFill>
              <a:latin typeface="Arial"/>
            </a:endParaRPr>
          </a:p>
        </p:txBody>
      </p:sp>
      <p:sp>
        <p:nvSpPr>
          <p:cNvPr id="578" name="Shape 40"/>
          <p:cNvSpPr/>
          <p:nvPr/>
        </p:nvSpPr>
        <p:spPr>
          <a:xfrm>
            <a:off x="12964320" y="429570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79" name="Text 41"/>
          <p:cNvSpPr/>
          <p:nvPr/>
        </p:nvSpPr>
        <p:spPr>
          <a:xfrm>
            <a:off x="13249440" y="414234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Published Raza counts</a:t>
            </a:r>
            <a:endParaRPr lang="en-US" sz="1710">
              <a:solidFill>
                <a:srgbClr val="FFFFFF"/>
              </a:solidFill>
              <a:latin typeface="Arial"/>
            </a:endParaRPr>
          </a:p>
        </p:txBody>
      </p:sp>
      <p:sp>
        <p:nvSpPr>
          <p:cNvPr id="580" name="Text 42"/>
          <p:cNvSpPr/>
          <p:nvPr/>
        </p:nvSpPr>
        <p:spPr>
          <a:xfrm>
            <a:off x="13249440" y="451278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2A/2B discrepancies unreconciled</a:t>
            </a:r>
            <a:endParaRPr lang="en-US" sz="1575">
              <a:solidFill>
                <a:srgbClr val="FFFFFF"/>
              </a:solidFill>
              <a:latin typeface="Arial"/>
            </a:endParaRPr>
          </a:p>
        </p:txBody>
      </p:sp>
      <p:sp>
        <p:nvSpPr>
          <p:cNvPr id="581" name="Shape 43"/>
          <p:cNvSpPr/>
          <p:nvPr/>
        </p:nvSpPr>
        <p:spPr>
          <a:xfrm>
            <a:off x="12964320" y="547560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82" name="Text 44"/>
          <p:cNvSpPr/>
          <p:nvPr/>
        </p:nvSpPr>
        <p:spPr>
          <a:xfrm>
            <a:off x="13249440" y="53217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Park second order</a:t>
            </a:r>
            <a:endParaRPr lang="en-US" sz="1710">
              <a:solidFill>
                <a:srgbClr val="FFFFFF"/>
              </a:solidFill>
              <a:latin typeface="Arial"/>
            </a:endParaRPr>
          </a:p>
        </p:txBody>
      </p:sp>
      <p:sp>
        <p:nvSpPr>
          <p:cNvPr id="583" name="Text 45"/>
          <p:cNvSpPr/>
          <p:nvPr/>
        </p:nvSpPr>
        <p:spPr>
          <a:xfrm>
            <a:off x="13249440" y="569214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Wavelet spectral / dynamic PCA future</a:t>
            </a:r>
            <a:endParaRPr lang="en-US" sz="1575">
              <a:solidFill>
                <a:srgbClr val="FFFFFF"/>
              </a:solidFill>
              <a:latin typeface="Arial"/>
            </a:endParaRPr>
          </a:p>
        </p:txBody>
      </p:sp>
      <p:sp>
        <p:nvSpPr>
          <p:cNvPr id="584" name="Shape 46"/>
          <p:cNvSpPr/>
          <p:nvPr/>
        </p:nvSpPr>
        <p:spPr>
          <a:xfrm>
            <a:off x="12964320" y="665496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85" name="Text 47"/>
          <p:cNvSpPr/>
          <p:nvPr/>
        </p:nvSpPr>
        <p:spPr>
          <a:xfrm>
            <a:off x="13249440" y="65016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Full CSE–UAEL</a:t>
            </a:r>
            <a:endParaRPr lang="en-US" sz="1710">
              <a:solidFill>
                <a:srgbClr val="FFFFFF"/>
              </a:solidFill>
              <a:latin typeface="Arial"/>
            </a:endParaRPr>
          </a:p>
        </p:txBody>
      </p:sp>
      <p:sp>
        <p:nvSpPr>
          <p:cNvPr id="586" name="Text 48"/>
          <p:cNvSpPr/>
          <p:nvPr/>
        </p:nvSpPr>
        <p:spPr>
          <a:xfrm>
            <a:off x="13249440" y="68715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Original adaptive ensemble not reproduced</a:t>
            </a:r>
            <a:endParaRPr lang="en-US" sz="1575">
              <a:solidFill>
                <a:srgbClr val="FFFFFF"/>
              </a:solidFill>
              <a:latin typeface="Arial"/>
            </a:endParaRPr>
          </a:p>
        </p:txBody>
      </p:sp>
      <p:sp>
        <p:nvSpPr>
          <p:cNvPr id="587" name="Shape 49"/>
          <p:cNvSpPr/>
          <p:nvPr/>
        </p:nvSpPr>
        <p:spPr>
          <a:xfrm>
            <a:off x="12964320" y="783432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88" name="Text 50"/>
          <p:cNvSpPr/>
          <p:nvPr/>
        </p:nvSpPr>
        <p:spPr>
          <a:xfrm>
            <a:off x="13249440" y="768096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CL/industrial claims</a:t>
            </a:r>
            <a:endParaRPr lang="en-US" sz="1710">
              <a:solidFill>
                <a:srgbClr val="FFFFFF"/>
              </a:solidFill>
              <a:latin typeface="Arial"/>
            </a:endParaRPr>
          </a:p>
        </p:txBody>
      </p:sp>
      <p:sp>
        <p:nvSpPr>
          <p:cNvPr id="589" name="Text 51"/>
          <p:cNvSpPr/>
          <p:nvPr/>
        </p:nvSpPr>
        <p:spPr>
          <a:xfrm>
            <a:off x="13249440" y="80514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No demonstrated forgetting/cost benefit</a:t>
            </a:r>
            <a:endParaRPr lang="en-US" sz="1575">
              <a:solidFill>
                <a:srgbClr val="FFFFFF"/>
              </a:solidFill>
              <a:latin typeface="Arial"/>
            </a:endParaRPr>
          </a:p>
        </p:txBody>
      </p:sp>
    </p:spTree>
    <p:extLst>
      <p:ext uri="{BB962C8B-B14F-4D97-AF65-F5344CB8AC3E}">
        <p14:creationId xmlns:p14="http://schemas.microsoft.com/office/powerpoint/2010/main" val="39056432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1"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PILOT EVIDENCE</a:t>
            </a:r>
            <a:endParaRPr lang="en-US">
              <a:solidFill>
                <a:srgbClr val="FFFFFF"/>
              </a:solidFill>
              <a:latin typeface="Arial"/>
            </a:endParaRPr>
          </a:p>
        </p:txBody>
      </p:sp>
      <p:sp>
        <p:nvSpPr>
          <p:cNvPr id="592"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Park binary rule versus proposed CPSS</a:t>
            </a:r>
            <a:endParaRPr lang="en-US" sz="4125">
              <a:solidFill>
                <a:srgbClr val="FFFFFF"/>
              </a:solidFill>
              <a:latin typeface="Arial"/>
            </a:endParaRPr>
          </a:p>
        </p:txBody>
      </p:sp>
      <p:sp>
        <p:nvSpPr>
          <p:cNvPr id="593"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Archived exploratory synthetic AR(1) benchmark · 18 Oct 2026 · 24 held-out evaluation seeds per scenario.</a:t>
            </a:r>
            <a:endParaRPr lang="en-US" sz="1980">
              <a:solidFill>
                <a:srgbClr val="FFFFFF"/>
              </a:solidFill>
              <a:latin typeface="Arial"/>
            </a:endParaRPr>
          </a:p>
        </p:txBody>
      </p:sp>
      <p:sp>
        <p:nvSpPr>
          <p:cNvPr id="594"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95"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96"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597"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09</a:t>
            </a:r>
            <a:endParaRPr lang="en-US" sz="1350">
              <a:solidFill>
                <a:srgbClr val="FFFFFF"/>
              </a:solidFill>
              <a:latin typeface="Arial"/>
            </a:endParaRPr>
          </a:p>
        </p:txBody>
      </p:sp>
      <p:sp>
        <p:nvSpPr>
          <p:cNvPr id="598" name="Shape 7"/>
          <p:cNvSpPr/>
          <p:nvPr/>
        </p:nvSpPr>
        <p:spPr>
          <a:xfrm>
            <a:off x="1083780" y="3195720"/>
            <a:ext cx="8091900" cy="4649400"/>
          </a:xfrm>
          <a:prstGeom prst="roundRect">
            <a:avLst>
              <a:gd name="adj" fmla="val 3835"/>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99" name="Text 8"/>
          <p:cNvSpPr/>
          <p:nvPr/>
        </p:nvSpPr>
        <p:spPr>
          <a:xfrm>
            <a:off x="1426680" y="3538620"/>
            <a:ext cx="7365060" cy="493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625" b="1">
                <a:solidFill>
                  <a:srgbClr val="F0F6FF"/>
                </a:solidFill>
                <a:latin typeface="Aptos"/>
                <a:ea typeface="Aptos"/>
              </a:rPr>
              <a:t>Standard mean shift 2.0</a:t>
            </a:r>
            <a:endParaRPr lang="en-US" sz="2625">
              <a:solidFill>
                <a:srgbClr val="FFFFFF"/>
              </a:solidFill>
              <a:latin typeface="Arial"/>
            </a:endParaRPr>
          </a:p>
        </p:txBody>
      </p:sp>
      <p:sp>
        <p:nvSpPr>
          <p:cNvPr id="600" name="Text 9"/>
          <p:cNvSpPr/>
          <p:nvPr/>
        </p:nvSpPr>
        <p:spPr>
          <a:xfrm>
            <a:off x="1440180" y="4114800"/>
            <a:ext cx="7268940" cy="355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9BB3C9"/>
                </a:solidFill>
                <a:latin typeface="Aptos"/>
                <a:ea typeface="Aptos"/>
              </a:rPr>
              <a:t>Mean-change detections out of 24</a:t>
            </a:r>
            <a:endParaRPr lang="en-US" sz="1695">
              <a:solidFill>
                <a:srgbClr val="FFFFFF"/>
              </a:solidFill>
              <a:latin typeface="Arial"/>
            </a:endParaRPr>
          </a:p>
        </p:txBody>
      </p:sp>
      <p:sp>
        <p:nvSpPr>
          <p:cNvPr id="601" name="Text 10"/>
          <p:cNvSpPr/>
          <p:nvPr/>
        </p:nvSpPr>
        <p:spPr>
          <a:xfrm>
            <a:off x="1399140" y="482814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Park binary</a:t>
            </a:r>
            <a:endParaRPr lang="en-US" sz="1665">
              <a:solidFill>
                <a:srgbClr val="FFFFFF"/>
              </a:solidFill>
              <a:latin typeface="Arial"/>
            </a:endParaRPr>
          </a:p>
        </p:txBody>
      </p:sp>
      <p:sp>
        <p:nvSpPr>
          <p:cNvPr id="602" name="Shape 11"/>
          <p:cNvSpPr/>
          <p:nvPr/>
        </p:nvSpPr>
        <p:spPr>
          <a:xfrm>
            <a:off x="2907900" y="482814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03" name="Shape 12"/>
          <p:cNvSpPr/>
          <p:nvPr/>
        </p:nvSpPr>
        <p:spPr>
          <a:xfrm>
            <a:off x="2907900" y="4828140"/>
            <a:ext cx="4923720" cy="507060"/>
          </a:xfrm>
          <a:prstGeom prst="roundRect">
            <a:avLst>
              <a:gd name="adj" fmla="val 35135"/>
            </a:avLst>
          </a:prstGeom>
          <a:solidFill>
            <a:srgbClr val="65A7FF"/>
          </a:solidFill>
          <a:ln w="889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04" name="Text 13"/>
          <p:cNvSpPr/>
          <p:nvPr/>
        </p:nvSpPr>
        <p:spPr>
          <a:xfrm>
            <a:off x="8037360" y="487620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65A7FF"/>
                </a:solidFill>
                <a:latin typeface="Aptos"/>
                <a:ea typeface="Aptos"/>
              </a:rPr>
              <a:t>24/24</a:t>
            </a:r>
            <a:endParaRPr lang="en-US" sz="1965">
              <a:solidFill>
                <a:srgbClr val="FFFFFF"/>
              </a:solidFill>
              <a:latin typeface="Arial"/>
            </a:endParaRPr>
          </a:p>
        </p:txBody>
      </p:sp>
      <p:sp>
        <p:nvSpPr>
          <p:cNvPr id="605" name="Text 14"/>
          <p:cNvSpPr/>
          <p:nvPr/>
        </p:nvSpPr>
        <p:spPr>
          <a:xfrm>
            <a:off x="1399140" y="610362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CPSS</a:t>
            </a:r>
            <a:endParaRPr lang="en-US" sz="1665">
              <a:solidFill>
                <a:srgbClr val="FFFFFF"/>
              </a:solidFill>
              <a:latin typeface="Arial"/>
            </a:endParaRPr>
          </a:p>
        </p:txBody>
      </p:sp>
      <p:sp>
        <p:nvSpPr>
          <p:cNvPr id="606" name="Shape 15"/>
          <p:cNvSpPr/>
          <p:nvPr/>
        </p:nvSpPr>
        <p:spPr>
          <a:xfrm>
            <a:off x="2907900" y="610362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07" name="Shape 16"/>
          <p:cNvSpPr/>
          <p:nvPr/>
        </p:nvSpPr>
        <p:spPr>
          <a:xfrm>
            <a:off x="2907900" y="6103620"/>
            <a:ext cx="4923720" cy="507060"/>
          </a:xfrm>
          <a:prstGeom prst="roundRect">
            <a:avLst>
              <a:gd name="adj" fmla="val 35135"/>
            </a:avLst>
          </a:prstGeom>
          <a:solidFill>
            <a:srgbClr val="39D2C3"/>
          </a:solidFill>
          <a:ln w="889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08" name="Text 17"/>
          <p:cNvSpPr/>
          <p:nvPr/>
        </p:nvSpPr>
        <p:spPr>
          <a:xfrm>
            <a:off x="8037360" y="615168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39D2C3"/>
                </a:solidFill>
                <a:latin typeface="Aptos"/>
                <a:ea typeface="Aptos"/>
              </a:rPr>
              <a:t>24/24</a:t>
            </a:r>
            <a:endParaRPr lang="en-US" sz="1965">
              <a:solidFill>
                <a:srgbClr val="FFFFFF"/>
              </a:solidFill>
              <a:latin typeface="Arial"/>
            </a:endParaRPr>
          </a:p>
        </p:txBody>
      </p:sp>
      <p:sp>
        <p:nvSpPr>
          <p:cNvPr id="609" name="Shape 18"/>
          <p:cNvSpPr/>
          <p:nvPr/>
        </p:nvSpPr>
        <p:spPr>
          <a:xfrm>
            <a:off x="9656280" y="3195720"/>
            <a:ext cx="8091900" cy="4649400"/>
          </a:xfrm>
          <a:prstGeom prst="roundRect">
            <a:avLst>
              <a:gd name="adj" fmla="val 3835"/>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10" name="Text 19"/>
          <p:cNvSpPr/>
          <p:nvPr/>
        </p:nvSpPr>
        <p:spPr>
          <a:xfrm>
            <a:off x="9999180" y="3538620"/>
            <a:ext cx="7365060" cy="493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625" b="1">
                <a:solidFill>
                  <a:srgbClr val="F0F6FF"/>
                </a:solidFill>
                <a:latin typeface="Aptos"/>
                <a:ea typeface="Aptos"/>
              </a:rPr>
              <a:t>Weak mean shift 0.65</a:t>
            </a:r>
            <a:endParaRPr lang="en-US" sz="2625">
              <a:solidFill>
                <a:srgbClr val="FFFFFF"/>
              </a:solidFill>
              <a:latin typeface="Arial"/>
            </a:endParaRPr>
          </a:p>
        </p:txBody>
      </p:sp>
      <p:sp>
        <p:nvSpPr>
          <p:cNvPr id="611" name="Text 20"/>
          <p:cNvSpPr/>
          <p:nvPr/>
        </p:nvSpPr>
        <p:spPr>
          <a:xfrm>
            <a:off x="10012680" y="4114800"/>
            <a:ext cx="7268940" cy="355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9BB3C9"/>
                </a:solidFill>
                <a:latin typeface="Aptos"/>
                <a:ea typeface="Aptos"/>
              </a:rPr>
              <a:t>Mean-change detections out of 24</a:t>
            </a:r>
            <a:endParaRPr lang="en-US" sz="1695">
              <a:solidFill>
                <a:srgbClr val="FFFFFF"/>
              </a:solidFill>
              <a:latin typeface="Arial"/>
            </a:endParaRPr>
          </a:p>
        </p:txBody>
      </p:sp>
      <p:sp>
        <p:nvSpPr>
          <p:cNvPr id="612" name="Text 21"/>
          <p:cNvSpPr/>
          <p:nvPr/>
        </p:nvSpPr>
        <p:spPr>
          <a:xfrm>
            <a:off x="9971640" y="482814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Park binary</a:t>
            </a:r>
            <a:endParaRPr lang="en-US" sz="1665">
              <a:solidFill>
                <a:srgbClr val="FFFFFF"/>
              </a:solidFill>
              <a:latin typeface="Arial"/>
            </a:endParaRPr>
          </a:p>
        </p:txBody>
      </p:sp>
      <p:sp>
        <p:nvSpPr>
          <p:cNvPr id="613" name="Shape 22"/>
          <p:cNvSpPr/>
          <p:nvPr/>
        </p:nvSpPr>
        <p:spPr>
          <a:xfrm>
            <a:off x="11480400" y="482814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14" name="Shape 23"/>
          <p:cNvSpPr/>
          <p:nvPr/>
        </p:nvSpPr>
        <p:spPr>
          <a:xfrm>
            <a:off x="11480400" y="4828140"/>
            <a:ext cx="1230660" cy="507060"/>
          </a:xfrm>
          <a:prstGeom prst="roundRect">
            <a:avLst>
              <a:gd name="adj" fmla="val 35135"/>
            </a:avLst>
          </a:prstGeom>
          <a:solidFill>
            <a:srgbClr val="65A7FF"/>
          </a:solidFill>
          <a:ln w="889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15" name="Text 24"/>
          <p:cNvSpPr/>
          <p:nvPr/>
        </p:nvSpPr>
        <p:spPr>
          <a:xfrm>
            <a:off x="16609860" y="487620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65A7FF"/>
                </a:solidFill>
                <a:latin typeface="Aptos"/>
                <a:ea typeface="Aptos"/>
              </a:rPr>
              <a:t>6/24</a:t>
            </a:r>
            <a:endParaRPr lang="en-US" sz="1965">
              <a:solidFill>
                <a:srgbClr val="FFFFFF"/>
              </a:solidFill>
              <a:latin typeface="Arial"/>
            </a:endParaRPr>
          </a:p>
        </p:txBody>
      </p:sp>
      <p:sp>
        <p:nvSpPr>
          <p:cNvPr id="616" name="Text 25"/>
          <p:cNvSpPr/>
          <p:nvPr/>
        </p:nvSpPr>
        <p:spPr>
          <a:xfrm>
            <a:off x="9971640" y="610362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CPSS</a:t>
            </a:r>
            <a:endParaRPr lang="en-US" sz="1665">
              <a:solidFill>
                <a:srgbClr val="FFFFFF"/>
              </a:solidFill>
              <a:latin typeface="Arial"/>
            </a:endParaRPr>
          </a:p>
        </p:txBody>
      </p:sp>
      <p:sp>
        <p:nvSpPr>
          <p:cNvPr id="617" name="Shape 26"/>
          <p:cNvSpPr/>
          <p:nvPr/>
        </p:nvSpPr>
        <p:spPr>
          <a:xfrm>
            <a:off x="11480400" y="610362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18" name="Shape 27"/>
          <p:cNvSpPr/>
          <p:nvPr/>
        </p:nvSpPr>
        <p:spPr>
          <a:xfrm>
            <a:off x="11480400" y="6103620"/>
            <a:ext cx="2256120" cy="507060"/>
          </a:xfrm>
          <a:prstGeom prst="roundRect">
            <a:avLst>
              <a:gd name="adj" fmla="val 35135"/>
            </a:avLst>
          </a:prstGeom>
          <a:solidFill>
            <a:srgbClr val="39D2C3"/>
          </a:solidFill>
          <a:ln w="889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19" name="Text 28"/>
          <p:cNvSpPr/>
          <p:nvPr/>
        </p:nvSpPr>
        <p:spPr>
          <a:xfrm>
            <a:off x="16609860" y="615168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39D2C3"/>
                </a:solidFill>
                <a:latin typeface="Aptos"/>
                <a:ea typeface="Aptos"/>
              </a:rPr>
              <a:t>11/24</a:t>
            </a:r>
            <a:endParaRPr lang="en-US" sz="1965">
              <a:solidFill>
                <a:srgbClr val="FFFFFF"/>
              </a:solidFill>
              <a:latin typeface="Arial"/>
            </a:endParaRPr>
          </a:p>
        </p:txBody>
      </p:sp>
      <p:sp>
        <p:nvSpPr>
          <p:cNvPr id="620" name="Shape 29"/>
          <p:cNvSpPr/>
          <p:nvPr/>
        </p:nvSpPr>
        <p:spPr>
          <a:xfrm>
            <a:off x="1138320" y="8119980"/>
            <a:ext cx="16033680" cy="959580"/>
          </a:xfrm>
          <a:prstGeom prst="roundRect">
            <a:avLst>
              <a:gd name="adj" fmla="val 18571"/>
            </a:avLst>
          </a:prstGeom>
          <a:solidFill>
            <a:srgbClr val="10293C"/>
          </a:solidFill>
          <a:ln w="1397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21" name="Text 30"/>
          <p:cNvSpPr/>
          <p:nvPr/>
        </p:nvSpPr>
        <p:spPr>
          <a:xfrm>
            <a:off x="1399140" y="8298180"/>
            <a:ext cx="17004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25" b="1">
                <a:solidFill>
                  <a:srgbClr val="F9BE4A"/>
                </a:solidFill>
                <a:latin typeface="Aptos"/>
                <a:ea typeface="Aptos"/>
              </a:rPr>
              <a:t>KEY LIMITATION</a:t>
            </a:r>
            <a:endParaRPr lang="en-US" sz="1725">
              <a:solidFill>
                <a:srgbClr val="FFFFFF"/>
              </a:solidFill>
              <a:latin typeface="Arial"/>
            </a:endParaRPr>
          </a:p>
        </p:txBody>
      </p:sp>
      <p:sp>
        <p:nvSpPr>
          <p:cNvPr id="622" name="Text 31"/>
          <p:cNvSpPr/>
          <p:nvPr/>
        </p:nvSpPr>
        <p:spPr>
          <a:xfrm>
            <a:off x="3278340" y="8257140"/>
            <a:ext cx="13276440" cy="6031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40">
                <a:solidFill>
                  <a:srgbClr val="D5E4F1"/>
                </a:solidFill>
                <a:latin typeface="Aptos"/>
                <a:ea typeface="Aptos"/>
              </a:rPr>
              <a:t>CPSS stationary alarms 1/24 vs 0/24; 12/12 null calibration scores were zero. The weak-shift gain is not proof of improved discrimination at matched FPR.</a:t>
            </a:r>
            <a:endParaRPr lang="en-US" sz="1740">
              <a:solidFill>
                <a:srgbClr val="FFFFFF"/>
              </a:solidFill>
              <a:latin typeface="Arial"/>
            </a:endParaRPr>
          </a:p>
        </p:txBody>
      </p:sp>
      <p:sp>
        <p:nvSpPr>
          <p:cNvPr id="623" name="Text 32">
            <a:hlinkClick r:id="rId3"/>
          </p:cNvPr>
          <p:cNvSpPr/>
          <p:nvPr/>
        </p:nvSpPr>
        <p:spPr>
          <a:xfrm>
            <a:off x="1138320" y="9299340"/>
            <a:ext cx="16184340" cy="26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25" u="sng">
                <a:solidFill>
                  <a:srgbClr val="7192AA"/>
                </a:solidFill>
                <a:latin typeface="Aptos"/>
                <a:ea typeface="Aptos"/>
                <a:hlinkClick r:id="rId3"/>
              </a:rPr>
              <a:t>Source: docs/park_cpss_benchmark.md  ·  outputs/park_cpss/local_standard_01 &amp; local_weak_01</a:t>
            </a:r>
            <a:endParaRPr lang="en-US" sz="1425">
              <a:solidFill>
                <a:srgbClr val="FFFFFF"/>
              </a:solidFill>
              <a:latin typeface="Arial"/>
            </a:endParaRPr>
          </a:p>
        </p:txBody>
      </p:sp>
    </p:spTree>
    <p:extLst>
      <p:ext uri="{BB962C8B-B14F-4D97-AF65-F5344CB8AC3E}">
        <p14:creationId xmlns:p14="http://schemas.microsoft.com/office/powerpoint/2010/main" val="34899992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NEXT FALSIFIABLE WORK</a:t>
            </a:r>
            <a:endParaRPr lang="en-US">
              <a:solidFill>
                <a:srgbClr val="FFFFFF"/>
              </a:solidFill>
              <a:latin typeface="Arial"/>
            </a:endParaRPr>
          </a:p>
        </p:txBody>
      </p:sp>
      <p:sp>
        <p:nvSpPr>
          <p:cNvPr id="625"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The research gaps point to testable experiments</a:t>
            </a:r>
            <a:endParaRPr lang="en-US" sz="4125">
              <a:solidFill>
                <a:srgbClr val="FFFFFF"/>
              </a:solidFill>
              <a:latin typeface="Arial"/>
            </a:endParaRPr>
          </a:p>
        </p:txBody>
      </p:sp>
      <p:sp>
        <p:nvSpPr>
          <p:cNvPr id="626"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The sequence respects chronological evidence, matched operating points and separate statistical targets.</a:t>
            </a:r>
            <a:endParaRPr lang="en-US" sz="1980">
              <a:solidFill>
                <a:srgbClr val="FFFFFF"/>
              </a:solidFill>
              <a:latin typeface="Arial"/>
            </a:endParaRPr>
          </a:p>
        </p:txBody>
      </p:sp>
      <p:sp>
        <p:nvSpPr>
          <p:cNvPr id="627"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28"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29"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630"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10</a:t>
            </a:r>
            <a:endParaRPr lang="en-US" sz="1350">
              <a:solidFill>
                <a:srgbClr val="FFFFFF"/>
              </a:solidFill>
              <a:latin typeface="Arial"/>
            </a:endParaRPr>
          </a:p>
        </p:txBody>
      </p:sp>
      <p:sp>
        <p:nvSpPr>
          <p:cNvPr id="631" name="Shape 7"/>
          <p:cNvSpPr/>
          <p:nvPr/>
        </p:nvSpPr>
        <p:spPr>
          <a:xfrm>
            <a:off x="1110780" y="308610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2" name="Shape 8"/>
          <p:cNvSpPr/>
          <p:nvPr/>
        </p:nvSpPr>
        <p:spPr>
          <a:xfrm>
            <a:off x="1385100" y="3373920"/>
            <a:ext cx="794880" cy="397440"/>
          </a:xfrm>
          <a:prstGeom prst="roundRect">
            <a:avLst>
              <a:gd name="adj" fmla="val 44828"/>
            </a:avLst>
          </a:prstGeom>
          <a:solidFill>
            <a:srgbClr val="0C2032"/>
          </a:solidFill>
          <a:ln w="762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3" name="Text 9"/>
          <p:cNvSpPr/>
          <p:nvPr/>
        </p:nvSpPr>
        <p:spPr>
          <a:xfrm>
            <a:off x="1536300" y="340146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65A7FF"/>
                </a:solidFill>
                <a:latin typeface="Aptos"/>
                <a:ea typeface="Aptos"/>
              </a:rPr>
              <a:t>01</a:t>
            </a:r>
            <a:endParaRPr lang="en-US" sz="1500">
              <a:solidFill>
                <a:srgbClr val="FFFFFF"/>
              </a:solidFill>
              <a:latin typeface="Arial"/>
            </a:endParaRPr>
          </a:p>
        </p:txBody>
      </p:sp>
      <p:sp>
        <p:nvSpPr>
          <p:cNvPr id="634" name="Text 10"/>
          <p:cNvSpPr/>
          <p:nvPr/>
        </p:nvSpPr>
        <p:spPr>
          <a:xfrm>
            <a:off x="2427840" y="330534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Reconcile Raza’s EEG reproduction</a:t>
            </a:r>
            <a:endParaRPr lang="en-US" sz="2565">
              <a:solidFill>
                <a:srgbClr val="FFFFFF"/>
              </a:solidFill>
              <a:latin typeface="Arial"/>
            </a:endParaRPr>
          </a:p>
        </p:txBody>
      </p:sp>
      <p:sp>
        <p:nvSpPr>
          <p:cNvPr id="635" name="Text 11"/>
          <p:cNvSpPr/>
          <p:nvPr/>
        </p:nvSpPr>
        <p:spPr>
          <a:xfrm>
            <a:off x="1426680" y="403272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Lock source/configuration/trial ordering; resolve B01 validation and 2A/2B counts.</a:t>
            </a:r>
            <a:endParaRPr lang="en-US" sz="1890">
              <a:solidFill>
                <a:srgbClr val="FFFFFF"/>
              </a:solidFill>
              <a:latin typeface="Arial"/>
            </a:endParaRPr>
          </a:p>
        </p:txBody>
      </p:sp>
      <p:sp>
        <p:nvSpPr>
          <p:cNvPr id="636" name="Text 12"/>
          <p:cNvSpPr/>
          <p:nvPr/>
        </p:nvSpPr>
        <p:spPr>
          <a:xfrm>
            <a:off x="1426680" y="517104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65A7FF"/>
                </a:solidFill>
                <a:latin typeface="Aptos"/>
                <a:ea typeface="Aptos"/>
              </a:rPr>
              <a:t>EVENT TRACE · MANIFEST · EXACT COUNTS</a:t>
            </a:r>
            <a:endParaRPr lang="en-US" sz="1515">
              <a:solidFill>
                <a:srgbClr val="FFFFFF"/>
              </a:solidFill>
              <a:latin typeface="Arial"/>
            </a:endParaRPr>
          </a:p>
        </p:txBody>
      </p:sp>
      <p:sp>
        <p:nvSpPr>
          <p:cNvPr id="637" name="Shape 13"/>
          <p:cNvSpPr/>
          <p:nvPr/>
        </p:nvSpPr>
        <p:spPr>
          <a:xfrm>
            <a:off x="9724860" y="308610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8" name="Shape 14"/>
          <p:cNvSpPr/>
          <p:nvPr/>
        </p:nvSpPr>
        <p:spPr>
          <a:xfrm>
            <a:off x="9999180" y="3373920"/>
            <a:ext cx="794880" cy="397440"/>
          </a:xfrm>
          <a:prstGeom prst="roundRect">
            <a:avLst>
              <a:gd name="adj" fmla="val 44828"/>
            </a:avLst>
          </a:prstGeom>
          <a:solidFill>
            <a:srgbClr val="0C2032"/>
          </a:solidFill>
          <a:ln w="762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9" name="Text 15"/>
          <p:cNvSpPr/>
          <p:nvPr/>
        </p:nvSpPr>
        <p:spPr>
          <a:xfrm>
            <a:off x="10149840" y="340146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39D2C3"/>
                </a:solidFill>
                <a:latin typeface="Aptos"/>
                <a:ea typeface="Aptos"/>
              </a:rPr>
              <a:t>02</a:t>
            </a:r>
            <a:endParaRPr lang="en-US" sz="1500">
              <a:solidFill>
                <a:srgbClr val="FFFFFF"/>
              </a:solidFill>
              <a:latin typeface="Arial"/>
            </a:endParaRPr>
          </a:p>
        </p:txBody>
      </p:sp>
      <p:sp>
        <p:nvSpPr>
          <p:cNvPr id="640" name="Text 16"/>
          <p:cNvSpPr/>
          <p:nvPr/>
        </p:nvSpPr>
        <p:spPr>
          <a:xfrm>
            <a:off x="11041380" y="330534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Calibrate detection reliability</a:t>
            </a:r>
            <a:endParaRPr lang="en-US" sz="2565">
              <a:solidFill>
                <a:srgbClr val="FFFFFF"/>
              </a:solidFill>
              <a:latin typeface="Arial"/>
            </a:endParaRPr>
          </a:p>
        </p:txBody>
      </p:sp>
      <p:sp>
        <p:nvSpPr>
          <p:cNvPr id="641" name="Text 17"/>
          <p:cNvSpPr/>
          <p:nvPr/>
        </p:nvSpPr>
        <p:spPr>
          <a:xfrm>
            <a:off x="10040220" y="403272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Independent null streams, alert burden, delay, Hotelling assumptions and matched false-alarm budgets.</a:t>
            </a:r>
            <a:endParaRPr lang="en-US" sz="1890">
              <a:solidFill>
                <a:srgbClr val="FFFFFF"/>
              </a:solidFill>
              <a:latin typeface="Arial"/>
            </a:endParaRPr>
          </a:p>
        </p:txBody>
      </p:sp>
      <p:sp>
        <p:nvSpPr>
          <p:cNvPr id="642" name="Text 18"/>
          <p:cNvSpPr/>
          <p:nvPr/>
        </p:nvSpPr>
        <p:spPr>
          <a:xfrm>
            <a:off x="10040220" y="517104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39D2C3"/>
                </a:solidFill>
                <a:latin typeface="Aptos"/>
                <a:ea typeface="Aptos"/>
              </a:rPr>
              <a:t>FPR · DELAY · COVERAGE · INTERVALS</a:t>
            </a:r>
            <a:endParaRPr lang="en-US" sz="1515">
              <a:solidFill>
                <a:srgbClr val="FFFFFF"/>
              </a:solidFill>
              <a:latin typeface="Arial"/>
            </a:endParaRPr>
          </a:p>
        </p:txBody>
      </p:sp>
      <p:sp>
        <p:nvSpPr>
          <p:cNvPr id="643" name="Shape 19"/>
          <p:cNvSpPr/>
          <p:nvPr/>
        </p:nvSpPr>
        <p:spPr>
          <a:xfrm>
            <a:off x="1110780" y="596646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44" name="Shape 20"/>
          <p:cNvSpPr/>
          <p:nvPr/>
        </p:nvSpPr>
        <p:spPr>
          <a:xfrm>
            <a:off x="1385100" y="6254280"/>
            <a:ext cx="794880" cy="397440"/>
          </a:xfrm>
          <a:prstGeom prst="roundRect">
            <a:avLst>
              <a:gd name="adj" fmla="val 44828"/>
            </a:avLst>
          </a:prstGeom>
          <a:solidFill>
            <a:srgbClr val="0C2032"/>
          </a:solidFill>
          <a:ln w="762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45" name="Text 21"/>
          <p:cNvSpPr/>
          <p:nvPr/>
        </p:nvSpPr>
        <p:spPr>
          <a:xfrm>
            <a:off x="1536300" y="628182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F9BE4A"/>
                </a:solidFill>
                <a:latin typeface="Aptos"/>
                <a:ea typeface="Aptos"/>
              </a:rPr>
              <a:t>03</a:t>
            </a:r>
            <a:endParaRPr lang="en-US" sz="1500">
              <a:solidFill>
                <a:srgbClr val="FFFFFF"/>
              </a:solidFill>
              <a:latin typeface="Arial"/>
            </a:endParaRPr>
          </a:p>
        </p:txBody>
      </p:sp>
      <p:sp>
        <p:nvSpPr>
          <p:cNvPr id="646" name="Text 22"/>
          <p:cNvSpPr/>
          <p:nvPr/>
        </p:nvSpPr>
        <p:spPr>
          <a:xfrm>
            <a:off x="2427840" y="618570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Test first- vs second-order changes</a:t>
            </a:r>
            <a:endParaRPr lang="en-US" sz="2565">
              <a:solidFill>
                <a:srgbClr val="FFFFFF"/>
              </a:solidFill>
              <a:latin typeface="Arial"/>
            </a:endParaRPr>
          </a:p>
        </p:txBody>
      </p:sp>
      <p:sp>
        <p:nvSpPr>
          <p:cNvPr id="647" name="Text 23"/>
          <p:cNvSpPr/>
          <p:nvPr/>
        </p:nvSpPr>
        <p:spPr>
          <a:xfrm>
            <a:off x="1426680" y="691308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Separate mean, covariance and dependence regimes; compare Park, EWMA and high-dimensional alternatives.</a:t>
            </a:r>
            <a:endParaRPr lang="en-US" sz="1890">
              <a:solidFill>
                <a:srgbClr val="FFFFFF"/>
              </a:solidFill>
              <a:latin typeface="Arial"/>
            </a:endParaRPr>
          </a:p>
        </p:txBody>
      </p:sp>
      <p:sp>
        <p:nvSpPr>
          <p:cNvPr id="648" name="Text 24"/>
          <p:cNvSpPr/>
          <p:nvPr/>
        </p:nvSpPr>
        <p:spPr>
          <a:xfrm>
            <a:off x="1426680" y="805140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F9BE4A"/>
                </a:solidFill>
                <a:latin typeface="Aptos"/>
                <a:ea typeface="Aptos"/>
              </a:rPr>
              <a:t>POWER · CHANGE TYPE · LOCALISATION</a:t>
            </a:r>
            <a:endParaRPr lang="en-US" sz="1515">
              <a:solidFill>
                <a:srgbClr val="FFFFFF"/>
              </a:solidFill>
              <a:latin typeface="Arial"/>
            </a:endParaRPr>
          </a:p>
        </p:txBody>
      </p:sp>
      <p:sp>
        <p:nvSpPr>
          <p:cNvPr id="649" name="Shape 25"/>
          <p:cNvSpPr/>
          <p:nvPr/>
        </p:nvSpPr>
        <p:spPr>
          <a:xfrm>
            <a:off x="9724860" y="596646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50" name="Shape 26"/>
          <p:cNvSpPr/>
          <p:nvPr/>
        </p:nvSpPr>
        <p:spPr>
          <a:xfrm>
            <a:off x="9999180" y="6254280"/>
            <a:ext cx="794880" cy="397440"/>
          </a:xfrm>
          <a:prstGeom prst="roundRect">
            <a:avLst>
              <a:gd name="adj" fmla="val 44828"/>
            </a:avLst>
          </a:prstGeom>
          <a:solidFill>
            <a:srgbClr val="0C2032"/>
          </a:solidFill>
          <a:ln w="762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51" name="Text 27"/>
          <p:cNvSpPr/>
          <p:nvPr/>
        </p:nvSpPr>
        <p:spPr>
          <a:xfrm>
            <a:off x="10149840" y="628182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BC8BFF"/>
                </a:solidFill>
                <a:latin typeface="Aptos"/>
                <a:ea typeface="Aptos"/>
              </a:rPr>
              <a:t>04</a:t>
            </a:r>
            <a:endParaRPr lang="en-US" sz="1500">
              <a:solidFill>
                <a:srgbClr val="FFFFFF"/>
              </a:solidFill>
              <a:latin typeface="Arial"/>
            </a:endParaRPr>
          </a:p>
        </p:txBody>
      </p:sp>
      <p:sp>
        <p:nvSpPr>
          <p:cNvPr id="652" name="Text 28"/>
          <p:cNvSpPr/>
          <p:nvPr/>
        </p:nvSpPr>
        <p:spPr>
          <a:xfrm>
            <a:off x="11041380" y="618570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Measure whether adaptation pays</a:t>
            </a:r>
            <a:endParaRPr lang="en-US" sz="2565">
              <a:solidFill>
                <a:srgbClr val="FFFFFF"/>
              </a:solidFill>
              <a:latin typeface="Arial"/>
            </a:endParaRPr>
          </a:p>
        </p:txBody>
      </p:sp>
      <p:sp>
        <p:nvSpPr>
          <p:cNvPr id="653" name="Text 29"/>
          <p:cNvSpPr/>
          <p:nvPr/>
        </p:nvSpPr>
        <p:spPr>
          <a:xfrm>
            <a:off x="10040220" y="691308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Compare never, periodic, warning, validated, performance and evidence-value policies over time.</a:t>
            </a:r>
            <a:endParaRPr lang="en-US" sz="1890">
              <a:solidFill>
                <a:srgbClr val="FFFFFF"/>
              </a:solidFill>
              <a:latin typeface="Arial"/>
            </a:endParaRPr>
          </a:p>
        </p:txBody>
      </p:sp>
      <p:sp>
        <p:nvSpPr>
          <p:cNvPr id="654" name="Text 30"/>
          <p:cNvSpPr/>
          <p:nvPr/>
        </p:nvSpPr>
        <p:spPr>
          <a:xfrm>
            <a:off x="10040220" y="805140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BC8BFF"/>
                </a:solidFill>
                <a:latin typeface="Aptos"/>
                <a:ea typeface="Aptos"/>
              </a:rPr>
              <a:t>ACCURACY · RETRAINS · FORGETTING · COST</a:t>
            </a:r>
            <a:endParaRPr lang="en-US" sz="1515">
              <a:solidFill>
                <a:srgbClr val="FFFFFF"/>
              </a:solidFill>
              <a:latin typeface="Arial"/>
            </a:endParaRPr>
          </a:p>
        </p:txBody>
      </p:sp>
      <p:sp>
        <p:nvSpPr>
          <p:cNvPr id="655" name="Text 31"/>
          <p:cNvSpPr/>
          <p:nvPr/>
        </p:nvSpPr>
        <p:spPr>
          <a:xfrm>
            <a:off x="1138320" y="9148680"/>
            <a:ext cx="15910020" cy="355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a:solidFill>
                  <a:srgbClr val="F9BE4A"/>
                </a:solidFill>
                <a:latin typeface="Aptos"/>
                <a:ea typeface="Aptos"/>
              </a:rPr>
              <a:t>Status: proposed study design, not a report that these follow-up experiments have been executed.</a:t>
            </a:r>
            <a:endParaRPr lang="en-US" sz="1710">
              <a:solidFill>
                <a:srgbClr val="FFFFFF"/>
              </a:solidFill>
              <a:latin typeface="Arial"/>
            </a:endParaRPr>
          </a:p>
        </p:txBody>
      </p:sp>
    </p:spTree>
    <p:extLst>
      <p:ext uri="{BB962C8B-B14F-4D97-AF65-F5344CB8AC3E}">
        <p14:creationId xmlns:p14="http://schemas.microsoft.com/office/powerpoint/2010/main" val="35957594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SOURCE REGISTER</a:t>
            </a:r>
            <a:endParaRPr lang="en-US">
              <a:solidFill>
                <a:srgbClr val="FFFFFF"/>
              </a:solidFill>
              <a:latin typeface="Arial"/>
            </a:endParaRPr>
          </a:p>
        </p:txBody>
      </p:sp>
      <p:sp>
        <p:nvSpPr>
          <p:cNvPr id="657"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Representative publications &amp; evidence locations</a:t>
            </a:r>
            <a:endParaRPr lang="en-US" sz="4125">
              <a:solidFill>
                <a:srgbClr val="FFFFFF"/>
              </a:solidFill>
              <a:latin typeface="Arial"/>
            </a:endParaRPr>
          </a:p>
        </p:txBody>
      </p:sp>
      <p:sp>
        <p:nvSpPr>
          <p:cNvPr id="658"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Clickable DOI / manuscript links; detailed annotations live in the Notion WP1 library.</a:t>
            </a:r>
            <a:endParaRPr lang="en-US" sz="1980">
              <a:solidFill>
                <a:srgbClr val="FFFFFF"/>
              </a:solidFill>
              <a:latin typeface="Arial"/>
            </a:endParaRPr>
          </a:p>
        </p:txBody>
      </p:sp>
      <p:sp>
        <p:nvSpPr>
          <p:cNvPr id="659"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60"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61"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662"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11</a:t>
            </a:r>
            <a:endParaRPr lang="en-US" sz="1350">
              <a:solidFill>
                <a:srgbClr val="FFFFFF"/>
              </a:solidFill>
              <a:latin typeface="Arial"/>
            </a:endParaRPr>
          </a:p>
        </p:txBody>
      </p:sp>
      <p:sp>
        <p:nvSpPr>
          <p:cNvPr id="663" name="Shape 7"/>
          <p:cNvSpPr/>
          <p:nvPr/>
        </p:nvSpPr>
        <p:spPr>
          <a:xfrm>
            <a:off x="1124820" y="3099600"/>
            <a:ext cx="8256600" cy="54583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64" name="Shape 8"/>
          <p:cNvSpPr/>
          <p:nvPr/>
        </p:nvSpPr>
        <p:spPr>
          <a:xfrm>
            <a:off x="1462320" y="35467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65" name="Text 9">
            <a:hlinkClick r:id="rId3"/>
          </p:cNvPr>
          <p:cNvSpPr/>
          <p:nvPr/>
        </p:nvSpPr>
        <p:spPr>
          <a:xfrm>
            <a:off x="1714500" y="34155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3"/>
              </a:rPr>
              <a:t>Ramoser et al. (2000)</a:t>
            </a:r>
            <a:endParaRPr lang="en-US">
              <a:solidFill>
                <a:srgbClr val="FFFFFF"/>
              </a:solidFill>
              <a:latin typeface="Arial"/>
            </a:endParaRPr>
          </a:p>
        </p:txBody>
      </p:sp>
      <p:sp>
        <p:nvSpPr>
          <p:cNvPr id="666" name="Text 10"/>
          <p:cNvSpPr/>
          <p:nvPr/>
        </p:nvSpPr>
        <p:spPr>
          <a:xfrm>
            <a:off x="6652260" y="34155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EEG / CSP</a:t>
            </a:r>
            <a:endParaRPr lang="en-US" sz="1560">
              <a:solidFill>
                <a:srgbClr val="FFFFFF"/>
              </a:solidFill>
              <a:latin typeface="Arial"/>
            </a:endParaRPr>
          </a:p>
        </p:txBody>
      </p:sp>
      <p:sp>
        <p:nvSpPr>
          <p:cNvPr id="667" name="Shape 11"/>
          <p:cNvSpPr/>
          <p:nvPr/>
        </p:nvSpPr>
        <p:spPr>
          <a:xfrm>
            <a:off x="1467180" y="401868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68" name="Shape 12"/>
          <p:cNvSpPr/>
          <p:nvPr/>
        </p:nvSpPr>
        <p:spPr>
          <a:xfrm>
            <a:off x="1462320" y="426006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69" name="Text 13">
            <a:hlinkClick r:id="rId4"/>
          </p:cNvPr>
          <p:cNvSpPr/>
          <p:nvPr/>
        </p:nvSpPr>
        <p:spPr>
          <a:xfrm>
            <a:off x="1714500" y="41283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4"/>
              </a:rPr>
              <a:t>Raza, Prasad &amp; Li (2015)</a:t>
            </a:r>
            <a:endParaRPr lang="en-US">
              <a:solidFill>
                <a:srgbClr val="FFFFFF"/>
              </a:solidFill>
              <a:latin typeface="Arial"/>
            </a:endParaRPr>
          </a:p>
        </p:txBody>
      </p:sp>
      <p:sp>
        <p:nvSpPr>
          <p:cNvPr id="670" name="Text 14"/>
          <p:cNvSpPr/>
          <p:nvPr/>
        </p:nvSpPr>
        <p:spPr>
          <a:xfrm>
            <a:off x="6652260" y="41283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EWMA / CSD</a:t>
            </a:r>
            <a:endParaRPr lang="en-US" sz="1560">
              <a:solidFill>
                <a:srgbClr val="FFFFFF"/>
              </a:solidFill>
              <a:latin typeface="Arial"/>
            </a:endParaRPr>
          </a:p>
        </p:txBody>
      </p:sp>
      <p:sp>
        <p:nvSpPr>
          <p:cNvPr id="671" name="Shape 15"/>
          <p:cNvSpPr/>
          <p:nvPr/>
        </p:nvSpPr>
        <p:spPr>
          <a:xfrm>
            <a:off x="1467180" y="473202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72" name="Shape 16"/>
          <p:cNvSpPr/>
          <p:nvPr/>
        </p:nvSpPr>
        <p:spPr>
          <a:xfrm>
            <a:off x="1462320" y="497340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73" name="Text 17">
            <a:hlinkClick r:id="rId5"/>
          </p:cNvPr>
          <p:cNvSpPr/>
          <p:nvPr/>
        </p:nvSpPr>
        <p:spPr>
          <a:xfrm>
            <a:off x="1714500" y="484164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5"/>
              </a:rPr>
              <a:t>Raza et al. (2016)</a:t>
            </a:r>
            <a:endParaRPr lang="en-US">
              <a:solidFill>
                <a:srgbClr val="FFFFFF"/>
              </a:solidFill>
              <a:latin typeface="Arial"/>
            </a:endParaRPr>
          </a:p>
        </p:txBody>
      </p:sp>
      <p:sp>
        <p:nvSpPr>
          <p:cNvPr id="674" name="Text 18"/>
          <p:cNvSpPr/>
          <p:nvPr/>
        </p:nvSpPr>
        <p:spPr>
          <a:xfrm>
            <a:off x="6652260" y="484164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CSD adaptive BCI</a:t>
            </a:r>
            <a:endParaRPr lang="en-US" sz="1560">
              <a:solidFill>
                <a:srgbClr val="FFFFFF"/>
              </a:solidFill>
              <a:latin typeface="Arial"/>
            </a:endParaRPr>
          </a:p>
        </p:txBody>
      </p:sp>
      <p:sp>
        <p:nvSpPr>
          <p:cNvPr id="675" name="Shape 19"/>
          <p:cNvSpPr/>
          <p:nvPr/>
        </p:nvSpPr>
        <p:spPr>
          <a:xfrm>
            <a:off x="1467180" y="544482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76" name="Shape 20"/>
          <p:cNvSpPr/>
          <p:nvPr/>
        </p:nvSpPr>
        <p:spPr>
          <a:xfrm>
            <a:off x="1462320" y="568674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77" name="Text 21">
            <a:hlinkClick r:id="rId6"/>
          </p:cNvPr>
          <p:cNvSpPr/>
          <p:nvPr/>
        </p:nvSpPr>
        <p:spPr>
          <a:xfrm>
            <a:off x="1714500" y="555498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6"/>
              </a:rPr>
              <a:t>Alippi et al. (2017)</a:t>
            </a:r>
            <a:endParaRPr lang="en-US">
              <a:solidFill>
                <a:srgbClr val="FFFFFF"/>
              </a:solidFill>
              <a:latin typeface="Arial"/>
            </a:endParaRPr>
          </a:p>
        </p:txBody>
      </p:sp>
      <p:sp>
        <p:nvSpPr>
          <p:cNvPr id="678" name="Text 22"/>
          <p:cNvSpPr/>
          <p:nvPr/>
        </p:nvSpPr>
        <p:spPr>
          <a:xfrm>
            <a:off x="6652260" y="555498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Hierarchical CDT</a:t>
            </a:r>
            <a:endParaRPr lang="en-US" sz="1560">
              <a:solidFill>
                <a:srgbClr val="FFFFFF"/>
              </a:solidFill>
              <a:latin typeface="Arial"/>
            </a:endParaRPr>
          </a:p>
        </p:txBody>
      </p:sp>
      <p:sp>
        <p:nvSpPr>
          <p:cNvPr id="679" name="Shape 23"/>
          <p:cNvSpPr/>
          <p:nvPr/>
        </p:nvSpPr>
        <p:spPr>
          <a:xfrm>
            <a:off x="1467180" y="615816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80" name="Shape 24"/>
          <p:cNvSpPr/>
          <p:nvPr/>
        </p:nvSpPr>
        <p:spPr>
          <a:xfrm>
            <a:off x="1462320" y="640008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81" name="Text 25">
            <a:hlinkClick r:id="rId7"/>
          </p:cNvPr>
          <p:cNvSpPr/>
          <p:nvPr/>
        </p:nvSpPr>
        <p:spPr>
          <a:xfrm>
            <a:off x="1714500" y="626832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7"/>
              </a:rPr>
              <a:t>Chowdhury et al. (2018)</a:t>
            </a:r>
            <a:endParaRPr lang="en-US">
              <a:solidFill>
                <a:srgbClr val="FFFFFF"/>
              </a:solidFill>
              <a:latin typeface="Arial"/>
            </a:endParaRPr>
          </a:p>
        </p:txBody>
      </p:sp>
      <p:sp>
        <p:nvSpPr>
          <p:cNvPr id="682" name="Text 26"/>
          <p:cNvSpPr/>
          <p:nvPr/>
        </p:nvSpPr>
        <p:spPr>
          <a:xfrm>
            <a:off x="6652260" y="626832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Online neurorehab BCI</a:t>
            </a:r>
            <a:endParaRPr lang="en-US" sz="1560">
              <a:solidFill>
                <a:srgbClr val="FFFFFF"/>
              </a:solidFill>
              <a:latin typeface="Arial"/>
            </a:endParaRPr>
          </a:p>
        </p:txBody>
      </p:sp>
      <p:sp>
        <p:nvSpPr>
          <p:cNvPr id="683" name="Shape 27"/>
          <p:cNvSpPr/>
          <p:nvPr/>
        </p:nvSpPr>
        <p:spPr>
          <a:xfrm>
            <a:off x="1467180" y="687150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84" name="Shape 28"/>
          <p:cNvSpPr/>
          <p:nvPr/>
        </p:nvSpPr>
        <p:spPr>
          <a:xfrm>
            <a:off x="1462320" y="711288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85" name="Text 29">
            <a:hlinkClick r:id="rId8"/>
          </p:cNvPr>
          <p:cNvSpPr/>
          <p:nvPr/>
        </p:nvSpPr>
        <p:spPr>
          <a:xfrm>
            <a:off x="1714500" y="69816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8"/>
              </a:rPr>
              <a:t>Raza et al. (2019)</a:t>
            </a:r>
            <a:endParaRPr lang="en-US">
              <a:solidFill>
                <a:srgbClr val="FFFFFF"/>
              </a:solidFill>
              <a:latin typeface="Arial"/>
            </a:endParaRPr>
          </a:p>
        </p:txBody>
      </p:sp>
      <p:sp>
        <p:nvSpPr>
          <p:cNvPr id="686" name="Text 30"/>
          <p:cNvSpPr/>
          <p:nvPr/>
        </p:nvSpPr>
        <p:spPr>
          <a:xfrm>
            <a:off x="6652260" y="69816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CSE–UAEL</a:t>
            </a:r>
            <a:endParaRPr lang="en-US" sz="1560">
              <a:solidFill>
                <a:srgbClr val="FFFFFF"/>
              </a:solidFill>
              <a:latin typeface="Arial"/>
            </a:endParaRPr>
          </a:p>
        </p:txBody>
      </p:sp>
      <p:sp>
        <p:nvSpPr>
          <p:cNvPr id="687" name="Shape 31"/>
          <p:cNvSpPr/>
          <p:nvPr/>
        </p:nvSpPr>
        <p:spPr>
          <a:xfrm>
            <a:off x="1467180" y="758484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88" name="Shape 32"/>
          <p:cNvSpPr/>
          <p:nvPr/>
        </p:nvSpPr>
        <p:spPr>
          <a:xfrm>
            <a:off x="1462320" y="78262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89" name="Text 33">
            <a:hlinkClick r:id="rId9"/>
          </p:cNvPr>
          <p:cNvSpPr/>
          <p:nvPr/>
        </p:nvSpPr>
        <p:spPr>
          <a:xfrm>
            <a:off x="1714500" y="76944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9"/>
              </a:rPr>
              <a:t>Gaur et al. (2019)</a:t>
            </a:r>
            <a:endParaRPr lang="en-US">
              <a:solidFill>
                <a:srgbClr val="FFFFFF"/>
              </a:solidFill>
              <a:latin typeface="Arial"/>
            </a:endParaRPr>
          </a:p>
        </p:txBody>
      </p:sp>
      <p:sp>
        <p:nvSpPr>
          <p:cNvPr id="690" name="Text 34"/>
          <p:cNvSpPr/>
          <p:nvPr/>
        </p:nvSpPr>
        <p:spPr>
          <a:xfrm>
            <a:off x="6652260" y="76944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Tangent space / transfer</a:t>
            </a:r>
            <a:endParaRPr lang="en-US" sz="1560">
              <a:solidFill>
                <a:srgbClr val="FFFFFF"/>
              </a:solidFill>
              <a:latin typeface="Arial"/>
            </a:endParaRPr>
          </a:p>
        </p:txBody>
      </p:sp>
      <p:sp>
        <p:nvSpPr>
          <p:cNvPr id="691" name="Shape 35"/>
          <p:cNvSpPr/>
          <p:nvPr/>
        </p:nvSpPr>
        <p:spPr>
          <a:xfrm>
            <a:off x="9806940" y="3099600"/>
            <a:ext cx="8256600" cy="54583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92" name="Shape 36"/>
          <p:cNvSpPr/>
          <p:nvPr/>
        </p:nvSpPr>
        <p:spPr>
          <a:xfrm>
            <a:off x="10144440" y="35467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93" name="Text 37">
            <a:hlinkClick r:id="rId10"/>
          </p:cNvPr>
          <p:cNvSpPr/>
          <p:nvPr/>
        </p:nvSpPr>
        <p:spPr>
          <a:xfrm>
            <a:off x="10396620" y="34155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0"/>
              </a:rPr>
              <a:t>Diethe et al. (2019)</a:t>
            </a:r>
            <a:endParaRPr lang="en-US">
              <a:solidFill>
                <a:srgbClr val="FFFFFF"/>
              </a:solidFill>
              <a:latin typeface="Arial"/>
            </a:endParaRPr>
          </a:p>
        </p:txBody>
      </p:sp>
      <p:sp>
        <p:nvSpPr>
          <p:cNvPr id="694" name="Text 38"/>
          <p:cNvSpPr/>
          <p:nvPr/>
        </p:nvSpPr>
        <p:spPr>
          <a:xfrm>
            <a:off x="15334380" y="34155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Self-maintaining ML</a:t>
            </a:r>
            <a:endParaRPr lang="en-US" sz="1560">
              <a:solidFill>
                <a:srgbClr val="FFFFFF"/>
              </a:solidFill>
              <a:latin typeface="Arial"/>
            </a:endParaRPr>
          </a:p>
        </p:txBody>
      </p:sp>
      <p:sp>
        <p:nvSpPr>
          <p:cNvPr id="695" name="Shape 39"/>
          <p:cNvSpPr/>
          <p:nvPr/>
        </p:nvSpPr>
        <p:spPr>
          <a:xfrm>
            <a:off x="10149840" y="401868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96" name="Shape 40"/>
          <p:cNvSpPr/>
          <p:nvPr/>
        </p:nvSpPr>
        <p:spPr>
          <a:xfrm>
            <a:off x="10144440" y="426006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97" name="Text 41">
            <a:hlinkClick r:id="rId11"/>
          </p:cNvPr>
          <p:cNvSpPr/>
          <p:nvPr/>
        </p:nvSpPr>
        <p:spPr>
          <a:xfrm>
            <a:off x="10396620" y="41283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1"/>
              </a:rPr>
              <a:t>Wang et al. (2022)</a:t>
            </a:r>
            <a:endParaRPr lang="en-US">
              <a:solidFill>
                <a:srgbClr val="FFFFFF"/>
              </a:solidFill>
              <a:latin typeface="Arial"/>
            </a:endParaRPr>
          </a:p>
        </p:txBody>
      </p:sp>
      <p:sp>
        <p:nvSpPr>
          <p:cNvPr id="698" name="Text 42"/>
          <p:cNvSpPr/>
          <p:nvPr/>
        </p:nvSpPr>
        <p:spPr>
          <a:xfrm>
            <a:off x="15334380" y="41283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L2P / DualPrompt</a:t>
            </a:r>
            <a:endParaRPr lang="en-US" sz="1560">
              <a:solidFill>
                <a:srgbClr val="FFFFFF"/>
              </a:solidFill>
              <a:latin typeface="Arial"/>
            </a:endParaRPr>
          </a:p>
        </p:txBody>
      </p:sp>
      <p:sp>
        <p:nvSpPr>
          <p:cNvPr id="699" name="Shape 43"/>
          <p:cNvSpPr/>
          <p:nvPr/>
        </p:nvSpPr>
        <p:spPr>
          <a:xfrm>
            <a:off x="10149840" y="473202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00" name="Shape 44"/>
          <p:cNvSpPr/>
          <p:nvPr/>
        </p:nvSpPr>
        <p:spPr>
          <a:xfrm>
            <a:off x="10144440" y="497340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01" name="Text 45">
            <a:hlinkClick r:id="rId12"/>
          </p:cNvPr>
          <p:cNvSpPr/>
          <p:nvPr/>
        </p:nvSpPr>
        <p:spPr>
          <a:xfrm>
            <a:off x="10396620" y="484164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2"/>
              </a:rPr>
              <a:t>Kudithipudi et al. (2022)</a:t>
            </a:r>
            <a:endParaRPr lang="en-US">
              <a:solidFill>
                <a:srgbClr val="FFFFFF"/>
              </a:solidFill>
              <a:latin typeface="Arial"/>
            </a:endParaRPr>
          </a:p>
        </p:txBody>
      </p:sp>
      <p:sp>
        <p:nvSpPr>
          <p:cNvPr id="702" name="Text 46"/>
          <p:cNvSpPr/>
          <p:nvPr/>
        </p:nvSpPr>
        <p:spPr>
          <a:xfrm>
            <a:off x="15334380" y="484164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Lifelong learning</a:t>
            </a:r>
            <a:endParaRPr lang="en-US" sz="1560">
              <a:solidFill>
                <a:srgbClr val="FFFFFF"/>
              </a:solidFill>
              <a:latin typeface="Arial"/>
            </a:endParaRPr>
          </a:p>
        </p:txBody>
      </p:sp>
      <p:sp>
        <p:nvSpPr>
          <p:cNvPr id="703" name="Shape 47"/>
          <p:cNvSpPr/>
          <p:nvPr/>
        </p:nvSpPr>
        <p:spPr>
          <a:xfrm>
            <a:off x="10149840" y="544482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04" name="Shape 48"/>
          <p:cNvSpPr/>
          <p:nvPr/>
        </p:nvSpPr>
        <p:spPr>
          <a:xfrm>
            <a:off x="10144440" y="568674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05" name="Text 49">
            <a:hlinkClick r:id="rId13"/>
          </p:cNvPr>
          <p:cNvSpPr/>
          <p:nvPr/>
        </p:nvSpPr>
        <p:spPr>
          <a:xfrm>
            <a:off x="10396620" y="555498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3"/>
              </a:rPr>
              <a:t>Park et al. (2023)</a:t>
            </a:r>
            <a:endParaRPr lang="en-US">
              <a:solidFill>
                <a:srgbClr val="FFFFFF"/>
              </a:solidFill>
              <a:latin typeface="Arial"/>
            </a:endParaRPr>
          </a:p>
        </p:txBody>
      </p:sp>
      <p:sp>
        <p:nvSpPr>
          <p:cNvPr id="706" name="Text 50"/>
          <p:cNvSpPr/>
          <p:nvPr/>
        </p:nvSpPr>
        <p:spPr>
          <a:xfrm>
            <a:off x="15334380" y="555498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a:bodyPr>
          <a:lstStyle/>
          <a:p>
            <a:pPr algn="r" defTabSz="1371600">
              <a:tabLst>
                <a:tab pos="0" algn="l"/>
              </a:tabLst>
            </a:pPr>
            <a:r>
              <a:rPr lang="en-US" sz="1560">
                <a:solidFill>
                  <a:srgbClr val="9BB3C9"/>
                </a:solidFill>
                <a:latin typeface="Aptos"/>
                <a:ea typeface="Aptos"/>
              </a:rPr>
              <a:t>Mean / second-order change</a:t>
            </a:r>
            <a:endParaRPr lang="en-US" sz="1560">
              <a:solidFill>
                <a:srgbClr val="FFFFFF"/>
              </a:solidFill>
              <a:latin typeface="Arial"/>
            </a:endParaRPr>
          </a:p>
        </p:txBody>
      </p:sp>
      <p:sp>
        <p:nvSpPr>
          <p:cNvPr id="707" name="Shape 51"/>
          <p:cNvSpPr/>
          <p:nvPr/>
        </p:nvSpPr>
        <p:spPr>
          <a:xfrm>
            <a:off x="10149840" y="615816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08" name="Shape 52"/>
          <p:cNvSpPr/>
          <p:nvPr/>
        </p:nvSpPr>
        <p:spPr>
          <a:xfrm>
            <a:off x="10144440" y="640008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09" name="Text 53">
            <a:hlinkClick r:id="rId14"/>
          </p:cNvPr>
          <p:cNvSpPr/>
          <p:nvPr/>
        </p:nvSpPr>
        <p:spPr>
          <a:xfrm>
            <a:off x="10396620" y="626832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4"/>
              </a:rPr>
              <a:t>Hurtado et al. (2023)</a:t>
            </a:r>
            <a:endParaRPr lang="en-US">
              <a:solidFill>
                <a:srgbClr val="FFFFFF"/>
              </a:solidFill>
              <a:latin typeface="Arial"/>
            </a:endParaRPr>
          </a:p>
        </p:txBody>
      </p:sp>
      <p:sp>
        <p:nvSpPr>
          <p:cNvPr id="710" name="Text 54"/>
          <p:cNvSpPr/>
          <p:nvPr/>
        </p:nvSpPr>
        <p:spPr>
          <a:xfrm>
            <a:off x="15334380" y="626832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CL / maintenance</a:t>
            </a:r>
            <a:endParaRPr lang="en-US" sz="1560">
              <a:solidFill>
                <a:srgbClr val="FFFFFF"/>
              </a:solidFill>
              <a:latin typeface="Arial"/>
            </a:endParaRPr>
          </a:p>
        </p:txBody>
      </p:sp>
      <p:sp>
        <p:nvSpPr>
          <p:cNvPr id="711" name="Shape 55"/>
          <p:cNvSpPr/>
          <p:nvPr/>
        </p:nvSpPr>
        <p:spPr>
          <a:xfrm>
            <a:off x="10149840" y="687150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12" name="Shape 56"/>
          <p:cNvSpPr/>
          <p:nvPr/>
        </p:nvSpPr>
        <p:spPr>
          <a:xfrm>
            <a:off x="10144440" y="711288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13" name="Text 57">
            <a:hlinkClick r:id="rId15"/>
          </p:cNvPr>
          <p:cNvSpPr/>
          <p:nvPr/>
        </p:nvSpPr>
        <p:spPr>
          <a:xfrm>
            <a:off x="10396620" y="69816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5"/>
              </a:rPr>
              <a:t>Heyden et al. (2024)</a:t>
            </a:r>
            <a:endParaRPr lang="en-US">
              <a:solidFill>
                <a:srgbClr val="FFFFFF"/>
              </a:solidFill>
              <a:latin typeface="Arial"/>
            </a:endParaRPr>
          </a:p>
        </p:txBody>
      </p:sp>
      <p:sp>
        <p:nvSpPr>
          <p:cNvPr id="714" name="Text 58"/>
          <p:cNvSpPr/>
          <p:nvPr/>
        </p:nvSpPr>
        <p:spPr>
          <a:xfrm>
            <a:off x="15334380" y="69816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ABCD / subspace</a:t>
            </a:r>
            <a:endParaRPr lang="en-US" sz="1560">
              <a:solidFill>
                <a:srgbClr val="FFFFFF"/>
              </a:solidFill>
              <a:latin typeface="Arial"/>
            </a:endParaRPr>
          </a:p>
        </p:txBody>
      </p:sp>
      <p:sp>
        <p:nvSpPr>
          <p:cNvPr id="715" name="Shape 59"/>
          <p:cNvSpPr/>
          <p:nvPr/>
        </p:nvSpPr>
        <p:spPr>
          <a:xfrm>
            <a:off x="10149840" y="758484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16" name="Shape 60"/>
          <p:cNvSpPr/>
          <p:nvPr/>
        </p:nvSpPr>
        <p:spPr>
          <a:xfrm>
            <a:off x="10144440" y="78262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17" name="Text 61">
            <a:hlinkClick r:id="rId16"/>
          </p:cNvPr>
          <p:cNvSpPr/>
          <p:nvPr/>
        </p:nvSpPr>
        <p:spPr>
          <a:xfrm>
            <a:off x="10396620" y="76944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6"/>
              </a:rPr>
              <a:t>Gupta et al. (2024)</a:t>
            </a:r>
            <a:endParaRPr lang="en-US">
              <a:solidFill>
                <a:srgbClr val="FFFFFF"/>
              </a:solidFill>
              <a:latin typeface="Arial"/>
            </a:endParaRPr>
          </a:p>
        </p:txBody>
      </p:sp>
      <p:sp>
        <p:nvSpPr>
          <p:cNvPr id="718" name="Text 62"/>
          <p:cNvSpPr/>
          <p:nvPr/>
        </p:nvSpPr>
        <p:spPr>
          <a:xfrm>
            <a:off x="15334380" y="76944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TWIN–ADAPT</a:t>
            </a:r>
            <a:endParaRPr lang="en-US" sz="1560">
              <a:solidFill>
                <a:srgbClr val="FFFFFF"/>
              </a:solidFill>
              <a:latin typeface="Arial"/>
            </a:endParaRPr>
          </a:p>
        </p:txBody>
      </p:sp>
      <p:sp>
        <p:nvSpPr>
          <p:cNvPr id="719" name="Text 63">
            <a:hlinkClick r:id="rId17"/>
          </p:cNvPr>
          <p:cNvSpPr/>
          <p:nvPr/>
        </p:nvSpPr>
        <p:spPr>
          <a:xfrm>
            <a:off x="1152360" y="8874360"/>
            <a:ext cx="770796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u="sng">
                <a:solidFill>
                  <a:srgbClr val="39D2C3"/>
                </a:solidFill>
                <a:latin typeface="Aptos"/>
                <a:ea typeface="Aptos"/>
                <a:hlinkClick r:id="rId17"/>
              </a:rPr>
              <a:t>Notion: Literature Topic Guide + 36-record library</a:t>
            </a:r>
            <a:endParaRPr lang="en-US" sz="1710">
              <a:solidFill>
                <a:srgbClr val="FFFFFF"/>
              </a:solidFill>
              <a:latin typeface="Arial"/>
            </a:endParaRPr>
          </a:p>
        </p:txBody>
      </p:sp>
      <p:sp>
        <p:nvSpPr>
          <p:cNvPr id="720" name="Text 64">
            <a:hlinkClick r:id="rId18"/>
          </p:cNvPr>
          <p:cNvSpPr/>
          <p:nvPr/>
        </p:nvSpPr>
        <p:spPr>
          <a:xfrm>
            <a:off x="9573660" y="8874360"/>
            <a:ext cx="763938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u="sng">
                <a:solidFill>
                  <a:srgbClr val="65A7FF"/>
                </a:solidFill>
                <a:latin typeface="Aptos"/>
                <a:ea typeface="Aptos"/>
                <a:hlinkClick r:id="rId18"/>
              </a:rPr>
              <a:t>GitHub: code, docs and archived output provenance</a:t>
            </a:r>
            <a:endParaRPr lang="en-US" sz="1710">
              <a:solidFill>
                <a:srgbClr val="FFFFFF"/>
              </a:solidFill>
              <a:latin typeface="Arial"/>
            </a:endParaRPr>
          </a:p>
        </p:txBody>
      </p:sp>
    </p:spTree>
    <p:extLst>
      <p:ext uri="{BB962C8B-B14F-4D97-AF65-F5344CB8AC3E}">
        <p14:creationId xmlns:p14="http://schemas.microsoft.com/office/powerpoint/2010/main" val="40772567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439929" y="3214116"/>
            <a:ext cx="7031549"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48266" y="3982818"/>
            <a:ext cx="7438644" cy="3539430"/>
          </a:xfrm>
          <a:prstGeom prst="rect">
            <a:avLst/>
          </a:prstGeom>
        </p:spPr>
        <p:txBody>
          <a:bodyPr lIns="0" tIns="0" rIns="0" bIns="0" rtlCol="0" anchor="t">
            <a:spAutoFit/>
          </a:bodyPr>
          <a:lstStyle/>
          <a:p>
            <a:pPr>
              <a:lnSpc>
                <a:spcPts val="2340"/>
              </a:lnSpc>
            </a:pPr>
            <a:r>
              <a:rPr lang="en-US" sz="1950" b="1">
                <a:solidFill>
                  <a:srgbClr val="12233B"/>
                </a:solidFill>
                <a:latin typeface="Aptos"/>
                <a:ea typeface="Aptos"/>
                <a:cs typeface="Aptos"/>
                <a:sym typeface="Aptos"/>
              </a:rPr>
              <a:t>Step 1</a:t>
            </a:r>
            <a:r>
              <a:rPr lang="en-US" sz="1950">
                <a:solidFill>
                  <a:srgbClr val="12233B"/>
                </a:solidFill>
                <a:latin typeface="Aptos"/>
                <a:ea typeface="Aptos"/>
                <a:cs typeface="Aptos"/>
                <a:sym typeface="Aptos"/>
              </a:rPr>
              <a:t>: aggregated feature-wise mean-CUSUM.</a:t>
            </a:r>
            <a:endParaRPr lang="en-US"/>
          </a:p>
          <a:p>
            <a:pPr>
              <a:lnSpc>
                <a:spcPts val="2340"/>
              </a:lnSpc>
            </a:pPr>
            <a:endParaRPr lang="en-US" sz="1950" dirty="0">
              <a:solidFill>
                <a:srgbClr val="12233B"/>
              </a:solidFill>
              <a:latin typeface="Aptos"/>
              <a:ea typeface="Aptos"/>
              <a:cs typeface="Aptos"/>
              <a:sym typeface="Aptos"/>
            </a:endParaRPr>
          </a:p>
          <a:p>
            <a:pPr marL="342900" indent="-342900" algn="l">
              <a:lnSpc>
                <a:spcPts val="2340"/>
              </a:lnSpc>
              <a:buFont typeface="Arial"/>
              <a:buChar char="•"/>
            </a:pPr>
            <a:r>
              <a:rPr lang="en-US" sz="1950">
                <a:solidFill>
                  <a:srgbClr val="12233B"/>
                </a:solidFill>
                <a:latin typeface="Aptos"/>
                <a:ea typeface="Aptos"/>
                <a:cs typeface="Aptos"/>
                <a:sym typeface="Aptos"/>
              </a:rPr>
              <a:t>Estimate candidate split locations.</a:t>
            </a:r>
            <a:endParaRPr lang="en-US" sz="1950">
              <a:solidFill>
                <a:srgbClr val="12233B"/>
              </a:solidFill>
              <a:latin typeface="Aptos"/>
              <a:ea typeface="Calibri"/>
              <a:cs typeface="Calibri"/>
            </a:endParaRPr>
          </a:p>
          <a:p>
            <a:pPr marL="342900" indent="-342900" algn="l">
              <a:lnSpc>
                <a:spcPts val="2340"/>
              </a:lnSpc>
              <a:buFont typeface="Arial"/>
              <a:buChar char="•"/>
            </a:pPr>
            <a:r>
              <a:rPr lang="en-US" sz="1950">
                <a:solidFill>
                  <a:srgbClr val="12233B"/>
                </a:solidFill>
                <a:latin typeface="Aptos"/>
                <a:ea typeface="Aptos"/>
                <a:cs typeface="Aptos"/>
                <a:sym typeface="Aptos"/>
              </a:rPr>
              <a:t>If mean change is not established: investigate second-order structure using wavelets and dynamic PCA.</a:t>
            </a:r>
            <a:endParaRPr lang="en-US" sz="1950">
              <a:solidFill>
                <a:srgbClr val="12233B"/>
              </a:solidFill>
              <a:latin typeface="Aptos"/>
              <a:ea typeface="Aptos"/>
              <a:cs typeface="Aptos"/>
            </a:endParaRPr>
          </a:p>
          <a:p>
            <a:pPr marL="342900" indent="-342900" algn="l">
              <a:lnSpc>
                <a:spcPts val="2340"/>
              </a:lnSpc>
              <a:buFont typeface="Arial"/>
              <a:buChar char="•"/>
            </a:pPr>
            <a:endParaRPr lang="en-US" sz="1950" dirty="0">
              <a:solidFill>
                <a:srgbClr val="12233B"/>
              </a:solidFill>
              <a:latin typeface="Aptos"/>
              <a:ea typeface="Aptos"/>
              <a:cs typeface="Aptos"/>
            </a:endParaRPr>
          </a:p>
          <a:p>
            <a:pPr>
              <a:lnSpc>
                <a:spcPts val="2340"/>
              </a:lnSpc>
            </a:pPr>
            <a:r>
              <a:rPr lang="en-US" sz="1950" b="1" dirty="0">
                <a:solidFill>
                  <a:srgbClr val="12233B"/>
                </a:solidFill>
                <a:latin typeface="Aptos"/>
                <a:ea typeface="Aptos"/>
                <a:cs typeface="Aptos"/>
              </a:rPr>
              <a:t>Step 2</a:t>
            </a:r>
            <a:r>
              <a:rPr lang="en-US" sz="1950">
                <a:solidFill>
                  <a:srgbClr val="12233B"/>
                </a:solidFill>
                <a:latin typeface="Aptos"/>
                <a:ea typeface="Aptos"/>
                <a:cs typeface="Aptos"/>
              </a:rPr>
              <a:t>: second-order structural change detection</a:t>
            </a:r>
            <a:endParaRPr lang="en-US" sz="1950" dirty="0">
              <a:solidFill>
                <a:srgbClr val="12233B"/>
              </a:solidFill>
              <a:latin typeface="Aptos"/>
              <a:ea typeface="Aptos"/>
              <a:cs typeface="Aptos"/>
            </a:endParaRPr>
          </a:p>
          <a:p>
            <a:pPr>
              <a:lnSpc>
                <a:spcPts val="2340"/>
              </a:lnSpc>
            </a:pPr>
            <a:endParaRPr lang="en-US" sz="1950" dirty="0">
              <a:solidFill>
                <a:srgbClr val="12233B"/>
              </a:solidFill>
              <a:latin typeface="Aptos"/>
              <a:ea typeface="Aptos"/>
              <a:cs typeface="Aptos"/>
            </a:endParaRPr>
          </a:p>
          <a:p>
            <a:pPr marL="342900" indent="-342900">
              <a:lnSpc>
                <a:spcPts val="2340"/>
              </a:lnSpc>
              <a:buFont typeface="Arial"/>
              <a:buChar char="•"/>
            </a:pPr>
            <a:r>
              <a:rPr lang="en-US" sz="1950">
                <a:solidFill>
                  <a:srgbClr val="12233B"/>
                </a:solidFill>
                <a:latin typeface="Aptos"/>
              </a:rPr>
              <a:t>Estimate wavelet-based, time-varying second-order structure.</a:t>
            </a:r>
          </a:p>
          <a:p>
            <a:pPr marL="342900" indent="-342900">
              <a:lnSpc>
                <a:spcPts val="2340"/>
              </a:lnSpc>
              <a:buFont typeface="Arial"/>
              <a:buChar char="•"/>
            </a:pPr>
            <a:r>
              <a:rPr lang="en-US" sz="1950" dirty="0">
                <a:solidFill>
                  <a:srgbClr val="12233B"/>
                </a:solidFill>
                <a:latin typeface="Aptos"/>
                <a:ea typeface="Aptos"/>
                <a:cs typeface="Aptos"/>
              </a:rPr>
              <a:t>Apply DPCA to estimated structure to extract relevant dynamic </a:t>
            </a:r>
            <a:r>
              <a:rPr lang="en-US" sz="1950">
                <a:solidFill>
                  <a:srgbClr val="12233B"/>
                </a:solidFill>
                <a:latin typeface="Aptos"/>
                <a:ea typeface="Aptos"/>
                <a:cs typeface="Aptos"/>
              </a:rPr>
              <a:t>components</a:t>
            </a:r>
            <a:r>
              <a:rPr lang="en-US" sz="1950" dirty="0">
                <a:solidFill>
                  <a:srgbClr val="12233B"/>
                </a:solidFill>
                <a:latin typeface="Aptos"/>
                <a:ea typeface="Aptos"/>
                <a:cs typeface="Aptos"/>
              </a:rPr>
              <a:t>.</a:t>
            </a:r>
          </a:p>
          <a:p>
            <a:pPr marL="342900" indent="-342900">
              <a:lnSpc>
                <a:spcPts val="2340"/>
              </a:lnSpc>
              <a:buFont typeface="Arial"/>
              <a:buChar char="•"/>
            </a:pPr>
            <a:r>
              <a:rPr lang="en-US" sz="1950">
                <a:solidFill>
                  <a:srgbClr val="12233B"/>
                </a:solidFill>
                <a:latin typeface="Aptos"/>
                <a:ea typeface="Aptos"/>
                <a:cs typeface="Aptos"/>
              </a:rPr>
              <a:t>Calculate CUSUM stats to estimate a structural change point.</a:t>
            </a:r>
            <a:endParaRPr lang="en-US" sz="1950" dirty="0">
              <a:solidFill>
                <a:srgbClr val="12233B"/>
              </a:solidFill>
              <a:latin typeface="Aptos"/>
              <a:ea typeface="Aptos"/>
              <a:cs typeface="Aptos"/>
            </a:endParaRP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869320" y="3589897"/>
            <a:ext cx="6953261"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618799" y="4958678"/>
            <a:ext cx="7438644" cy="1179810"/>
          </a:xfrm>
          <a:prstGeom prst="rect">
            <a:avLst/>
          </a:prstGeom>
        </p:spPr>
        <p:txBody>
          <a:bodyPr lIns="0" tIns="0" rIns="0" bIns="0" rtlCol="0" anchor="t">
            <a:spAutoFit/>
          </a:bodyPr>
          <a:lstStyle/>
          <a:p>
            <a:pPr algn="l">
              <a:lnSpc>
                <a:spcPts val="2340"/>
              </a:lnSpc>
            </a:pPr>
            <a:r>
              <a:rPr lang="en-US" sz="1950" b="1">
                <a:solidFill>
                  <a:srgbClr val="12233B"/>
                </a:solidFill>
                <a:latin typeface="Aptos"/>
                <a:ea typeface="Aptos"/>
                <a:cs typeface="Aptos"/>
                <a:sym typeface="Aptos"/>
              </a:rPr>
              <a:t>Stage I</a:t>
            </a:r>
            <a:r>
              <a:rPr lang="en-US" sz="1950">
                <a:solidFill>
                  <a:srgbClr val="12233B"/>
                </a:solidFill>
                <a:latin typeface="Aptos"/>
                <a:ea typeface="Aptos"/>
                <a:cs typeface="Aptos"/>
                <a:sym typeface="Aptos"/>
              </a:rPr>
              <a:t>: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b="1">
                <a:solidFill>
                  <a:srgbClr val="12233B"/>
                </a:solidFill>
                <a:latin typeface="Aptos"/>
                <a:ea typeface="Aptos"/>
                <a:cs typeface="Aptos"/>
                <a:sym typeface="Aptos"/>
              </a:rPr>
              <a:t>Stage II</a:t>
            </a:r>
            <a:r>
              <a:rPr lang="en-US" sz="1950">
                <a:solidFill>
                  <a:srgbClr val="12233B"/>
                </a:solidFill>
                <a:latin typeface="Aptos"/>
                <a:ea typeface="Aptos"/>
                <a:cs typeface="Aptos"/>
                <a:sym typeface="Aptos"/>
              </a:rPr>
              <a:t>: statistical validation (Hotelling T² or two-sample K–S, depending on formulation).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grpSp>
        <p:nvGrpSpPr>
          <p:cNvPr id="15" name="Group 31">
            <a:extLst>
              <a:ext uri="{FF2B5EF4-FFF2-40B4-BE49-F238E27FC236}">
                <a16:creationId xmlns:a16="http://schemas.microsoft.com/office/drawing/2014/main" id="{ADB27E2A-3720-B97D-3A2D-63B6D4F2D654}"/>
              </a:ext>
            </a:extLst>
          </p:cNvPr>
          <p:cNvGrpSpPr/>
          <p:nvPr/>
        </p:nvGrpSpPr>
        <p:grpSpPr>
          <a:xfrm>
            <a:off x="16495899" y="166560"/>
            <a:ext cx="1581665" cy="938149"/>
            <a:chOff x="0" y="0"/>
            <a:chExt cx="4344772" cy="2880004"/>
          </a:xfrm>
        </p:grpSpPr>
        <p:sp>
          <p:nvSpPr>
            <p:cNvPr id="16" name="Freeform 32">
              <a:extLst>
                <a:ext uri="{FF2B5EF4-FFF2-40B4-BE49-F238E27FC236}">
                  <a16:creationId xmlns:a16="http://schemas.microsoft.com/office/drawing/2014/main" id="{34BA6D41-7B81-8B54-734B-FA7EBF2AB680}"/>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2"/>
              <a:stretch>
                <a:fillRect/>
              </a:stretch>
            </a:blipFill>
          </p:spPr>
          <p:txBody>
            <a:bodyPr/>
            <a:lstStyle/>
            <a:p>
              <a:endParaRPr lang="en-GB"/>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2597604"/>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mc:AlternateContent xmlns:mc="http://schemas.openxmlformats.org/markup-compatibility/2006" xmlns:a14="http://schemas.microsoft.com/office/drawing/2010/main">
        <mc:Choice Requires="a14">
          <p:sp>
            <p:nvSpPr>
              <p:cNvPr id="9" name="TextBox 9"/>
              <p:cNvSpPr txBox="1"/>
              <p:nvPr/>
            </p:nvSpPr>
            <p:spPr>
              <a:xfrm>
                <a:off x="1229868" y="3968115"/>
                <a:ext cx="7438644" cy="1404039"/>
              </a:xfrm>
              <a:prstGeom prst="rect">
                <a:avLst/>
              </a:prstGeom>
            </p:spPr>
            <p:txBody>
              <a:bodyPr lIns="0" tIns="0" rIns="0" bIns="0" rtlCol="0" anchor="t">
                <a:spAutoFit/>
              </a:bodyPr>
              <a:lstStyle/>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func>
                          <m:funcPr>
                            <m:ctrlPr>
                              <a:rPr lang="en-US" sz="1800" i="0" dirty="0" smtClean="0">
                                <a:solidFill>
                                  <a:srgbClr val="12233B"/>
                                </a:solidFill>
                                <a:latin typeface="Cambria Math" panose="02040503050406030204" pitchFamily="18" charset="0"/>
                                <a:ea typeface="Aptos"/>
                                <a:cs typeface="Aptos"/>
                                <a:sym typeface="Aptos"/>
                              </a:rPr>
                            </m:ctrlPr>
                          </m:funcPr>
                          <m:fName>
                            <m:r>
                              <m:rPr>
                                <m:sty m:val="p"/>
                              </m:rPr>
                              <a:rPr lang="en-US" sz="1800" i="0" dirty="0" smtClean="0">
                                <a:solidFill>
                                  <a:srgbClr val="12233B"/>
                                </a:solidFill>
                                <a:latin typeface="Cambria Math" panose="02040503050406030204" pitchFamily="18" charset="0"/>
                                <a:ea typeface="Aptos"/>
                                <a:cs typeface="Aptos"/>
                                <a:sym typeface="Aptos"/>
                              </a:rPr>
                              <m:t>max</m:t>
                            </m:r>
                          </m:fName>
                          <m:e>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e>
                        </m:func>
                      </m:sub>
                    </m:sSub>
                  </m:oMath>
                </a14:m>
                <a:r>
                  <a:rPr lang="en-US" sz="1800" dirty="0">
                    <a:solidFill>
                      <a:srgbClr val="12233B"/>
                    </a:solidFill>
                    <a:latin typeface="Aptos"/>
                    <a:ea typeface="Aptos"/>
                    <a:cs typeface="Aptos"/>
                    <a:sym typeface="Aptos"/>
                  </a:rPr>
                  <a:t>: strongest feature-wise normalised mean contrast at candidate t.</a:t>
                </a:r>
              </a:p>
              <a:p>
                <a:pPr algn="l">
                  <a:lnSpc>
                    <a:spcPts val="2160"/>
                  </a:lnSpc>
                </a:pPr>
                <a:endParaRPr lang="en-US" sz="1800" dirty="0">
                  <a:solidFill>
                    <a:srgbClr val="12233B"/>
                  </a:solidFill>
                  <a:latin typeface="Aptos"/>
                  <a:ea typeface="Aptos"/>
                  <a:cs typeface="Aptos"/>
                  <a:sym typeface="Aptos"/>
                </a:endParaRPr>
              </a:p>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r>
                          <a:rPr lang="en-US" sz="1800" i="1" dirty="0" smtClean="0">
                            <a:solidFill>
                              <a:srgbClr val="12233B"/>
                            </a:solidFill>
                            <a:latin typeface="Cambria Math" panose="02040503050406030204" pitchFamily="18" charset="0"/>
                            <a:ea typeface="Aptos"/>
                            <a:cs typeface="Aptos"/>
                            <a:sym typeface="Aptos"/>
                          </a:rPr>
                          <m:t>𝑎𝑣𝑔</m:t>
                        </m:r>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sub>
                    </m:sSub>
                  </m:oMath>
                </a14:m>
                <a:r>
                  <a:rPr lang="en-US" sz="1800" dirty="0">
                    <a:solidFill>
                      <a:srgbClr val="12233B"/>
                    </a:solidFill>
                    <a:latin typeface="Aptos"/>
                    <a:ea typeface="Aptos"/>
                    <a:cs typeface="Aptos"/>
                    <a:sym typeface="Aptos"/>
                  </a:rPr>
                  <a:t>: mean contrast across features.</a:t>
                </a:r>
              </a:p>
              <a:p>
                <a:pPr algn="l">
                  <a:lnSpc>
                    <a:spcPts val="2160"/>
                  </a:lnSpc>
                </a:pPr>
                <a:endParaRPr lang="en-US" sz="1800" dirty="0">
                  <a:solidFill>
                    <a:srgbClr val="12233B"/>
                  </a:solidFill>
                  <a:latin typeface="Aptos"/>
                  <a:ea typeface="Aptos"/>
                  <a:cs typeface="Aptos"/>
                  <a:sym typeface="Aptos"/>
                </a:endParaRPr>
              </a:p>
              <a:p>
                <a:pPr algn="l">
                  <a:lnSpc>
                    <a:spcPts val="2160"/>
                  </a:lnSpc>
                </a:pPr>
                <a:r>
                  <a:rPr lang="en-US" sz="1800" dirty="0">
                    <a:solidFill>
                      <a:srgbClr val="12233B"/>
                    </a:solidFill>
                    <a:latin typeface="Aptos"/>
                    <a:ea typeface="Aptos"/>
                    <a:cs typeface="Aptos"/>
                    <a:sym typeface="Aptos"/>
                  </a:rPr>
                  <a:t>Both identify candidate locations; their global maxima can disagree.</a:t>
                </a:r>
              </a:p>
            </p:txBody>
          </p:sp>
        </mc:Choice>
        <mc:Fallback xmlns="">
          <p:sp>
            <p:nvSpPr>
              <p:cNvPr id="9" name="TextBox 9"/>
              <p:cNvSpPr txBox="1">
                <a:spLocks noRot="1" noChangeAspect="1" noMove="1" noResize="1" noEditPoints="1" noAdjustHandles="1" noChangeArrowheads="1" noChangeShapeType="1" noTextEdit="1"/>
              </p:cNvSpPr>
              <p:nvPr/>
            </p:nvSpPr>
            <p:spPr>
              <a:xfrm>
                <a:off x="1229868" y="3968115"/>
                <a:ext cx="7438644" cy="1404039"/>
              </a:xfrm>
              <a:prstGeom prst="rect">
                <a:avLst/>
              </a:prstGeom>
              <a:blipFill>
                <a:blip r:embed="rId2"/>
                <a:stretch>
                  <a:fillRect l="-1967" t="-5652" b="-9565"/>
                </a:stretch>
              </a:blipFill>
            </p:spPr>
            <p:txBody>
              <a:bodyPr/>
              <a:lstStyle/>
              <a:p>
                <a:r>
                  <a:rPr lang="en-GB">
                    <a:noFill/>
                  </a:rPr>
                  <a:t> </a:t>
                </a:r>
              </a:p>
            </p:txBody>
          </p:sp>
        </mc:Fallback>
      </mc:AlternateContent>
      <p:grpSp>
        <p:nvGrpSpPr>
          <p:cNvPr id="10" name="Group 10"/>
          <p:cNvGrpSpPr/>
          <p:nvPr/>
        </p:nvGrpSpPr>
        <p:grpSpPr>
          <a:xfrm>
            <a:off x="9317355" y="3021711"/>
            <a:ext cx="8042910" cy="2597604"/>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619488" y="3850005"/>
            <a:ext cx="7438644" cy="4133088"/>
          </a:xfrm>
          <a:prstGeom prst="rect">
            <a:avLst/>
          </a:prstGeom>
        </p:spPr>
        <p:txBody>
          <a:bodyPr lIns="0" tIns="0" rIns="0" bIns="0" rtlCol="0" anchor="t">
            <a:spAutoFit/>
          </a:bodyPr>
          <a:lstStyle/>
          <a:p>
            <a:pPr algn="l">
              <a:lnSpc>
                <a:spcPts val="2340"/>
              </a:lnSpc>
            </a:pPr>
            <a:r>
              <a:rPr lang="en-US" sz="1950" dirty="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dirty="0">
              <a:solidFill>
                <a:srgbClr val="12233B"/>
              </a:solidFill>
              <a:latin typeface="Aptos"/>
              <a:ea typeface="Aptos"/>
              <a:cs typeface="Aptos"/>
              <a:sym typeface="Aptos"/>
            </a:endParaRPr>
          </a:p>
          <a:p>
            <a:pPr algn="l">
              <a:lnSpc>
                <a:spcPts val="2340"/>
              </a:lnSpc>
            </a:pPr>
            <a:r>
              <a:rPr lang="en-US" sz="1950" dirty="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33776" y="8965429"/>
            <a:ext cx="16340328" cy="553212"/>
          </a:xfrm>
          <a:prstGeom prst="rect">
            <a:avLst/>
          </a:prstGeom>
        </p:spPr>
        <p:txBody>
          <a:bodyPr lIns="0" tIns="0" rIns="0" bIns="0" rtlCol="0" anchor="t">
            <a:spAutoFit/>
          </a:bodyPr>
          <a:lstStyle/>
          <a:p>
            <a:pPr algn="l">
              <a:lnSpc>
                <a:spcPts val="1800"/>
              </a:lnSpc>
            </a:pPr>
            <a:r>
              <a:rPr lang="en-US" sz="1500" dirty="0">
                <a:solidFill>
                  <a:srgbClr val="516377"/>
                </a:solidFill>
                <a:latin typeface="Aptos"/>
                <a:ea typeface="Aptos"/>
                <a:cs typeface="Aptos"/>
                <a:sym typeface="Aptos"/>
              </a:rPr>
              <a:t>Sources: Park et al. (2023), DOI 10.29220/CSAM.2023.30.4.369; </a:t>
            </a:r>
            <a:r>
              <a:rPr lang="en-US" sz="1500" dirty="0" err="1">
                <a:solidFill>
                  <a:srgbClr val="516377"/>
                </a:solidFill>
                <a:latin typeface="Aptos"/>
                <a:ea typeface="Aptos"/>
                <a:cs typeface="Aptos"/>
                <a:sym typeface="Aptos"/>
              </a:rPr>
              <a:t>Fearnhead</a:t>
            </a:r>
            <a:r>
              <a:rPr lang="en-US" sz="1500" dirty="0">
                <a:solidFill>
                  <a:srgbClr val="516377"/>
                </a:solidFill>
                <a:latin typeface="Aptos"/>
                <a:ea typeface="Aptos"/>
                <a:cs typeface="Aptos"/>
                <a:sym typeface="Aptos"/>
              </a:rPr>
              <a:t> &amp; </a:t>
            </a:r>
            <a:r>
              <a:rPr lang="en-US" sz="1500" dirty="0" err="1">
                <a:solidFill>
                  <a:srgbClr val="516377"/>
                </a:solidFill>
                <a:latin typeface="Aptos"/>
                <a:ea typeface="Aptos"/>
                <a:cs typeface="Aptos"/>
                <a:sym typeface="Aptos"/>
              </a:rPr>
              <a:t>Rigaill</a:t>
            </a:r>
            <a:r>
              <a:rPr lang="en-US" sz="1500" dirty="0">
                <a:solidFill>
                  <a:srgbClr val="516377"/>
                </a:solidFill>
                <a:latin typeface="Aptos"/>
                <a:ea typeface="Aptos"/>
                <a:cs typeface="Aptos"/>
                <a:sym typeface="Aptos"/>
              </a:rPr>
              <a:t> (2020), DOI 10.1002/sta4.291.</a:t>
            </a:r>
          </a:p>
        </p:txBody>
      </p:sp>
      <p:graphicFrame>
        <p:nvGraphicFramePr>
          <p:cNvPr id="15" name="Table 14">
            <a:extLst>
              <a:ext uri="{FF2B5EF4-FFF2-40B4-BE49-F238E27FC236}">
                <a16:creationId xmlns:a16="http://schemas.microsoft.com/office/drawing/2014/main" id="{CF5BDFAE-2FE3-65A6-D290-7C14729AE725}"/>
              </a:ext>
            </a:extLst>
          </p:cNvPr>
          <p:cNvGraphicFramePr>
            <a:graphicFrameLocks noGrp="1"/>
          </p:cNvGraphicFramePr>
          <p:nvPr>
            <p:extLst>
              <p:ext uri="{D42A27DB-BD31-4B8C-83A1-F6EECF244321}">
                <p14:modId xmlns:p14="http://schemas.microsoft.com/office/powerpoint/2010/main" val="1010189471"/>
              </p:ext>
            </p:extLst>
          </p:nvPr>
        </p:nvGraphicFramePr>
        <p:xfrm>
          <a:off x="3221355" y="5943546"/>
          <a:ext cx="12192000" cy="2748280"/>
        </p:xfrm>
        <a:graphic>
          <a:graphicData uri="http://schemas.openxmlformats.org/drawingml/2006/table">
            <a:tbl>
              <a:tblPr firstRow="1" bandRow="1">
                <a:tableStyleId>{5C22544A-7EE6-4342-B048-85BDC9FD1C3A}</a:tableStyleId>
              </a:tblPr>
              <a:tblGrid>
                <a:gridCol w="6096000">
                  <a:extLst>
                    <a:ext uri="{9D8B030D-6E8A-4147-A177-3AD203B41FA5}">
                      <a16:colId xmlns:a16="http://schemas.microsoft.com/office/drawing/2014/main" val="2500316603"/>
                    </a:ext>
                  </a:extLst>
                </a:gridCol>
                <a:gridCol w="6096000">
                  <a:extLst>
                    <a:ext uri="{9D8B030D-6E8A-4147-A177-3AD203B41FA5}">
                      <a16:colId xmlns:a16="http://schemas.microsoft.com/office/drawing/2014/main" val="414478972"/>
                    </a:ext>
                  </a:extLst>
                </a:gridCol>
              </a:tblGrid>
              <a:tr h="370840">
                <a:tc gridSpan="2">
                  <a:txBody>
                    <a:bodyPr/>
                    <a:lstStyle/>
                    <a:p>
                      <a:r>
                        <a:rPr lang="en-US" dirty="0"/>
                        <a:t>A worked synthetic example illustrates candidate agreement</a:t>
                      </a:r>
                      <a:endParaRPr lang="en-GB" dirty="0"/>
                    </a:p>
                  </a:txBody>
                  <a:tcPr/>
                </a:tc>
                <a:tc hMerge="1">
                  <a:txBody>
                    <a:bodyPr/>
                    <a:lstStyle/>
                    <a:p>
                      <a:endParaRPr lang="en-GB"/>
                    </a:p>
                  </a:txBody>
                  <a:tcPr/>
                </a:tc>
                <a:extLst>
                  <a:ext uri="{0D108BD9-81ED-4DB2-BD59-A6C34878D82A}">
                    <a16:rowId xmlns:a16="http://schemas.microsoft.com/office/drawing/2014/main" val="2933666652"/>
                  </a:ext>
                </a:extLst>
              </a:tr>
              <a:tr h="370840">
                <a:tc>
                  <a:txBody>
                    <a:bodyPr/>
                    <a:lstStyle/>
                    <a:p>
                      <a:r>
                        <a:rPr lang="en-US" b="1" dirty="0"/>
                        <a:t>Observed Result</a:t>
                      </a:r>
                    </a:p>
                    <a:p>
                      <a:endParaRPr lang="en-US" dirty="0"/>
                    </a:p>
                    <a:p>
                      <a:r>
                        <a:rPr lang="en-US" dirty="0"/>
                        <a:t>Planted change: 120</a:t>
                      </a:r>
                    </a:p>
                    <a:p>
                      <a:r>
                        <a:rPr lang="en-US" dirty="0"/>
                        <a:t>Smoothed peaks: 120 / 122</a:t>
                      </a:r>
                    </a:p>
                    <a:p>
                      <a:r>
                        <a:rPr lang="en-US" dirty="0"/>
                        <a:t>Estimated location: 121</a:t>
                      </a:r>
                      <a:endParaRPr lang="en-GB" dirty="0"/>
                    </a:p>
                  </a:txBody>
                  <a:tcPr/>
                </a:tc>
                <a:tc>
                  <a:txBody>
                    <a:bodyPr/>
                    <a:lstStyle/>
                    <a:p>
                      <a:pPr>
                        <a:buNone/>
                      </a:pPr>
                      <a:r>
                        <a:rPr lang="en-GB" b="1" dirty="0"/>
                        <a:t>Evidence and limitations</a:t>
                      </a:r>
                    </a:p>
                    <a:p>
                      <a:pPr>
                        <a:buNone/>
                      </a:pPr>
                      <a:endParaRPr lang="en-GB" dirty="0"/>
                    </a:p>
                    <a:p>
                      <a:pPr>
                        <a:buNone/>
                      </a:pPr>
                      <a:r>
                        <a:rPr lang="en-GB" dirty="0"/>
                        <a:t>Peak gap: 2, below the paper-rule threshold of 8.66</a:t>
                      </a:r>
                    </a:p>
                    <a:p>
                      <a:pPr>
                        <a:buNone/>
                      </a:pPr>
                      <a:r>
                        <a:rPr lang="en-GB" dirty="0"/>
                        <a:t>Both sampled unimodality counts: 0</a:t>
                      </a:r>
                    </a:p>
                    <a:p>
                      <a:endParaRPr lang="en-GB" dirty="0"/>
                    </a:p>
                  </a:txBody>
                  <a:tcPr/>
                </a:tc>
                <a:extLst>
                  <a:ext uri="{0D108BD9-81ED-4DB2-BD59-A6C34878D82A}">
                    <a16:rowId xmlns:a16="http://schemas.microsoft.com/office/drawing/2014/main" val="3294217581"/>
                  </a:ext>
                </a:extLst>
              </a:tr>
              <a:tr h="370840">
                <a:tc gridSpan="2">
                  <a:txBody>
                    <a:bodyPr/>
                    <a:lstStyle/>
                    <a:p>
                      <a:pPr>
                        <a:buNone/>
                      </a:pPr>
                      <a:r>
                        <a:rPr lang="en-GB" dirty="0"/>
                        <a:t>Research question: Are estimated peak locations stable across repeated simulations and perturbations?</a:t>
                      </a:r>
                    </a:p>
                    <a:p>
                      <a:pPr>
                        <a:buNone/>
                      </a:pPr>
                      <a:endParaRPr lang="en-GB" dirty="0"/>
                    </a:p>
                    <a:p>
                      <a:pPr>
                        <a:buNone/>
                      </a:pPr>
                      <a:r>
                        <a:rPr lang="en-GB" dirty="0"/>
                        <a:t>Source: </a:t>
                      </a:r>
                      <a:r>
                        <a:rPr lang="en-GB" i="1" dirty="0"/>
                        <a:t>Notebook 07, saved synthetic example; Park et al. (2023), Algorithm 1.</a:t>
                      </a:r>
                    </a:p>
                  </a:txBody>
                  <a:tcPr/>
                </a:tc>
                <a:tc hMerge="1">
                  <a:txBody>
                    <a:bodyPr/>
                    <a:lstStyle/>
                    <a:p>
                      <a:endParaRPr lang="en-GB"/>
                    </a:p>
                  </a:txBody>
                  <a:tcPr/>
                </a:tc>
                <a:extLst>
                  <a:ext uri="{0D108BD9-81ED-4DB2-BD59-A6C34878D82A}">
                    <a16:rowId xmlns:a16="http://schemas.microsoft.com/office/drawing/2014/main" val="2997958413"/>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dirty="0">
                <a:solidFill>
                  <a:srgbClr val="0D9488"/>
                </a:solidFill>
                <a:latin typeface="Aptos Bold"/>
                <a:ea typeface="Aptos Bold"/>
                <a:cs typeface="Aptos Bold"/>
                <a:sym typeface="Aptos Bold"/>
              </a:rPr>
              <a:t>IMPLEMENTED</a:t>
            </a:r>
          </a:p>
        </p:txBody>
      </p:sp>
      <p:sp>
        <p:nvSpPr>
          <p:cNvPr id="9" name="TextBox 9"/>
          <p:cNvSpPr txBox="1"/>
          <p:nvPr/>
        </p:nvSpPr>
        <p:spPr>
          <a:xfrm>
            <a:off x="1263009" y="3858387"/>
            <a:ext cx="7438644" cy="1648143"/>
          </a:xfrm>
          <a:prstGeom prst="rect">
            <a:avLst/>
          </a:prstGeom>
        </p:spPr>
        <p:txBody>
          <a:bodyPr lIns="0" tIns="0" rIns="0" bIns="0" rtlCol="0" anchor="t">
            <a:spAutoFit/>
          </a:bodyPr>
          <a:lstStyle/>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Compute </a:t>
            </a:r>
            <a:r>
              <a:rPr lang="en-GB" sz="1500" b="1" dirty="0">
                <a:latin typeface="Segoe UI" panose="020B0502040204020203" pitchFamily="34" charset="0"/>
              </a:rPr>
              <a:t>feature-wise normalized CUSUM</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Aggregate signals using </a:t>
            </a:r>
            <a:r>
              <a:rPr lang="en-GB" sz="1500" b="1" dirty="0">
                <a:latin typeface="Segoe UI" panose="020B0502040204020203" pitchFamily="34" charset="0"/>
              </a:rPr>
              <a:t>max and average statistics</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Apply </a:t>
            </a:r>
            <a:r>
              <a:rPr lang="en-GB" sz="1500" b="1" dirty="0">
                <a:latin typeface="Segoe UI" panose="020B0502040204020203" pitchFamily="34" charset="0"/>
              </a:rPr>
              <a:t>local polynomial smoothing</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Check for </a:t>
            </a:r>
            <a:r>
              <a:rPr lang="en-GB" sz="1500" b="1" dirty="0">
                <a:latin typeface="Segoe UI" panose="020B0502040204020203" pitchFamily="34" charset="0"/>
              </a:rPr>
              <a:t>unimodal peak structure</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Verify </a:t>
            </a:r>
            <a:r>
              <a:rPr lang="en-GB" sz="1500" b="1" dirty="0">
                <a:latin typeface="Segoe UI" panose="020B0502040204020203" pitchFamily="34" charset="0"/>
              </a:rPr>
              <a:t>cross-method peak agreement</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Calculate the </a:t>
            </a:r>
            <a:r>
              <a:rPr lang="en-GB" sz="1500" b="1" dirty="0">
                <a:latin typeface="Segoe UI" panose="020B0502040204020203" pitchFamily="34" charset="0"/>
              </a:rPr>
              <a:t>Change-Point Stability Score (CPSS)</a:t>
            </a:r>
            <a:endParaRPr lang="en-GB" sz="1500" dirty="0">
              <a:latin typeface="Segoe UI" panose="020B0502040204020203" pitchFamily="34" charset="0"/>
            </a:endParaRP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30887"/>
          </a:xfrm>
          <a:prstGeom prst="rect">
            <a:avLst/>
          </a:prstGeom>
        </p:spPr>
        <p:txBody>
          <a:bodyPr lIns="0" tIns="0" rIns="0" bIns="0" rtlCol="0" anchor="t">
            <a:spAutoFit/>
          </a:bodyPr>
          <a:lstStyle/>
          <a:p>
            <a:r>
              <a:rPr lang="en-GB" sz="2550" b="1" dirty="0">
                <a:solidFill>
                  <a:srgbClr val="0D9488"/>
                </a:solidFill>
                <a:latin typeface="Aptos Bold"/>
              </a:rPr>
              <a:t>Requires</a:t>
            </a:r>
            <a:r>
              <a:rPr lang="en-GB" sz="2800" b="1" dirty="0">
                <a:solidFill>
                  <a:srgbClr val="0D9488"/>
                </a:solidFill>
                <a:latin typeface="Aptos Bold"/>
              </a:rPr>
              <a:t> </a:t>
            </a:r>
            <a:r>
              <a:rPr lang="en-GB" sz="2550" b="1" dirty="0">
                <a:solidFill>
                  <a:srgbClr val="0D9488"/>
                </a:solidFill>
                <a:latin typeface="Aptos Bold"/>
              </a:rPr>
              <a:t>further</a:t>
            </a:r>
            <a:r>
              <a:rPr lang="en-GB" sz="2800" dirty="0"/>
              <a:t> </a:t>
            </a:r>
            <a:r>
              <a:rPr lang="en-GB" sz="2550" b="1" dirty="0">
                <a:solidFill>
                  <a:srgbClr val="0D9488"/>
                </a:solidFill>
                <a:latin typeface="Aptos Bold"/>
              </a:rPr>
              <a:t>evidence</a:t>
            </a:r>
            <a:endParaRPr lang="en-US" sz="2550" b="1" dirty="0">
              <a:solidFill>
                <a:srgbClr val="0D9488"/>
              </a:solidFill>
              <a:latin typeface="Aptos Bold"/>
              <a:sym typeface="Aptos Bold"/>
            </a:endParaRPr>
          </a:p>
        </p:txBody>
      </p:sp>
      <p:sp>
        <p:nvSpPr>
          <p:cNvPr id="13" name="TextBox 13"/>
          <p:cNvSpPr txBox="1"/>
          <p:nvPr/>
        </p:nvSpPr>
        <p:spPr>
          <a:xfrm>
            <a:off x="9619488" y="4486539"/>
            <a:ext cx="7438644" cy="2039982"/>
          </a:xfrm>
          <a:prstGeom prst="rect">
            <a:avLst/>
          </a:prstGeom>
        </p:spPr>
        <p:txBody>
          <a:bodyPr lIns="0" tIns="0" rIns="0" bIns="0" rtlCol="0" anchor="t">
            <a:spAutoFit/>
          </a:bodyPr>
          <a:lstStyle/>
          <a:p>
            <a:pPr marL="342900" indent="-342900">
              <a:lnSpc>
                <a:spcPts val="2160"/>
              </a:lnSpc>
              <a:spcAft>
                <a:spcPts val="1200"/>
              </a:spcAft>
              <a:buFont typeface="Arial" panose="020B0604020202020204" pitchFamily="34" charset="0"/>
              <a:buChar char="•"/>
            </a:pPr>
            <a:r>
              <a:rPr lang="en-GB" sz="2400" dirty="0"/>
              <a:t>Robust false-alarm calibration</a:t>
            </a:r>
          </a:p>
          <a:p>
            <a:pPr marL="342900" indent="-342900">
              <a:lnSpc>
                <a:spcPts val="2160"/>
              </a:lnSpc>
              <a:spcAft>
                <a:spcPts val="1200"/>
              </a:spcAft>
              <a:buFont typeface="Arial" panose="020B0604020202020204" pitchFamily="34" charset="0"/>
              <a:buChar char="•"/>
            </a:pPr>
            <a:r>
              <a:rPr lang="en-GB" sz="2400" dirty="0"/>
              <a:t>Second-order wavelet/DPCA detection </a:t>
            </a:r>
          </a:p>
          <a:p>
            <a:pPr marL="342900" indent="-342900">
              <a:lnSpc>
                <a:spcPts val="2160"/>
              </a:lnSpc>
              <a:spcAft>
                <a:spcPts val="1200"/>
              </a:spcAft>
              <a:buFont typeface="Arial" panose="020B0604020202020204" pitchFamily="34" charset="0"/>
              <a:buChar char="•"/>
            </a:pPr>
            <a:r>
              <a:rPr lang="en-GB" sz="2400" dirty="0"/>
              <a:t>Real EEG change-point ground truth </a:t>
            </a:r>
          </a:p>
          <a:p>
            <a:pPr marL="342900" indent="-342900">
              <a:lnSpc>
                <a:spcPts val="2160"/>
              </a:lnSpc>
              <a:spcAft>
                <a:spcPts val="1200"/>
              </a:spcAft>
              <a:buFont typeface="Arial" panose="020B0604020202020204" pitchFamily="34" charset="0"/>
              <a:buChar char="•"/>
            </a:pPr>
            <a:r>
              <a:rPr lang="en-GB" sz="2400" dirty="0"/>
              <a:t>Matched-FPR comparisons </a:t>
            </a:r>
          </a:p>
          <a:p>
            <a:pPr marL="342900" indent="-342900">
              <a:lnSpc>
                <a:spcPts val="2160"/>
              </a:lnSpc>
              <a:spcAft>
                <a:spcPts val="1200"/>
              </a:spcAft>
              <a:buFont typeface="Arial" panose="020B0604020202020204" pitchFamily="34" charset="0"/>
              <a:buChar char="•"/>
            </a:pPr>
            <a:r>
              <a:rPr lang="en-GB" sz="2400" dirty="0"/>
              <a:t>Statistically validated CPSS advantage.</a:t>
            </a:r>
            <a:endParaRPr lang="en-US" sz="2400" dirty="0">
              <a:solidFill>
                <a:srgbClr val="12233B"/>
              </a:solidFill>
              <a:latin typeface="Aptos"/>
              <a:sym typeface="Aptos"/>
            </a:endParaRP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261872" y="5849599"/>
            <a:ext cx="7005323" cy="248209"/>
          </a:xfrm>
          <a:prstGeom prst="rect">
            <a:avLst/>
          </a:prstGeom>
        </p:spPr>
        <p:txBody>
          <a:bodyPr lIns="0" tIns="0" rIns="0" bIns="0" rtlCol="0" anchor="t">
            <a:spAutoFit/>
          </a:bodyPr>
          <a:lstStyle/>
          <a:p>
            <a:pPr algn="l">
              <a:lnSpc>
                <a:spcPts val="1980"/>
              </a:lnSpc>
            </a:pPr>
            <a:r>
              <a:rPr lang="en-US" sz="1650" i="1" dirty="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987552" y="9387918"/>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Park et al. (2023), Eq. 2.2</a:t>
            </a:r>
          </a:p>
        </p:txBody>
      </p:sp>
      <mc:AlternateContent xmlns:mc="http://schemas.openxmlformats.org/markup-compatibility/2006" xmlns:a14="http://schemas.microsoft.com/office/drawing/2010/main">
        <mc:Choice Requires="a14">
          <p:sp>
            <p:nvSpPr>
              <p:cNvPr id="6070" name="EDITABLE POWERPOINT EQUATION | Park 2023 Eq 2.2 normalized CUSUM | ROW 1"/>
              <p:cNvSpPr txBox="1"/>
              <p:nvPr/>
            </p:nvSpPr>
            <p:spPr>
              <a:xfrm>
                <a:off x="1269833" y="6342450"/>
                <a:ext cx="7238456" cy="101733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lang="en-GB" smtClean="0">
                          <a:latin typeface="Cambria Math" panose="02040503050406030204" pitchFamily="18" charset="0"/>
                        </a:rPr>
                        <m:t>𝜈</m:t>
                      </m:r>
                      <m:r>
                        <a:rPr lang="en-GB" smtClean="0">
                          <a:latin typeface="Cambria Math" panose="02040503050406030204" pitchFamily="18" charset="0"/>
                        </a:rPr>
                        <m:t>ₜ⁽ᵈ⁾ </m:t>
                      </m:r>
                      <m:box>
                        <m:boxPr>
                          <m:ctrlPr>
                            <a:rPr lang="en-GB" i="1" smtClean="0">
                              <a:latin typeface="Cambria Math" panose="02040503050406030204" pitchFamily="18" charset="0"/>
                            </a:rPr>
                          </m:ctrlPr>
                        </m:boxPr>
                        <m:e>
                          <m:r>
                            <a:rPr lang="en-GB" i="1" smtClean="0">
                              <a:latin typeface="Cambria Math" panose="02040503050406030204" pitchFamily="18" charset="0"/>
                            </a:rPr>
                            <m:t>≔</m:t>
                          </m:r>
                        </m:e>
                      </m:box>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𝑇</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e>
                          </m:d>
                        </m:e>
                        <m:sup>
                          <m:r>
                            <a:rPr lang="ar-AE" b="0" i="1" smtClean="0">
                              <a:latin typeface="Cambria Math" panose="02040503050406030204" pitchFamily="18" charset="0"/>
                            </a:rPr>
                            <m:t>−</m:t>
                          </m:r>
                          <m:r>
                            <a:rPr lang="en-US" b="0" i="1" smtClean="0">
                              <a:latin typeface="Cambria Math" panose="02040503050406030204" pitchFamily="18" charset="0"/>
                            </a:rPr>
                            <m:t>1</m:t>
                          </m:r>
                        </m:sup>
                      </m:sSup>
                      <m:d>
                        <m:dPr>
                          <m:begChr m:val="|"/>
                          <m:endChr m:val="|"/>
                          <m:ctrlPr>
                            <a:rPr lang="ar-AE" i="1" smtClean="0">
                              <a:latin typeface="Cambria Math" panose="02040503050406030204" pitchFamily="18" charset="0"/>
                            </a:rPr>
                          </m:ctrlPr>
                        </m:dPr>
                        <m:e>
                          <m:rad>
                            <m:radPr>
                              <m:degHide m:val="on"/>
                              <m:ctrlPr>
                                <a:rPr lang="ar-AE"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𝑡</m:t>
                                  </m:r>
                                </m:num>
                                <m:den>
                                  <m:r>
                                    <a:rPr lang="en-US" b="0" i="1" smtClean="0">
                                      <a:latin typeface="Cambria Math" panose="02040503050406030204" pitchFamily="18" charset="0"/>
                                    </a:rPr>
                                    <m:t>𝑇𝑡</m:t>
                                  </m:r>
                                </m:den>
                              </m:f>
                            </m:e>
                          </m:rad>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𝑡</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r>
                            <a:rPr lang="en-US" b="0" i="1" smtClean="0">
                              <a:latin typeface="Cambria Math" panose="02040503050406030204" pitchFamily="18" charset="0"/>
                            </a:rPr>
                            <m:t> −</m:t>
                          </m:r>
                          <m:rad>
                            <m:radPr>
                              <m:degHide m:val="on"/>
                              <m:ctrlPr>
                                <a:rPr lang="ar-AE" i="1">
                                  <a:latin typeface="Cambria Math" panose="02040503050406030204" pitchFamily="18" charset="0"/>
                                </a:rPr>
                              </m:ctrlPr>
                            </m:radPr>
                            <m:deg/>
                            <m:e>
                              <m:f>
                                <m:fPr>
                                  <m:ctrlPr>
                                    <a:rPr lang="en-US" i="1">
                                      <a:latin typeface="Cambria Math" panose="02040503050406030204" pitchFamily="18" charset="0"/>
                                    </a:rPr>
                                  </m:ctrlPr>
                                </m:fPr>
                                <m:num>
                                  <m:r>
                                    <a:rPr lang="en-US" i="1">
                                      <a:latin typeface="Cambria Math" panose="02040503050406030204" pitchFamily="18" charset="0"/>
                                    </a:rPr>
                                    <m:t>𝑡</m:t>
                                  </m:r>
                                </m:num>
                                <m:den>
                                  <m:r>
                                    <a:rPr lang="en-US" b="0" i="1" smtClean="0">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𝑡</m:t>
                                  </m:r>
                                  <m:r>
                                    <a:rPr lang="en-US" b="0" i="1" smtClean="0">
                                      <a:latin typeface="Cambria Math" panose="02040503050406030204" pitchFamily="18" charset="0"/>
                                    </a:rPr>
                                    <m:t>)</m:t>
                                  </m:r>
                                </m:den>
                              </m:f>
                            </m:e>
                          </m:rad>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𝑢</m:t>
                              </m:r>
                              <m:r>
                                <a:rPr lang="en-US" i="1">
                                  <a:latin typeface="Cambria Math" panose="02040503050406030204" pitchFamily="18" charset="0"/>
                                </a:rPr>
                                <m:t>=</m:t>
                              </m:r>
                              <m:r>
                                <a:rPr lang="en-US" b="0" i="1" smtClean="0">
                                  <a:latin typeface="Cambria Math" panose="02040503050406030204" pitchFamily="18" charset="0"/>
                                </a:rPr>
                                <m:t>𝑡</m:t>
                              </m:r>
                            </m:sub>
                            <m:sup>
                              <m:r>
                                <a:rPr lang="en-US" b="0" i="1" smtClean="0">
                                  <a:latin typeface="Cambria Math" panose="02040503050406030204" pitchFamily="18" charset="0"/>
                                </a:rPr>
                                <m:t>𝑇</m:t>
                              </m:r>
                              <m:r>
                                <a:rPr lang="en-US" i="1">
                                  <a:latin typeface="Cambria Math" panose="02040503050406030204" pitchFamily="18" charset="0"/>
                                </a:rPr>
                                <m:t>−1</m:t>
                              </m:r>
                            </m:sup>
                            <m:e>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𝑇</m:t>
                                  </m:r>
                                </m:sub>
                                <m:sup>
                                  <m:r>
                                    <a:rPr lang="en-US" i="1">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up>
                              </m:sSubSup>
                            </m:e>
                          </m:nary>
                        </m:e>
                      </m:d>
                    </m:oMath>
                  </m:oMathPara>
                </a14:m>
                <a:endParaRPr sz="1300" dirty="0"/>
              </a:p>
            </p:txBody>
          </p:sp>
        </mc:Choice>
        <mc:Fallback xmlns="">
          <p:sp>
            <p:nvSpPr>
              <p:cNvPr id="6070" name="EDITABLE POWERPOINT EQUATION | Park 2023 Eq 2.2 normalized CUSUM | ROW 1"/>
              <p:cNvSpPr txBox="1">
                <a:spLocks noRot="1" noChangeAspect="1" noMove="1" noResize="1" noEditPoints="1" noAdjustHandles="1" noChangeArrowheads="1" noChangeShapeType="1" noTextEdit="1"/>
              </p:cNvSpPr>
              <p:nvPr/>
            </p:nvSpPr>
            <p:spPr>
              <a:xfrm>
                <a:off x="1269833" y="6342450"/>
                <a:ext cx="7238456" cy="1017330"/>
              </a:xfrm>
              <a:prstGeom prst="rect">
                <a:avLst/>
              </a:prstGeom>
              <a:blipFill>
                <a:blip r:embed="rId2"/>
                <a:stretch>
                  <a:fillRect/>
                </a:stretch>
              </a:blipFill>
            </p:spPr>
            <p:txBody>
              <a:bodyPr/>
              <a:lstStyle/>
              <a:p>
                <a:r>
                  <a:rPr lang="en-GB">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2" name="EDITABLE POWERPOINT EQUATION | Code-grounded LOESS and peak estimates | ROW 1"/>
              <p:cNvSpPr txBox="1"/>
              <p:nvPr/>
            </p:nvSpPr>
            <p:spPr>
              <a:xfrm>
                <a:off x="10168128" y="4297680"/>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ₜᵐᵃˣ)</m:t>
                      </m:r>
                    </m:oMath>
                  </m:oMathPara>
                </a14:m>
                <a:endParaRPr sz="1900" dirty="0"/>
              </a:p>
            </p:txBody>
          </p:sp>
        </mc:Choice>
        <mc:Fallback xmlns="">
          <p:sp>
            <p:nvSpPr>
              <p:cNvPr id="12" name="EDITABLE POWERPOINT EQUATION | Code-grounded LOESS and peak estimates | ROW 1"/>
              <p:cNvSpPr txBox="1">
                <a:spLocks noRot="1" noChangeAspect="1" noMove="1" noResize="1" noEditPoints="1" noAdjustHandles="1" noChangeArrowheads="1" noChangeShapeType="1" noTextEdit="1"/>
              </p:cNvSpPr>
              <p:nvPr/>
            </p:nvSpPr>
            <p:spPr>
              <a:xfrm>
                <a:off x="10168128" y="4297680"/>
                <a:ext cx="5989320" cy="512064"/>
              </a:xfrm>
              <a:prstGeom prst="rect">
                <a:avLst/>
              </a:prstGeom>
              <a:blipFill>
                <a:blip r:embed="rId4"/>
                <a:stretch>
                  <a:fillRect/>
                </a:stretch>
              </a:blipFill>
            </p:spPr>
            <p:txBody>
              <a:bodyPr/>
              <a:lstStyle/>
              <a:p>
                <a:r>
                  <a:rPr lang="en-GB">
                    <a:noFill/>
                  </a:rPr>
                  <a:t> </a:t>
                </a:r>
              </a:p>
            </p:txBody>
          </p:sp>
        </mc:Fallback>
      </mc:AlternateContent>
      <p:sp>
        <p:nvSpPr>
          <p:cNvPr id="14" name="Slide 8 / title"/>
          <p:cNvSpPr txBox="1"/>
          <p:nvPr/>
        </p:nvSpPr>
        <p:spPr>
          <a:xfrm>
            <a:off x="1124712" y="905256"/>
            <a:ext cx="16322041" cy="754380"/>
          </a:xfrm>
          <a:prstGeom prst="rect">
            <a:avLst/>
          </a:prstGeom>
          <a:noFill/>
        </p:spPr>
        <p:txBody>
          <a:bodyPr wrap="square" lIns="0" tIns="0" rIns="0" bIns="0">
            <a:spAutoFit/>
          </a:bodyPr>
          <a:lstStyle/>
          <a:p>
            <a:pPr algn="l">
              <a:spcAft>
                <a:spcPts val="0"/>
              </a:spcAft>
            </a:pPr>
            <a:r>
              <a:rPr sz="4470" b="1">
                <a:solidFill>
                  <a:srgbClr val="15263E"/>
                </a:solidFill>
                <a:latin typeface="Aptos"/>
              </a:rPr>
              <a:t>From Mean-CUSUM to Mean-Change Confirmation</a:t>
            </a:r>
          </a:p>
        </p:txBody>
      </p:sp>
      <p:sp>
        <p:nvSpPr>
          <p:cNvPr id="15" name="Slide 8 / subtitle"/>
          <p:cNvSpPr txBox="1"/>
          <p:nvPr/>
        </p:nvSpPr>
        <p:spPr>
          <a:xfrm>
            <a:off x="1138428" y="1755648"/>
            <a:ext cx="16184881" cy="342900"/>
          </a:xfrm>
          <a:prstGeom prst="rect">
            <a:avLst/>
          </a:prstGeom>
          <a:noFill/>
        </p:spPr>
        <p:txBody>
          <a:bodyPr wrap="square" lIns="0" tIns="0" rIns="0" bIns="0">
            <a:spAutoFit/>
          </a:bodyPr>
          <a:lstStyle/>
          <a:p>
            <a:pPr algn="l">
              <a:spcAft>
                <a:spcPts val="0"/>
              </a:spcAft>
            </a:pPr>
            <a:r>
              <a:rPr sz="1814" b="1">
                <a:solidFill>
                  <a:srgbClr val="00948A"/>
                </a:solidFill>
                <a:latin typeface="Aptos"/>
              </a:rPr>
              <a:t>PARK ET AL. (2023)  /  §2.3, ALGORITHM 1, STEPS 1–4</a:t>
            </a:r>
          </a:p>
        </p:txBody>
      </p:sp>
      <p:sp>
        <p:nvSpPr>
          <p:cNvPr id="16" name="Slide 8 / step1 / panel"/>
          <p:cNvSpPr/>
          <p:nvPr/>
        </p:nvSpPr>
        <p:spPr>
          <a:xfrm>
            <a:off x="1069848"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lide 8 / step1 / heading"/>
          <p:cNvSpPr txBox="1"/>
          <p:nvPr/>
        </p:nvSpPr>
        <p:spPr>
          <a:xfrm>
            <a:off x="1412748" y="2578608"/>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01   Aggregation Across Channels</a:t>
            </a:r>
          </a:p>
        </p:txBody>
      </p:sp>
      <p:sp>
        <p:nvSpPr>
          <p:cNvPr id="20" name="Slide 8 / step1 / explanation"/>
          <p:cNvSpPr txBox="1"/>
          <p:nvPr/>
        </p:nvSpPr>
        <p:spPr>
          <a:xfrm>
            <a:off x="1447038" y="4629255"/>
            <a:ext cx="7228332" cy="493776"/>
          </a:xfrm>
          <a:prstGeom prst="rect">
            <a:avLst/>
          </a:prstGeom>
          <a:noFill/>
        </p:spPr>
        <p:txBody>
          <a:bodyPr wrap="square" lIns="0" tIns="0" rIns="0" bIns="0">
            <a:spAutoFit/>
          </a:bodyPr>
          <a:lstStyle/>
          <a:p>
            <a:pPr algn="l">
              <a:spcAft>
                <a:spcPts val="0"/>
              </a:spcAft>
            </a:pPr>
            <a:r>
              <a:rPr sz="1754" b="0" dirty="0">
                <a:solidFill>
                  <a:srgbClr val="465972"/>
                </a:solidFill>
                <a:latin typeface="Aptos"/>
              </a:rPr>
              <a:t>Maximum and average combine channelwise mean-CUSUM evidence.</a:t>
            </a:r>
          </a:p>
        </p:txBody>
      </p:sp>
      <mc:AlternateContent xmlns:mc="http://schemas.openxmlformats.org/markup-compatibility/2006" xmlns:a14="http://schemas.microsoft.com/office/drawing/2010/main">
        <mc:Choice Requires="a14">
          <p:sp>
            <p:nvSpPr>
              <p:cNvPr id="21" name="Slide 8 / step2 / panel"/>
              <p:cNvSpPr/>
              <p:nvPr/>
            </p:nvSpPr>
            <p:spPr>
              <a:xfrm>
                <a:off x="9244584"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
                      <m:r>
                        <a:rPr lang="en-GB" b="0" i="0" smtClean="0">
                          <a:solidFill>
                            <a:schemeClr val="tx1"/>
                          </a:solidFill>
                          <a:latin typeface="Cambria Math" panose="02040503050406030204" pitchFamily="18" charset="0"/>
                        </a:rPr>
                        <m:t> </m:t>
                      </m:r>
                    </m:oMath>
                  </m:oMathPara>
                </a14:m>
                <a:endParaRPr lang="en-GB" dirty="0">
                  <a:solidFill>
                    <a:schemeClr val="tx1"/>
                  </a:solidFill>
                </a:endParaRPr>
              </a:p>
            </p:txBody>
          </p:sp>
        </mc:Choice>
        <mc:Fallback xmlns="">
          <p:sp>
            <p:nvSpPr>
              <p:cNvPr id="21" name="Slide 8 / step2 / panel"/>
              <p:cNvSpPr>
                <a:spLocks noRot="1" noChangeAspect="1" noMove="1" noResize="1" noEditPoints="1" noAdjustHandles="1" noChangeArrowheads="1" noChangeShapeType="1" noTextEdit="1"/>
              </p:cNvSpPr>
              <p:nvPr/>
            </p:nvSpPr>
            <p:spPr>
              <a:xfrm>
                <a:off x="9244584" y="2331720"/>
                <a:ext cx="7982712" cy="2907792"/>
              </a:xfrm>
              <a:prstGeom prst="roundRect">
                <a:avLst>
                  <a:gd name="adj" fmla="val 15000"/>
                </a:avLst>
              </a:prstGeom>
              <a:blipFill>
                <a:blip r:embed="rId5"/>
                <a:stretch>
                  <a:fillRect/>
                </a:stretch>
              </a:blipFill>
              <a:ln w="15240">
                <a:solidFill>
                  <a:srgbClr val="D5E2EE"/>
                </a:solidFill>
              </a:ln>
            </p:spPr>
            <p:txBody>
              <a:bodyPr/>
              <a:lstStyle/>
              <a:p>
                <a:r>
                  <a:rPr lang="en-GB">
                    <a:noFill/>
                  </a:rPr>
                  <a:t> </a:t>
                </a:r>
              </a:p>
            </p:txBody>
          </p:sp>
        </mc:Fallback>
      </mc:AlternateContent>
      <p:sp>
        <p:nvSpPr>
          <p:cNvPr id="22" name="Slide 8 / step2 / heading"/>
          <p:cNvSpPr txBox="1"/>
          <p:nvPr/>
        </p:nvSpPr>
        <p:spPr>
          <a:xfrm>
            <a:off x="9587484" y="2578608"/>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02   Smooth and Locate Peaks</a:t>
            </a:r>
          </a:p>
        </p:txBody>
      </p:sp>
      <p:sp>
        <p:nvSpPr>
          <p:cNvPr id="25" name="Slide 8 / step2 / explanation"/>
          <p:cNvSpPr txBox="1"/>
          <p:nvPr/>
        </p:nvSpPr>
        <p:spPr>
          <a:xfrm>
            <a:off x="9614916" y="456742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Local polynomial span 0.1; peak locations from smoothed curves.</a:t>
            </a:r>
          </a:p>
        </p:txBody>
      </p:sp>
      <p:sp>
        <p:nvSpPr>
          <p:cNvPr id="26" name="Slide 8 / step3 / panel"/>
          <p:cNvSpPr/>
          <p:nvPr/>
        </p:nvSpPr>
        <p:spPr>
          <a:xfrm>
            <a:off x="1069848"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Slide 8 / step3 / heading"/>
          <p:cNvSpPr txBox="1"/>
          <p:nvPr/>
        </p:nvSpPr>
        <p:spPr>
          <a:xfrm>
            <a:off x="1412748" y="5733286"/>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03   Check Unimodality</a:t>
            </a:r>
          </a:p>
        </p:txBody>
      </p:sp>
      <p:sp>
        <p:nvSpPr>
          <p:cNvPr id="29" name="Slide 8 / step3 / explanation"/>
          <p:cNvSpPr txBox="1"/>
          <p:nvPr/>
        </p:nvSpPr>
        <p:spPr>
          <a:xfrm>
            <a:off x="1440180" y="772210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k = 10 interior positions per side; at least one A count must be 0.</a:t>
            </a:r>
          </a:p>
        </p:txBody>
      </p:sp>
      <p:sp>
        <p:nvSpPr>
          <p:cNvPr id="30" name="Slide 8 / step4 / panel"/>
          <p:cNvSpPr/>
          <p:nvPr/>
        </p:nvSpPr>
        <p:spPr>
          <a:xfrm>
            <a:off x="9244584"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Slide 8 / step4 / heading"/>
          <p:cNvSpPr txBox="1"/>
          <p:nvPr/>
        </p:nvSpPr>
        <p:spPr>
          <a:xfrm>
            <a:off x="9587484" y="5733286"/>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04   Confirm and Estimate</a:t>
            </a:r>
          </a:p>
        </p:txBody>
      </p:sp>
      <p:sp>
        <p:nvSpPr>
          <p:cNvPr id="34" name="Slide 8 / step4 / explanation"/>
          <p:cNvSpPr txBox="1"/>
          <p:nvPr/>
        </p:nvSpPr>
        <p:spPr>
          <a:xfrm>
            <a:off x="9614916" y="772210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If both tests pass, estimate the mean change; else test second order.</a:t>
            </a:r>
          </a:p>
        </p:txBody>
      </p:sp>
      <p:sp>
        <p:nvSpPr>
          <p:cNvPr id="35" name="Slide 8 / status"/>
          <p:cNvSpPr txBox="1"/>
          <p:nvPr/>
        </p:nvSpPr>
        <p:spPr>
          <a:xfrm>
            <a:off x="1289304" y="8723376"/>
            <a:ext cx="16322041" cy="466344"/>
          </a:xfrm>
          <a:prstGeom prst="rect">
            <a:avLst/>
          </a:prstGeom>
          <a:noFill/>
        </p:spPr>
        <p:txBody>
          <a:bodyPr wrap="square" lIns="0" tIns="0" rIns="0" bIns="0">
            <a:spAutoFit/>
          </a:bodyPr>
          <a:lstStyle/>
          <a:p>
            <a:pPr algn="l">
              <a:spcAft>
                <a:spcPts val="0"/>
              </a:spcAft>
            </a:pPr>
            <a:r>
              <a:rPr sz="1950" b="1">
                <a:solidFill>
                  <a:srgbClr val="15263E"/>
                </a:solidFill>
                <a:latin typeface="Aptos"/>
              </a:rPr>
              <a:t>Implemented in Python: Steps 1–4  |  Statistical calibration &amp; second-order detection remain open.</a:t>
            </a:r>
          </a:p>
        </p:txBody>
      </p:sp>
      <p:sp>
        <p:nvSpPr>
          <p:cNvPr id="36" name="Slide 8 / citation"/>
          <p:cNvSpPr txBox="1"/>
          <p:nvPr/>
        </p:nvSpPr>
        <p:spPr>
          <a:xfrm>
            <a:off x="1138428" y="9313164"/>
            <a:ext cx="16390621" cy="301752"/>
          </a:xfrm>
          <a:prstGeom prst="rect">
            <a:avLst/>
          </a:prstGeom>
          <a:noFill/>
        </p:spPr>
        <p:txBody>
          <a:bodyPr wrap="square" lIns="0" tIns="0" rIns="0" bIns="0">
            <a:spAutoFit/>
          </a:bodyPr>
          <a:lstStyle/>
          <a:p>
            <a:pPr algn="l">
              <a:spcAft>
                <a:spcPts val="0"/>
              </a:spcAft>
            </a:pPr>
            <a:r>
              <a:rPr sz="1395" b="0">
                <a:solidFill>
                  <a:srgbClr val="465972"/>
                </a:solidFill>
                <a:latin typeface="Aptos"/>
              </a:rPr>
              <a:t>Source: Park et al. (2023), §2.3, Algorithm 1  |  Code: src/detection/stage1/park_mean_cusum.py</a:t>
            </a:r>
          </a:p>
        </p:txBody>
      </p:sp>
      <p:sp>
        <p:nvSpPr>
          <p:cNvPr id="37" name="Slide 8 / footer"/>
          <p:cNvSpPr txBox="1"/>
          <p:nvPr/>
        </p:nvSpPr>
        <p:spPr>
          <a:xfrm>
            <a:off x="1124712" y="9820656"/>
            <a:ext cx="16184881" cy="246888"/>
          </a:xfrm>
          <a:prstGeom prst="rect">
            <a:avLst/>
          </a:prstGeom>
          <a:noFill/>
        </p:spPr>
        <p:txBody>
          <a:bodyPr wrap="square" lIns="0" tIns="0" rIns="0" bIns="0">
            <a:spAutoFit/>
          </a:bodyPr>
          <a:lstStyle/>
          <a:p>
            <a:pPr algn="l">
              <a:spcAft>
                <a:spcPts val="0"/>
              </a:spcAft>
            </a:pPr>
            <a:r>
              <a:rPr sz="1335" b="0">
                <a:solidFill>
                  <a:srgbClr val="465972"/>
                </a:solidFill>
                <a:latin typeface="Aptos"/>
              </a:rPr>
              <a:t>Research progress  |  hlin863/ewma_covariate_shift_demo  |  Oct 2026</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D6C7ADD-3388-004F-C18D-4C4FB7340C0A}"/>
                  </a:ext>
                </a:extLst>
              </p:cNvPr>
              <p:cNvSpPr txBox="1"/>
              <p:nvPr/>
            </p:nvSpPr>
            <p:spPr>
              <a:xfrm>
                <a:off x="3817620" y="3109430"/>
                <a:ext cx="2514600" cy="504241"/>
              </a:xfrm>
              <a:prstGeom prst="rect">
                <a:avLst/>
              </a:prstGeom>
              <a:noFill/>
            </p:spPr>
            <p:txBody>
              <a:bodyPr wrap="square" lIns="0" tIns="0" rIns="0" bIns="0" rtlCol="0">
                <a:spAutoFit/>
              </a:bodyPr>
              <a:lstStyle/>
              <a:p>
                <a:pPr/>
                <a14:m>
                  <m:oMathPara xmlns:m="http://schemas.openxmlformats.org/officeDocument/2006/math">
                    <m:oMath>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m:rPr>
                              <m:sty m:val="p"/>
                            </m:rPr>
                            <a:rPr lang="en-GB" sz="2000" b="0" i="1" smtClean="0">
                              <a:latin typeface="Cambria Math" panose="02040503050406030204" pitchFamily="18" charset="0"/>
                            </a:rPr>
                            <m:t>max</m:t>
                          </m:r>
                        </m:sup>
                      </m:sSubSup>
                      <m:r>
                        <a:rPr lang="en-GB" sz="2000" b="0" i="1" smtClean="0">
                          <a:latin typeface="Cambria Math" panose="02040503050406030204" pitchFamily="18" charset="0"/>
                        </a:rPr>
                        <m:t>=</m:t>
                      </m:r>
                      <m:func>
                        <m:funcPr>
                          <m:ctrlPr>
                            <a:rPr lang="en-GB" sz="2000" b="0" i="1" smtClean="0">
                              <a:latin typeface="Cambria Math" panose="02040503050406030204" pitchFamily="18" charset="0"/>
                            </a:rPr>
                          </m:ctrlPr>
                        </m:funcPr>
                        <m:fName>
                          <m:limLow>
                            <m:limLowPr>
                              <m:ctrlPr>
                                <a:rPr lang="en-GB" sz="2000" b="0" i="0" smtClean="0">
                                  <a:latin typeface="Cambria Math" panose="02040503050406030204" pitchFamily="18" charset="0"/>
                                </a:rPr>
                              </m:ctrlPr>
                            </m:limLowPr>
                            <m:e>
                              <m:r>
                                <m:rPr>
                                  <m:sty m:val="p"/>
                                </m:rPr>
                                <a:rPr lang="en-GB" sz="2000" b="0" i="0" smtClean="0">
                                  <a:latin typeface="Cambria Math" panose="02040503050406030204" pitchFamily="18" charset="0"/>
                                </a:rPr>
                                <m:t>max</m:t>
                              </m:r>
                            </m:e>
                            <m:lim>
                              <m:r>
                                <a:rPr lang="en-GB" sz="2000" b="0" i="1" smtClean="0">
                                  <a:latin typeface="Cambria Math" panose="02040503050406030204" pitchFamily="18" charset="0"/>
                                </a:rPr>
                                <m:t>1</m:t>
                              </m:r>
                              <m:r>
                                <a:rPr lang="en-GB" sz="2000" b="0" i="1" smtClean="0">
                                  <a:latin typeface="Cambria Math" panose="02040503050406030204" pitchFamily="18" charset="0"/>
                                  <a:ea typeface="Cambria Math" panose="02040503050406030204" pitchFamily="18" charset="0"/>
                                </a:rPr>
                                <m:t>≤</m:t>
                              </m:r>
                              <m:r>
                                <m:rPr>
                                  <m:sty m:val="p"/>
                                </m:rPr>
                                <a:rPr lang="en-GB" sz="2000" b="0" i="1" smtClean="0">
                                  <a:latin typeface="Cambria Math" panose="02040503050406030204" pitchFamily="18" charset="0"/>
                                  <a:ea typeface="Cambria Math" panose="02040503050406030204" pitchFamily="18" charset="0"/>
                                </a:rPr>
                                <m:t>d</m:t>
                              </m:r>
                              <m:r>
                                <a:rPr lang="en-GB" sz="2000" b="0" i="1" smtClean="0">
                                  <a:latin typeface="Cambria Math" panose="02040503050406030204" pitchFamily="18" charset="0"/>
                                  <a:ea typeface="Cambria Math" panose="02040503050406030204" pitchFamily="18" charset="0"/>
                                </a:rPr>
                                <m:t>≤</m:t>
                              </m:r>
                              <m:r>
                                <m:rPr>
                                  <m:sty m:val="p"/>
                                </m:rPr>
                                <a:rPr lang="en-GB" sz="2000" b="0" i="1" smtClean="0">
                                  <a:latin typeface="Cambria Math" panose="02040503050406030204" pitchFamily="18" charset="0"/>
                                  <a:ea typeface="Cambria Math" panose="02040503050406030204" pitchFamily="18" charset="0"/>
                                </a:rPr>
                                <m:t>p</m:t>
                              </m:r>
                            </m:lim>
                          </m:limLow>
                        </m:fName>
                        <m:e>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a:rPr lang="en-GB" sz="2000" b="0" i="1" smtClean="0">
                                  <a:latin typeface="Cambria Math" panose="02040503050406030204" pitchFamily="18" charset="0"/>
                                </a:rPr>
                                <m:t>(</m:t>
                              </m:r>
                              <m:r>
                                <m:rPr>
                                  <m:sty m:val="p"/>
                                </m:rPr>
                                <a:rPr lang="en-GB" sz="2000" b="0" i="1" smtClean="0">
                                  <a:latin typeface="Cambria Math" panose="02040503050406030204" pitchFamily="18" charset="0"/>
                                </a:rPr>
                                <m:t>d</m:t>
                              </m:r>
                              <m:r>
                                <a:rPr lang="en-GB" sz="2000" b="0" i="1" smtClean="0">
                                  <a:latin typeface="Cambria Math" panose="02040503050406030204" pitchFamily="18" charset="0"/>
                                </a:rPr>
                                <m:t>)</m:t>
                              </m:r>
                            </m:sup>
                          </m:sSubSup>
                        </m:e>
                      </m:func>
                    </m:oMath>
                  </m:oMathPara>
                </a14:m>
                <a:endParaRPr lang="en-GB" sz="2000" dirty="0"/>
              </a:p>
            </p:txBody>
          </p:sp>
        </mc:Choice>
        <mc:Fallback xmlns="">
          <p:sp>
            <p:nvSpPr>
              <p:cNvPr id="2" name="TextBox 1">
                <a:extLst>
                  <a:ext uri="{FF2B5EF4-FFF2-40B4-BE49-F238E27FC236}">
                    <a16:creationId xmlns:a16="http://schemas.microsoft.com/office/drawing/2014/main" id="{4D6C7ADD-3388-004F-C18D-4C4FB7340C0A}"/>
                  </a:ext>
                </a:extLst>
              </p:cNvPr>
              <p:cNvSpPr txBox="1">
                <a:spLocks noRot="1" noChangeAspect="1" noMove="1" noResize="1" noEditPoints="1" noAdjustHandles="1" noChangeArrowheads="1" noChangeShapeType="1" noTextEdit="1"/>
              </p:cNvSpPr>
              <p:nvPr/>
            </p:nvSpPr>
            <p:spPr>
              <a:xfrm>
                <a:off x="3817620" y="3109430"/>
                <a:ext cx="2514600" cy="504241"/>
              </a:xfrm>
              <a:prstGeom prst="rect">
                <a:avLst/>
              </a:prstGeom>
              <a:blipFill>
                <a:blip r:embed="rId6"/>
                <a:stretch>
                  <a:fillRect t="-1205" b="-1084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3D3D845-3C60-B1B1-3356-A5823AC8806A}"/>
                  </a:ext>
                </a:extLst>
              </p:cNvPr>
              <p:cNvSpPr txBox="1"/>
              <p:nvPr/>
            </p:nvSpPr>
            <p:spPr>
              <a:xfrm>
                <a:off x="4222836" y="3846660"/>
                <a:ext cx="1663019" cy="947760"/>
              </a:xfrm>
              <a:prstGeom prst="rect">
                <a:avLst/>
              </a:prstGeom>
              <a:noFill/>
            </p:spPr>
            <p:txBody>
              <a:bodyPr wrap="none" lIns="0" tIns="0" rIns="0" bIns="0" rtlCol="0">
                <a:spAutoFit/>
              </a:bodyPr>
              <a:lstStyle/>
              <a:p>
                <a:pPr/>
                <a14:m>
                  <m:oMathPara xmlns:m="http://schemas.openxmlformats.org/officeDocument/2006/math">
                    <m:oMath>
                      <m:sSubSup>
                        <m:sSubSupPr>
                          <m:ctrlPr>
                            <a:rPr lang="en-GB" i="1">
                              <a:latin typeface="Cambria Math" panose="02040503050406030204" pitchFamily="18" charset="0"/>
                            </a:rPr>
                          </m:ctrlPr>
                        </m:sSubSupPr>
                        <m:e>
                          <m:r>
                            <m:rPr>
                              <m:sty m:val="p"/>
                            </m:rPr>
                            <a:rPr lang="en-GB" i="1">
                              <a:latin typeface="Cambria Math" panose="02040503050406030204" pitchFamily="18" charset="0"/>
                            </a:rPr>
                            <m:t>v</m:t>
                          </m:r>
                        </m:e>
                        <m:sub>
                          <m:r>
                            <m:rPr>
                              <m:sty m:val="p"/>
                            </m:rPr>
                            <a:rPr lang="en-GB" i="1">
                              <a:latin typeface="Cambria Math" panose="02040503050406030204" pitchFamily="18" charset="0"/>
                            </a:rPr>
                            <m:t>t</m:t>
                          </m:r>
                        </m:sub>
                        <m:sup>
                          <m:r>
                            <m:rPr>
                              <m:sty m:val="p"/>
                            </m:rPr>
                            <a:rPr lang="en-GB" b="0" i="1" smtClean="0">
                              <a:latin typeface="Cambria Math" panose="02040503050406030204" pitchFamily="18" charset="0"/>
                            </a:rPr>
                            <m:t>avg</m:t>
                          </m:r>
                        </m:sup>
                      </m:sSubSup>
                      <m:r>
                        <a:rPr lang="en-GB" i="1">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m:rPr>
                              <m:sty m:val="p"/>
                            </m:rPr>
                            <a:rPr lang="en-GB" b="0" i="1" smtClean="0">
                              <a:latin typeface="Cambria Math" panose="02040503050406030204" pitchFamily="18" charset="0"/>
                            </a:rPr>
                            <m:t>p</m:t>
                          </m:r>
                        </m:den>
                      </m:f>
                      <m:nary>
                        <m:naryPr>
                          <m:chr m:val="∑"/>
                          <m:subHide m:val="on"/>
                          <m:supHide m:val="on"/>
                          <m:ctrlPr>
                            <a:rPr lang="en-GB" i="1" smtClean="0">
                              <a:latin typeface="Cambria Math" panose="02040503050406030204" pitchFamily="18" charset="0"/>
                            </a:rPr>
                          </m:ctrlPr>
                        </m:naryPr>
                        <m:sub/>
                        <m:sup/>
                        <m:e>
                          <m:sSubSup>
                            <m:sSubSupPr>
                              <m:ctrlPr>
                                <a:rPr lang="en-GB" b="0" i="1" smtClean="0">
                                  <a:latin typeface="Cambria Math" panose="02040503050406030204" pitchFamily="18" charset="0"/>
                                </a:rPr>
                              </m:ctrlPr>
                            </m:sSubSupPr>
                            <m:e>
                              <m:r>
                                <m:rPr>
                                  <m:sty m:val="p"/>
                                </m:rPr>
                                <a:rPr lang="en-GB" b="0" i="1" smtClean="0">
                                  <a:latin typeface="Cambria Math" panose="02040503050406030204" pitchFamily="18" charset="0"/>
                                </a:rPr>
                                <m:t>v</m:t>
                              </m:r>
                            </m:e>
                            <m:sub>
                              <m:r>
                                <m:rPr>
                                  <m:sty m:val="p"/>
                                </m:rPr>
                                <a:rPr lang="en-GB" b="0" i="1" smtClean="0">
                                  <a:latin typeface="Cambria Math" panose="02040503050406030204" pitchFamily="18" charset="0"/>
                                </a:rPr>
                                <m:t>t</m:t>
                              </m:r>
                            </m:sub>
                            <m:sup>
                              <m:r>
                                <m:rPr>
                                  <m:sty m:val="p"/>
                                </m:rPr>
                                <a:rPr lang="en-GB" b="0" i="1" smtClean="0">
                                  <a:latin typeface="Cambria Math" panose="02040503050406030204" pitchFamily="18" charset="0"/>
                                </a:rPr>
                                <m:t>d</m:t>
                              </m:r>
                            </m:sup>
                          </m:sSubSup>
                        </m:e>
                      </m:nary>
                    </m:oMath>
                  </m:oMathPara>
                </a14:m>
                <a:endParaRPr lang="en-GB" dirty="0"/>
              </a:p>
              <a:p>
                <a:endParaRPr lang="en-GB" dirty="0"/>
              </a:p>
            </p:txBody>
          </p:sp>
        </mc:Choice>
        <mc:Fallback xmlns="">
          <p:sp>
            <p:nvSpPr>
              <p:cNvPr id="3" name="TextBox 2">
                <a:extLst>
                  <a:ext uri="{FF2B5EF4-FFF2-40B4-BE49-F238E27FC236}">
                    <a16:creationId xmlns:a16="http://schemas.microsoft.com/office/drawing/2014/main" id="{93D3D845-3C60-B1B1-3356-A5823AC8806A}"/>
                  </a:ext>
                </a:extLst>
              </p:cNvPr>
              <p:cNvSpPr txBox="1">
                <a:spLocks noRot="1" noChangeAspect="1" noMove="1" noResize="1" noEditPoints="1" noAdjustHandles="1" noChangeArrowheads="1" noChangeShapeType="1" noTextEdit="1"/>
              </p:cNvSpPr>
              <p:nvPr/>
            </p:nvSpPr>
            <p:spPr>
              <a:xfrm>
                <a:off x="4222836" y="3846660"/>
                <a:ext cx="1663019" cy="947760"/>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74ACF58-F318-226F-7F44-D3894469CF38}"/>
                  </a:ext>
                </a:extLst>
              </p:cNvPr>
              <p:cNvSpPr txBox="1"/>
              <p:nvPr/>
            </p:nvSpPr>
            <p:spPr>
              <a:xfrm>
                <a:off x="12291748" y="3111381"/>
                <a:ext cx="1742080" cy="310341"/>
              </a:xfrm>
              <a:prstGeom prst="rect">
                <a:avLst/>
              </a:prstGeom>
              <a:noFill/>
            </p:spPr>
            <p:txBody>
              <a:bodyPr wrap="none" lIns="0" tIns="0" rIns="0" bIns="0" rtlCol="0">
                <a:spAutoFit/>
              </a:bodyPr>
              <a:lstStyle/>
              <a:p>
                <a:pPr/>
                <a14:m>
                  <m:oMathPara xmlns:m="http://schemas.openxmlformats.org/officeDocument/2006/math">
                    <m:oMath>
                      <m:sSubSup>
                        <m:sSubSupPr>
                          <m:ctrlPr>
                            <a:rPr lang="en-GB" b="0" i="1" smtClean="0">
                              <a:latin typeface="Cambria Math" panose="02040503050406030204" pitchFamily="18" charset="0"/>
                            </a:rPr>
                          </m:ctrlPr>
                        </m:sSubSupPr>
                        <m:e>
                          <m:acc>
                            <m:accPr>
                              <m:chr m:val="̃"/>
                              <m:ctrlPr>
                                <a:rPr lang="en-GB" b="0" i="1" smtClean="0">
                                  <a:latin typeface="Cambria Math" panose="02040503050406030204" pitchFamily="18" charset="0"/>
                                </a:rPr>
                              </m:ctrlPr>
                            </m:accPr>
                            <m:e>
                              <m:r>
                                <m:rPr>
                                  <m:sty m:val="p"/>
                                </m:rPr>
                                <a:rPr lang="en-GB" b="0" i="1" smtClean="0">
                                  <a:latin typeface="Cambria Math" panose="02040503050406030204" pitchFamily="18" charset="0"/>
                                </a:rPr>
                                <m:t>v</m:t>
                              </m:r>
                            </m:e>
                          </m:acc>
                        </m:e>
                        <m:sub>
                          <m:r>
                            <m:rPr>
                              <m:sty m:val="p"/>
                            </m:rPr>
                            <a:rPr lang="en-GB" b="0" i="1" smtClean="0">
                              <a:latin typeface="Cambria Math" panose="02040503050406030204" pitchFamily="18" charset="0"/>
                            </a:rPr>
                            <m:t>t</m:t>
                          </m:r>
                        </m:sub>
                        <m:sup>
                          <m:r>
                            <m:rPr>
                              <m:sty m:val="p"/>
                            </m:rPr>
                            <a:rPr lang="en-GB" b="0" i="1" smtClean="0">
                              <a:latin typeface="Cambria Math" panose="02040503050406030204" pitchFamily="18" charset="0"/>
                            </a:rPr>
                            <m:t>g</m:t>
                          </m:r>
                        </m:sup>
                      </m:sSubSup>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m:rPr>
                              <m:sty m:val="p"/>
                            </m:rPr>
                            <a:rPr lang="en-GB" b="0" i="1" smtClean="0">
                              <a:latin typeface="Cambria Math" panose="02040503050406030204" pitchFamily="18" charset="0"/>
                            </a:rPr>
                            <m:t>LP</m:t>
                          </m:r>
                        </m:e>
                        <m:sub>
                          <m:r>
                            <a:rPr lang="en-GB" b="0" i="1" smtClean="0">
                              <a:latin typeface="Cambria Math" panose="02040503050406030204" pitchFamily="18" charset="0"/>
                            </a:rPr>
                            <m:t>0.1</m:t>
                          </m:r>
                        </m:sub>
                      </m:sSub>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v</m:t>
                          </m:r>
                        </m:e>
                        <m:sup>
                          <m:r>
                            <m:rPr>
                              <m:sty m:val="p"/>
                            </m:rPr>
                            <a:rPr lang="en-GB" b="0" i="1" smtClean="0">
                              <a:latin typeface="Cambria Math" panose="02040503050406030204" pitchFamily="18" charset="0"/>
                            </a:rPr>
                            <m:t>g</m:t>
                          </m:r>
                        </m:sup>
                      </m:sSup>
                      <m:r>
                        <a:rPr lang="en-GB" b="0" i="1" smtClean="0">
                          <a:latin typeface="Cambria Math" panose="02040503050406030204" pitchFamily="18" charset="0"/>
                        </a:rPr>
                        <m:t>)(</m:t>
                      </m:r>
                      <m:r>
                        <m:rPr>
                          <m:sty m:val="p"/>
                        </m:rPr>
                        <a:rPr lang="en-GB" b="0" i="1" smtClean="0">
                          <a:latin typeface="Cambria Math" panose="02040503050406030204" pitchFamily="18" charset="0"/>
                        </a:rPr>
                        <m:t>t</m:t>
                      </m:r>
                      <m:r>
                        <a:rPr lang="en-GB" b="0" i="1" smtClean="0">
                          <a:latin typeface="Cambria Math" panose="02040503050406030204" pitchFamily="18" charset="0"/>
                        </a:rPr>
                        <m:t>)</m:t>
                      </m:r>
                    </m:oMath>
                  </m:oMathPara>
                </a14:m>
                <a:endParaRPr lang="en-GB" dirty="0"/>
              </a:p>
            </p:txBody>
          </p:sp>
        </mc:Choice>
        <mc:Fallback xmlns="">
          <p:sp>
            <p:nvSpPr>
              <p:cNvPr id="4" name="TextBox 3">
                <a:extLst>
                  <a:ext uri="{FF2B5EF4-FFF2-40B4-BE49-F238E27FC236}">
                    <a16:creationId xmlns:a16="http://schemas.microsoft.com/office/drawing/2014/main" id="{B74ACF58-F318-226F-7F44-D3894469CF38}"/>
                  </a:ext>
                </a:extLst>
              </p:cNvPr>
              <p:cNvSpPr txBox="1">
                <a:spLocks noRot="1" noChangeAspect="1" noMove="1" noResize="1" noEditPoints="1" noAdjustHandles="1" noChangeArrowheads="1" noChangeShapeType="1" noTextEdit="1"/>
              </p:cNvSpPr>
              <p:nvPr/>
            </p:nvSpPr>
            <p:spPr>
              <a:xfrm>
                <a:off x="12291748" y="3111381"/>
                <a:ext cx="1742080" cy="310341"/>
              </a:xfrm>
              <a:prstGeom prst="rect">
                <a:avLst/>
              </a:prstGeom>
              <a:blipFill>
                <a:blip r:embed="rId8"/>
                <a:stretch>
                  <a:fillRect l="-1399" r="-4545" b="-274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785945A-3E5C-C2B9-7D85-4CA23341699D}"/>
                  </a:ext>
                </a:extLst>
              </p:cNvPr>
              <p:cNvSpPr txBox="1"/>
              <p:nvPr/>
            </p:nvSpPr>
            <p:spPr>
              <a:xfrm>
                <a:off x="12321564" y="3868056"/>
                <a:ext cx="1682448" cy="383759"/>
              </a:xfrm>
              <a:prstGeom prst="rect">
                <a:avLst/>
              </a:prstGeom>
              <a:noFill/>
            </p:spPr>
            <p:txBody>
              <a:bodyPr wrap="none" lIns="0" tIns="0" rIns="0" bIns="0" rtlCol="0">
                <a:spAutoFit/>
              </a:bodyPr>
              <a:lstStyle/>
              <a:p>
                <a:pPr/>
                <a14:m>
                  <m:oMathPara xmlns:m="http://schemas.openxmlformats.org/officeDocument/2006/math">
                    <m:oMath>
                      <m:sSub>
                        <m:sSubPr>
                          <m:ctrlPr>
                            <a:rPr lang="en-GB" i="1">
                              <a:latin typeface="Cambria Math" panose="02040503050406030204" pitchFamily="18" charset="0"/>
                            </a:rPr>
                          </m:ctrlPr>
                        </m:sSubPr>
                        <m:e>
                          <m:r>
                            <m:rPr>
                              <m:sty m:val="p"/>
                            </m:rPr>
                            <a:rPr lang="en-GB" i="1">
                              <a:latin typeface="Cambria Math" panose="02040503050406030204" pitchFamily="18" charset="0"/>
                            </a:rPr>
                            <m:t>b</m:t>
                          </m:r>
                        </m:e>
                        <m:sub>
                          <m:r>
                            <m:rPr>
                              <m:sty m:val="p"/>
                            </m:rPr>
                            <a:rPr lang="en-GB" i="1">
                              <a:latin typeface="Cambria Math" panose="02040503050406030204" pitchFamily="18" charset="0"/>
                            </a:rPr>
                            <m:t>g</m:t>
                          </m:r>
                        </m:sub>
                      </m:sSub>
                      <m:r>
                        <a:rPr lang="en-GB">
                          <a:latin typeface="Cambria Math" panose="02040503050406030204" pitchFamily="18" charset="0"/>
                        </a:rPr>
                        <m:t>=</m:t>
                      </m:r>
                      <m:r>
                        <m:rPr>
                          <m:sty m:val="p"/>
                        </m:rPr>
                        <a:rPr lang="en-GB">
                          <a:latin typeface="Cambria Math" panose="02040503050406030204" pitchFamily="18" charset="0"/>
                        </a:rPr>
                        <m:t>arg</m:t>
                      </m:r>
                      <m:r>
                        <a:rPr lang="en-GB">
                          <a:latin typeface="Cambria Math" panose="02040503050406030204" pitchFamily="18" charset="0"/>
                        </a:rPr>
                        <m:t> </m:t>
                      </m:r>
                      <m:func>
                        <m:funcPr>
                          <m:ctrlPr>
                            <a:rPr lang="en-GB" i="1">
                              <a:latin typeface="Cambria Math" panose="02040503050406030204" pitchFamily="18" charset="0"/>
                            </a:rPr>
                          </m:ctrlPr>
                        </m:funcPr>
                        <m:fName>
                          <m:limLow>
                            <m:limLowPr>
                              <m:ctrlPr>
                                <a:rPr lang="en-GB">
                                  <a:latin typeface="Cambria Math" panose="02040503050406030204" pitchFamily="18" charset="0"/>
                                </a:rPr>
                              </m:ctrlPr>
                            </m:limLowPr>
                            <m:e>
                              <m:r>
                                <m:rPr>
                                  <m:sty m:val="p"/>
                                </m:rPr>
                                <a:rPr lang="en-GB">
                                  <a:latin typeface="Cambria Math" panose="02040503050406030204" pitchFamily="18" charset="0"/>
                                </a:rPr>
                                <m:t>max</m:t>
                              </m:r>
                            </m:e>
                            <m:lim>
                              <m:r>
                                <m:rPr>
                                  <m:sty m:val="p"/>
                                </m:rPr>
                                <a:rPr lang="en-GB" i="1">
                                  <a:latin typeface="Cambria Math" panose="02040503050406030204" pitchFamily="18" charset="0"/>
                                </a:rPr>
                                <m:t>t</m:t>
                              </m:r>
                            </m:lim>
                          </m:limLow>
                        </m:fName>
                        <m:e>
                          <m:sSubSup>
                            <m:sSubSupPr>
                              <m:ctrlPr>
                                <a:rPr lang="en-GB" i="1">
                                  <a:latin typeface="Cambria Math" panose="02040503050406030204" pitchFamily="18" charset="0"/>
                                </a:rPr>
                              </m:ctrlPr>
                            </m:sSubSupPr>
                            <m:e>
                              <m:acc>
                                <m:accPr>
                                  <m:chr m:val="̃"/>
                                  <m:ctrlPr>
                                    <a:rPr lang="en-GB" i="1">
                                      <a:latin typeface="Cambria Math" panose="02040503050406030204" pitchFamily="18" charset="0"/>
                                    </a:rPr>
                                  </m:ctrlPr>
                                </m:accPr>
                                <m:e>
                                  <m:r>
                                    <m:rPr>
                                      <m:sty m:val="p"/>
                                    </m:rPr>
                                    <a:rPr lang="en-GB" i="1">
                                      <a:latin typeface="Cambria Math" panose="02040503050406030204" pitchFamily="18" charset="0"/>
                                    </a:rPr>
                                    <m:t>v</m:t>
                                  </m:r>
                                </m:e>
                              </m:acc>
                            </m:e>
                            <m:sub>
                              <m:r>
                                <m:rPr>
                                  <m:sty m:val="p"/>
                                </m:rPr>
                                <a:rPr lang="en-GB" i="1">
                                  <a:latin typeface="Cambria Math" panose="02040503050406030204" pitchFamily="18" charset="0"/>
                                </a:rPr>
                                <m:t>t</m:t>
                              </m:r>
                            </m:sub>
                            <m:sup>
                              <m:r>
                                <m:rPr>
                                  <m:sty m:val="p"/>
                                </m:rPr>
                                <a:rPr lang="en-GB" i="1">
                                  <a:latin typeface="Cambria Math" panose="02040503050406030204" pitchFamily="18" charset="0"/>
                                </a:rPr>
                                <m:t>g</m:t>
                              </m:r>
                            </m:sup>
                          </m:sSubSup>
                        </m:e>
                      </m:func>
                    </m:oMath>
                  </m:oMathPara>
                </a14:m>
                <a:endParaRPr lang="en-GB" dirty="0"/>
              </a:p>
            </p:txBody>
          </p:sp>
        </mc:Choice>
        <mc:Fallback xmlns="">
          <p:sp>
            <p:nvSpPr>
              <p:cNvPr id="5" name="TextBox 4">
                <a:extLst>
                  <a:ext uri="{FF2B5EF4-FFF2-40B4-BE49-F238E27FC236}">
                    <a16:creationId xmlns:a16="http://schemas.microsoft.com/office/drawing/2014/main" id="{9785945A-3E5C-C2B9-7D85-4CA23341699D}"/>
                  </a:ext>
                </a:extLst>
              </p:cNvPr>
              <p:cNvSpPr txBox="1">
                <a:spLocks noRot="1" noChangeAspect="1" noMove="1" noResize="1" noEditPoints="1" noAdjustHandles="1" noChangeArrowheads="1" noChangeShapeType="1" noTextEdit="1"/>
              </p:cNvSpPr>
              <p:nvPr/>
            </p:nvSpPr>
            <p:spPr>
              <a:xfrm>
                <a:off x="12321564" y="3868056"/>
                <a:ext cx="1682448" cy="383759"/>
              </a:xfrm>
              <a:prstGeom prst="rect">
                <a:avLst/>
              </a:prstGeom>
              <a:blipFill>
                <a:blip r:embed="rId9"/>
                <a:stretch>
                  <a:fillRect l="-2899" t="-1613" r="-10870" b="-1290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6CCCE71-7DBF-D2F3-EED4-F7793981E5CA}"/>
                  </a:ext>
                </a:extLst>
              </p:cNvPr>
              <p:cNvSpPr txBox="1"/>
              <p:nvPr/>
            </p:nvSpPr>
            <p:spPr>
              <a:xfrm>
                <a:off x="4212866" y="6369406"/>
                <a:ext cx="1408462" cy="276999"/>
              </a:xfrm>
              <a:prstGeom prst="rect">
                <a:avLst/>
              </a:prstGeom>
              <a:noFill/>
            </p:spPr>
            <p:txBody>
              <a:bodyPr wrap="none" lIns="0" tIns="0" rIns="0" bIns="0" rtlCol="0">
                <a:spAutoFit/>
              </a:bodyPr>
              <a:lstStyle/>
              <a:p>
                <a:pPr/>
                <a14:m>
                  <m:oMathPara xmlns:m="http://schemas.openxmlformats.org/officeDocument/2006/math">
                    <m:oMath>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A</m:t>
                          </m:r>
                        </m:e>
                        <m:sup>
                          <m:r>
                            <m:rPr>
                              <m:sty m:val="p"/>
                            </m:rPr>
                            <a:rPr lang="en-GB" b="0" i="1" smtClean="0">
                              <a:latin typeface="Cambria Math" panose="02040503050406030204" pitchFamily="18" charset="0"/>
                            </a:rPr>
                            <m:t>max</m:t>
                          </m:r>
                        </m:sup>
                      </m:sSup>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A</m:t>
                          </m:r>
                        </m:e>
                        <m:sup>
                          <m:r>
                            <m:rPr>
                              <m:sty m:val="p"/>
                            </m:rPr>
                            <a:rPr lang="en-GB" b="0" i="1" smtClean="0">
                              <a:latin typeface="Cambria Math" panose="02040503050406030204" pitchFamily="18" charset="0"/>
                            </a:rPr>
                            <m:t>avg</m:t>
                          </m:r>
                        </m:sup>
                      </m:sSup>
                      <m:r>
                        <a:rPr lang="en-GB" b="0" i="1" smtClean="0">
                          <a:latin typeface="Cambria Math" panose="02040503050406030204" pitchFamily="18" charset="0"/>
                        </a:rPr>
                        <m:t>=0</m:t>
                      </m:r>
                    </m:oMath>
                  </m:oMathPara>
                </a14:m>
                <a:endParaRPr lang="en-GB" dirty="0"/>
              </a:p>
            </p:txBody>
          </p:sp>
        </mc:Choice>
        <mc:Fallback xmlns="">
          <p:sp>
            <p:nvSpPr>
              <p:cNvPr id="6" name="TextBox 5">
                <a:extLst>
                  <a:ext uri="{FF2B5EF4-FFF2-40B4-BE49-F238E27FC236}">
                    <a16:creationId xmlns:a16="http://schemas.microsoft.com/office/drawing/2014/main" id="{B6CCCE71-7DBF-D2F3-EED4-F7793981E5CA}"/>
                  </a:ext>
                </a:extLst>
              </p:cNvPr>
              <p:cNvSpPr txBox="1">
                <a:spLocks noRot="1" noChangeAspect="1" noMove="1" noResize="1" noEditPoints="1" noAdjustHandles="1" noChangeArrowheads="1" noChangeShapeType="1" noTextEdit="1"/>
              </p:cNvSpPr>
              <p:nvPr/>
            </p:nvSpPr>
            <p:spPr>
              <a:xfrm>
                <a:off x="4212866" y="6369406"/>
                <a:ext cx="1408462" cy="276999"/>
              </a:xfrm>
              <a:prstGeom prst="rect">
                <a:avLst/>
              </a:prstGeom>
              <a:blipFill>
                <a:blip r:embed="rId10"/>
                <a:stretch>
                  <a:fillRect l="-3463" r="-3896" b="-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852BE43-2F6F-8188-6965-45F605812247}"/>
                  </a:ext>
                </a:extLst>
              </p:cNvPr>
              <p:cNvSpPr txBox="1"/>
              <p:nvPr/>
            </p:nvSpPr>
            <p:spPr>
              <a:xfrm>
                <a:off x="12205372" y="6223100"/>
                <a:ext cx="2047420" cy="593752"/>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max</m:t>
                              </m:r>
                            </m:sup>
                          </m:sSup>
                          <m:r>
                            <a:rPr lang="en-GB" i="1" smtClean="0">
                              <a:latin typeface="Cambria Math" panose="02040503050406030204" pitchFamily="18" charset="0"/>
                              <a:ea typeface="Cambria Math" panose="02040503050406030204" pitchFamily="18" charset="0"/>
                            </a:rPr>
                            <m:t>−</m:t>
                          </m:r>
                          <m:sSup>
                            <m:sSupPr>
                              <m:ctrlPr>
                                <a:rPr lang="en-GB" b="0" i="1" smtClean="0">
                                  <a:latin typeface="Cambria Math" panose="02040503050406030204" pitchFamily="18" charset="0"/>
                                  <a:ea typeface="Cambria Math" panose="02040503050406030204" pitchFamily="18" charset="0"/>
                                </a:rPr>
                              </m:ctrlPr>
                            </m:sSupPr>
                            <m:e>
                              <m:r>
                                <m:rPr>
                                  <m:sty m:val="p"/>
                                </m:rPr>
                                <a:rPr lang="en-GB" b="0" i="1" smtClean="0">
                                  <a:latin typeface="Cambria Math" panose="02040503050406030204" pitchFamily="18" charset="0"/>
                                  <a:ea typeface="Cambria Math" panose="02040503050406030204" pitchFamily="18" charset="0"/>
                                </a:rPr>
                                <m:t>b</m:t>
                              </m:r>
                            </m:e>
                            <m:sup>
                              <m:r>
                                <m:rPr>
                                  <m:sty m:val="p"/>
                                </m:rPr>
                                <a:rPr lang="en-GB" b="0" i="1" smtClean="0">
                                  <a:latin typeface="Cambria Math" panose="02040503050406030204" pitchFamily="18" charset="0"/>
                                  <a:ea typeface="Cambria Math" panose="02040503050406030204" pitchFamily="18" charset="0"/>
                                </a:rPr>
                                <m:t>avg</m:t>
                              </m:r>
                            </m:sup>
                          </m:sSup>
                        </m:e>
                      </m:d>
                      <m:r>
                        <a:rPr lang="en-GB" b="0" i="1" smtClean="0">
                          <a:latin typeface="Cambria Math" panose="02040503050406030204" pitchFamily="18" charset="0"/>
                        </a:rPr>
                        <m:t>&lt;</m:t>
                      </m:r>
                      <m:f>
                        <m:fPr>
                          <m:ctrlPr>
                            <a:rPr lang="en-GB" b="0" i="1" smtClean="0">
                              <a:latin typeface="Cambria Math" panose="02040503050406030204" pitchFamily="18" charset="0"/>
                            </a:rPr>
                          </m:ctrlPr>
                        </m:fPr>
                        <m:num>
                          <m:rad>
                            <m:radPr>
                              <m:degHide m:val="on"/>
                              <m:ctrlPr>
                                <a:rPr lang="en-GB" b="0" i="1" smtClean="0">
                                  <a:latin typeface="Cambria Math" panose="02040503050406030204" pitchFamily="18" charset="0"/>
                                </a:rPr>
                              </m:ctrlPr>
                            </m:radPr>
                            <m:deg/>
                            <m:e>
                              <m:r>
                                <m:rPr>
                                  <m:sty m:val="p"/>
                                </m:rPr>
                                <a:rPr lang="en-GB" b="0" i="1" smtClean="0">
                                  <a:latin typeface="Cambria Math" panose="02040503050406030204" pitchFamily="18" charset="0"/>
                                </a:rPr>
                                <m:t>T</m:t>
                              </m:r>
                            </m:e>
                          </m:rad>
                        </m:num>
                        <m:den>
                          <m:r>
                            <a:rPr lang="en-GB" b="0" i="1" smtClean="0">
                              <a:latin typeface="Cambria Math" panose="02040503050406030204" pitchFamily="18" charset="0"/>
                            </a:rPr>
                            <m:t>2</m:t>
                          </m:r>
                        </m:den>
                      </m:f>
                    </m:oMath>
                  </m:oMathPara>
                </a14:m>
                <a:endParaRPr lang="en-GB" dirty="0"/>
              </a:p>
            </p:txBody>
          </p:sp>
        </mc:Choice>
        <mc:Fallback xmlns="">
          <p:sp>
            <p:nvSpPr>
              <p:cNvPr id="7" name="TextBox 6">
                <a:extLst>
                  <a:ext uri="{FF2B5EF4-FFF2-40B4-BE49-F238E27FC236}">
                    <a16:creationId xmlns:a16="http://schemas.microsoft.com/office/drawing/2014/main" id="{1852BE43-2F6F-8188-6965-45F605812247}"/>
                  </a:ext>
                </a:extLst>
              </p:cNvPr>
              <p:cNvSpPr txBox="1">
                <a:spLocks noRot="1" noChangeAspect="1" noMove="1" noResize="1" noEditPoints="1" noAdjustHandles="1" noChangeArrowheads="1" noChangeShapeType="1" noTextEdit="1"/>
              </p:cNvSpPr>
              <p:nvPr/>
            </p:nvSpPr>
            <p:spPr>
              <a:xfrm>
                <a:off x="12205372" y="6223100"/>
                <a:ext cx="2047420" cy="593752"/>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5D486AB-7F08-9276-3F9B-1DEB420806F3}"/>
                  </a:ext>
                </a:extLst>
              </p:cNvPr>
              <p:cNvSpPr txBox="1"/>
              <p:nvPr/>
            </p:nvSpPr>
            <p:spPr>
              <a:xfrm>
                <a:off x="12205372" y="6994415"/>
                <a:ext cx="1664815" cy="531428"/>
              </a:xfrm>
              <a:prstGeom prst="rect">
                <a:avLst/>
              </a:prstGeom>
              <a:noFill/>
            </p:spPr>
            <p:txBody>
              <a:bodyPr wrap="none" lIns="0" tIns="0" rIns="0" bIns="0" rtlCol="0">
                <a:spAutoFit/>
              </a:bodyPr>
              <a:lstStyle/>
              <a:p>
                <a:pPr/>
                <a14:m>
                  <m:oMathPara xmlns:m="http://schemas.openxmlformats.org/officeDocument/2006/math">
                    <m:oMath>
                      <m:acc>
                        <m:accPr>
                          <m:chr m:val="̂"/>
                          <m:ctrlPr>
                            <a:rPr lang="en-GB" b="0" i="1" smtClean="0">
                              <a:latin typeface="Cambria Math" panose="02040503050406030204" pitchFamily="18" charset="0"/>
                            </a:rPr>
                          </m:ctrlPr>
                        </m:accPr>
                        <m:e>
                          <m:r>
                            <m:rPr>
                              <m:sty m:val="p"/>
                            </m:rPr>
                            <a:rPr lang="en-GB" b="0" i="1" smtClean="0">
                              <a:latin typeface="Cambria Math" panose="02040503050406030204" pitchFamily="18" charset="0"/>
                            </a:rPr>
                            <m:t>b</m:t>
                          </m:r>
                        </m:e>
                      </m:acc>
                      <m:r>
                        <a:rPr lang="en-GB" b="0" i="1" smtClean="0">
                          <a:latin typeface="Cambria Math" panose="02040503050406030204" pitchFamily="18" charset="0"/>
                        </a:rPr>
                        <m:t>=</m:t>
                      </m:r>
                      <m:f>
                        <m:fPr>
                          <m:ctrlPr>
                            <a:rPr lang="en-GB" b="0" i="1" smtClean="0">
                              <a:latin typeface="Cambria Math" panose="02040503050406030204" pitchFamily="18" charset="0"/>
                            </a:rPr>
                          </m:ctrlPr>
                        </m:fPr>
                        <m:num>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max</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avg</m:t>
                              </m:r>
                            </m:sup>
                          </m:sSup>
                        </m:num>
                        <m:den>
                          <m:r>
                            <a:rPr lang="en-GB" b="0" i="1" smtClean="0">
                              <a:latin typeface="Cambria Math" panose="02040503050406030204" pitchFamily="18" charset="0"/>
                            </a:rPr>
                            <m:t>2</m:t>
                          </m:r>
                        </m:den>
                      </m:f>
                    </m:oMath>
                  </m:oMathPara>
                </a14:m>
                <a:endParaRPr lang="en-GB" dirty="0"/>
              </a:p>
            </p:txBody>
          </p:sp>
        </mc:Choice>
        <mc:Fallback xmlns="">
          <p:sp>
            <p:nvSpPr>
              <p:cNvPr id="8" name="TextBox 7">
                <a:extLst>
                  <a:ext uri="{FF2B5EF4-FFF2-40B4-BE49-F238E27FC236}">
                    <a16:creationId xmlns:a16="http://schemas.microsoft.com/office/drawing/2014/main" id="{C5D486AB-7F08-9276-3F9B-1DEB420806F3}"/>
                  </a:ext>
                </a:extLst>
              </p:cNvPr>
              <p:cNvSpPr txBox="1">
                <a:spLocks noRot="1" noChangeAspect="1" noMove="1" noResize="1" noEditPoints="1" noAdjustHandles="1" noChangeArrowheads="1" noChangeShapeType="1" noTextEdit="1"/>
              </p:cNvSpPr>
              <p:nvPr/>
            </p:nvSpPr>
            <p:spPr>
              <a:xfrm>
                <a:off x="12205372" y="6994415"/>
                <a:ext cx="1664815" cy="531428"/>
              </a:xfrm>
              <a:prstGeom prst="rect">
                <a:avLst/>
              </a:prstGeom>
              <a:blipFill>
                <a:blip r:embed="rId12"/>
                <a:stretch>
                  <a:fillRect/>
                </a:stretch>
              </a:blipFill>
            </p:spPr>
            <p:txBody>
              <a:bodyPr/>
              <a:lstStyle/>
              <a:p>
                <a:r>
                  <a:rPr lang="en-GB">
                    <a:noFill/>
                  </a:rPr>
                  <a:t> </a:t>
                </a:r>
              </a:p>
            </p:txBody>
          </p:sp>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641201"/>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Kronecker Delta: Index Equality and the Identity Matrix</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mc:AlternateContent xmlns:mc="http://schemas.openxmlformats.org/markup-compatibility/2006" xmlns:a14="http://schemas.microsoft.com/office/drawing/2010/main">
        <mc:Choice Requires="a14">
          <p:sp>
            <p:nvSpPr>
              <p:cNvPr id="10" name="EDITABLE POWERPOINT EQUATION | Kronecker delta"/>
              <p:cNvSpPr txBox="1"/>
              <p:nvPr/>
            </p:nvSpPr>
            <p:spPr>
              <a:xfrm>
                <a:off x="2209800" y="3182425"/>
                <a:ext cx="4343400" cy="1098506"/>
              </a:xfrm>
              <a:prstGeom prst="rect">
                <a:avLst/>
              </a:prstGeom>
              <a:noFill/>
            </p:spPr>
            <p:txBody>
              <a:bodyPr wrap="square" lIns="0" tIns="0" rIns="0" bIns="0" anchor="ctr">
                <a:spAutoFit/>
              </a:bodyPr>
              <a:lstStyle/>
              <a:p>
                <a:pPr algn="ctr"/>
                <a14:m>
                  <m:oMathPara xmlns:m="http://schemas.openxmlformats.org/officeDocument/2006/math">
                    <m:oMath>
                      <m:sSub>
                        <m:sSubPr>
                          <m:ctrlPr>
                            <a:rPr sz="3200">
                              <a:latin typeface="Cambria Math" panose="02040503050406030204" pitchFamily="18" charset="0"/>
                            </a:rPr>
                          </m:ctrlPr>
                        </m:sSubPr>
                        <m:e>
                          <m:r>
                            <a:rPr sz="3200">
                              <a:latin typeface="Cambria Math" panose="02040503050406030204" pitchFamily="18" charset="0"/>
                            </a:rPr>
                            <m:t>𝛿</m:t>
                          </m:r>
                        </m:e>
                        <m:sub>
                          <m:r>
                            <a:rPr sz="3200">
                              <a:latin typeface="Cambria Math" panose="02040503050406030204" pitchFamily="18" charset="0"/>
                            </a:rPr>
                            <m:t>𝑖𝑗</m:t>
                          </m:r>
                        </m:sub>
                      </m:sSub>
                      <m:r>
                        <a:rPr lang="en-GB" sz="3200" b="0" i="1" smtClean="0">
                          <a:latin typeface="Cambria Math" panose="02040503050406030204" pitchFamily="18" charset="0"/>
                        </a:rPr>
                        <m:t>=</m:t>
                      </m:r>
                      <m:d>
                        <m:dPr>
                          <m:begChr m:val="{"/>
                          <m:endChr m:val=""/>
                          <m:ctrlPr>
                            <a:rPr lang="en-GB" sz="3200" b="0" i="1" smtClean="0">
                              <a:latin typeface="Cambria Math" panose="02040503050406030204" pitchFamily="18" charset="0"/>
                            </a:rPr>
                          </m:ctrlPr>
                        </m:dPr>
                        <m:e>
                          <m:eqArr>
                            <m:eqArrPr>
                              <m:ctrlPr>
                                <a:rPr lang="en-GB" sz="3200" b="0" i="1" smtClean="0">
                                  <a:latin typeface="Cambria Math" panose="02040503050406030204" pitchFamily="18" charset="0"/>
                                </a:rPr>
                              </m:ctrlPr>
                            </m:eqArrPr>
                            <m:e>
                              <m:r>
                                <a:rPr lang="en-GB" sz="3200" b="0" i="1" smtClean="0">
                                  <a:latin typeface="Cambria Math" panose="02040503050406030204" pitchFamily="18" charset="0"/>
                                </a:rPr>
                                <m:t>0,  </m:t>
                              </m:r>
                              <m:r>
                                <m:rPr>
                                  <m:sty m:val="p"/>
                                </m:rPr>
                                <a:rPr lang="en-GB" sz="3200" b="0" i="1" smtClean="0">
                                  <a:latin typeface="Cambria Math" panose="02040503050406030204" pitchFamily="18" charset="0"/>
                                </a:rPr>
                                <m:t>i</m:t>
                              </m:r>
                              <m:r>
                                <a:rPr lang="en-GB" sz="3200" b="0" i="1" smtClean="0">
                                  <a:latin typeface="Cambria Math" panose="02040503050406030204" pitchFamily="18" charset="0"/>
                                  <a:ea typeface="Cambria Math" panose="02040503050406030204" pitchFamily="18" charset="0"/>
                                </a:rPr>
                                <m:t>≠</m:t>
                              </m:r>
                              <m:r>
                                <m:rPr>
                                  <m:sty m:val="p"/>
                                </m:rPr>
                                <a:rPr lang="en-GB" sz="3200" b="0" i="1" smtClean="0">
                                  <a:latin typeface="Cambria Math" panose="02040503050406030204" pitchFamily="18" charset="0"/>
                                  <a:ea typeface="Cambria Math" panose="02040503050406030204" pitchFamily="18" charset="0"/>
                                </a:rPr>
                                <m:t>j</m:t>
                              </m:r>
                            </m:e>
                            <m:e>
                              <m:r>
                                <a:rPr lang="en-GB" sz="3200" b="0" i="1" smtClean="0">
                                  <a:latin typeface="Cambria Math" panose="02040503050406030204" pitchFamily="18" charset="0"/>
                                </a:rPr>
                                <m:t>&amp;1,  </m:t>
                              </m:r>
                              <m:r>
                                <m:rPr>
                                  <m:sty m:val="p"/>
                                </m:rPr>
                                <a:rPr lang="en-GB" sz="3200" b="0" i="1" smtClean="0">
                                  <a:latin typeface="Cambria Math" panose="02040503050406030204" pitchFamily="18" charset="0"/>
                                </a:rPr>
                                <m:t>i</m:t>
                              </m:r>
                              <m:r>
                                <a:rPr lang="en-GB" sz="3200" b="0" i="1" smtClean="0">
                                  <a:latin typeface="Cambria Math" panose="02040503050406030204" pitchFamily="18" charset="0"/>
                                </a:rPr>
                                <m:t>=</m:t>
                              </m:r>
                              <m:r>
                                <m:rPr>
                                  <m:sty m:val="p"/>
                                </m:rPr>
                                <a:rPr lang="en-GB" sz="3200" b="0" i="1" smtClean="0">
                                  <a:latin typeface="Cambria Math" panose="02040503050406030204" pitchFamily="18" charset="0"/>
                                </a:rPr>
                                <m:t>j</m:t>
                              </m:r>
                            </m:e>
                          </m:eqArr>
                        </m:e>
                      </m:d>
                    </m:oMath>
                  </m:oMathPara>
                </a14:m>
                <a:endParaRPr lang="en-GB" sz="3200" dirty="0">
                  <a:solidFill>
                    <a:srgbClr val="14233B"/>
                  </a:solidFill>
                </a:endParaRPr>
              </a:p>
            </p:txBody>
          </p:sp>
        </mc:Choice>
        <mc:Fallback xmlns="">
          <p:sp>
            <p:nvSpPr>
              <p:cNvPr id="10" name="EDITABLE POWERPOINT EQUATION | Kronecker delta"/>
              <p:cNvSpPr txBox="1">
                <a:spLocks noRot="1" noChangeAspect="1" noMove="1" noResize="1" noEditPoints="1" noAdjustHandles="1" noChangeArrowheads="1" noChangeShapeType="1" noTextEdit="1"/>
              </p:cNvSpPr>
              <p:nvPr/>
            </p:nvSpPr>
            <p:spPr>
              <a:xfrm>
                <a:off x="2209800" y="3182425"/>
                <a:ext cx="4343400" cy="1098506"/>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71600" y="5123571"/>
            <a:ext cx="6446520" cy="964688"/>
          </a:xfrm>
          <a:prstGeom prst="rect">
            <a:avLst/>
          </a:prstGeom>
        </p:spPr>
        <p:txBody>
          <a:bodyPr wrap="square" lIns="0" tIns="0" rIns="0" bIns="0" rtlCol="0" anchor="t">
            <a:spAutoFit/>
          </a:bodyPr>
          <a:lstStyle/>
          <a:p>
            <a:pPr algn="l">
              <a:lnSpc>
                <a:spcPts val="3779"/>
              </a:lnSpc>
            </a:pPr>
            <a:r>
              <a:rPr lang="en-US" sz="2800" dirty="0" err="1">
                <a:solidFill>
                  <a:srgbClr val="12233B"/>
                </a:solidFill>
                <a:latin typeface="Aptos"/>
                <a:ea typeface="Aptos"/>
                <a:cs typeface="Aptos"/>
                <a:sym typeface="Aptos"/>
              </a:rPr>
              <a:t>i</a:t>
            </a:r>
            <a:r>
              <a:rPr lang="en-US" sz="2800" dirty="0">
                <a:solidFill>
                  <a:srgbClr val="12233B"/>
                </a:solidFill>
                <a:latin typeface="Aptos"/>
                <a:ea typeface="Aptos"/>
                <a:cs typeface="Aptos"/>
                <a:sym typeface="Aptos"/>
              </a:rPr>
              <a:t> and j label coordinates or components for comparison</a:t>
            </a:r>
          </a:p>
        </p:txBody>
      </p:sp>
      <p:sp>
        <p:nvSpPr>
          <p:cNvPr id="9" name="TextBox 9"/>
          <p:cNvSpPr txBox="1"/>
          <p:nvPr/>
        </p:nvSpPr>
        <p:spPr>
          <a:xfrm>
            <a:off x="9601200" y="3175121"/>
            <a:ext cx="7086600" cy="3200400"/>
          </a:xfrm>
          <a:prstGeom prst="rect">
            <a:avLst/>
          </a:prstGeom>
          <a:noFill/>
          <a:ln>
            <a:noFill/>
          </a:ln>
        </p:spPr>
        <p:style>
          <a:lnRef idx="2">
            <a:schemeClr val="accent1"/>
          </a:lnRef>
          <a:fillRef idx="1">
            <a:schemeClr val="lt1"/>
          </a:fillRef>
          <a:effectRef idx="0">
            <a:schemeClr val="accent1"/>
          </a:effectRef>
          <a:fontRef idx="minor">
            <a:schemeClr val="dk1"/>
          </a:fontRef>
        </p:style>
        <p:txBody>
          <a:bodyPr lIns="0" tIns="0" rIns="0" bIns="0" rtlCol="0" anchor="t">
            <a:spAutoFit/>
          </a:bodyPr>
          <a:lstStyle/>
          <a:p>
            <a:pPr algn="l">
              <a:lnSpc>
                <a:spcPts val="3779"/>
              </a:lnSpc>
            </a:pPr>
            <a:r>
              <a:rPr lang="en-US" sz="3150" dirty="0">
                <a:solidFill>
                  <a:srgbClr val="12233B"/>
                </a:solidFill>
                <a:latin typeface="Aptos"/>
                <a:ea typeface="Aptos"/>
                <a:cs typeface="Aptos"/>
                <a:sym typeface="Aptos"/>
              </a:rPr>
              <a:t>The matrix [δᵢⱼ] is the identity matrix.</a:t>
            </a:r>
          </a:p>
          <a:p>
            <a:pPr algn="l">
              <a:lnSpc>
                <a:spcPts val="3779"/>
              </a:lnSpc>
            </a:pPr>
            <a:r>
              <a:rPr lang="en-US" sz="3150" dirty="0">
                <a:solidFill>
                  <a:srgbClr val="12233B"/>
                </a:solidFill>
                <a:latin typeface="Aptos"/>
                <a:ea typeface="Aptos"/>
                <a:cs typeface="Aptos"/>
                <a:sym typeface="Aptos"/>
              </a:rPr>
              <a:t>A delta expression alone does not specify a random variable’s variance or independence.</a:t>
            </a:r>
          </a:p>
        </p:txBody>
      </p:sp>
      <p:sp>
        <p:nvSpPr>
          <p:cNvPr id="7" name="TextBox 6">
            <a:extLst>
              <a:ext uri="{FF2B5EF4-FFF2-40B4-BE49-F238E27FC236}">
                <a16:creationId xmlns:a16="http://schemas.microsoft.com/office/drawing/2014/main" id="{BEA13770-EE76-CB4C-F26C-C981B27477CA}"/>
              </a:ext>
            </a:extLst>
          </p:cNvPr>
          <p:cNvSpPr txBox="1"/>
          <p:nvPr/>
        </p:nvSpPr>
        <p:spPr>
          <a:xfrm>
            <a:off x="1234440" y="9258300"/>
            <a:ext cx="9144000" cy="646331"/>
          </a:xfrm>
          <a:prstGeom prst="rect">
            <a:avLst/>
          </a:prstGeom>
          <a:noFill/>
        </p:spPr>
        <p:txBody>
          <a:bodyPr wrap="square">
            <a:spAutoFit/>
          </a:bodyPr>
          <a:lstStyle/>
          <a:p>
            <a:r>
              <a:rPr lang="en-GB" dirty="0"/>
              <a:t>Source: Park et al. (2023) reading annotations, 12 October 2026; Kronecker-delta definition and standard linear-algebra interpretation.</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29EB340-25BD-4456-9471-B2C0D55C7E4C}"/>
                  </a:ext>
                </a:extLst>
              </p:cNvPr>
              <p:cNvSpPr txBox="1"/>
              <p:nvPr/>
            </p:nvSpPr>
            <p:spPr>
              <a:xfrm>
                <a:off x="9601200" y="6113047"/>
                <a:ext cx="7086600" cy="1068947"/>
              </a:xfrm>
              <a:prstGeom prst="rect">
                <a:avLst/>
              </a:prstGeom>
              <a:noFill/>
            </p:spPr>
            <p:txBody>
              <a:bodyPr wrap="square"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m:rPr>
                              <m:sty m:val="p"/>
                            </m:rPr>
                            <a:rPr lang="en-GB" sz="2400" b="0" i="1" smtClean="0">
                              <a:latin typeface="Cambria Math" panose="02040503050406030204" pitchFamily="18" charset="0"/>
                            </a:rPr>
                            <m:t>I</m:t>
                          </m:r>
                        </m:e>
                        <m:sub>
                          <m:r>
                            <a:rPr lang="en-GB" sz="2400" b="0" i="1" smtClean="0">
                              <a:latin typeface="Cambria Math" panose="02040503050406030204" pitchFamily="18" charset="0"/>
                            </a:rPr>
                            <m:t>3</m:t>
                          </m:r>
                        </m:sub>
                      </m:sSub>
                      <m:r>
                        <a:rPr lang="en-GB" sz="2400" b="0" i="1" smtClean="0">
                          <a:latin typeface="Cambria Math" panose="02040503050406030204" pitchFamily="18" charset="0"/>
                        </a:rPr>
                        <m:t>=</m:t>
                      </m:r>
                      <m:sSubSup>
                        <m:sSubSupPr>
                          <m:ctrlPr>
                            <a:rPr lang="en-GB" sz="2400" i="1" smtClean="0">
                              <a:latin typeface="Cambria Math" panose="02040503050406030204" pitchFamily="18" charset="0"/>
                              <a:ea typeface="Cambria Math" panose="02040503050406030204" pitchFamily="18" charset="0"/>
                            </a:rPr>
                          </m:ctrlPr>
                        </m:sSubSupPr>
                        <m:e>
                          <m:d>
                            <m:dPr>
                              <m:begChr m:val="⌈"/>
                              <m:endChr m:val="⌉"/>
                              <m:ctrlPr>
                                <a:rPr lang="en-GB" sz="2400" i="1" smtClean="0">
                                  <a:latin typeface="Cambria Math" panose="02040503050406030204" pitchFamily="18" charset="0"/>
                                  <a:ea typeface="Cambria Math" panose="02040503050406030204" pitchFamily="18" charset="0"/>
                                </a:rPr>
                              </m:ctrlPr>
                            </m:dPr>
                            <m:e>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𝛿</m:t>
                                  </m:r>
                                </m:e>
                                <m:sub>
                                  <m:r>
                                    <m:rPr>
                                      <m:sty m:val="p"/>
                                    </m:rPr>
                                    <a:rPr lang="en-GB" sz="2400" b="0" i="1" smtClean="0">
                                      <a:latin typeface="Cambria Math" panose="02040503050406030204" pitchFamily="18" charset="0"/>
                                    </a:rPr>
                                    <m:t>ij</m:t>
                                  </m:r>
                                </m:sub>
                              </m:sSub>
                            </m:e>
                          </m:d>
                        </m:e>
                        <m:sub>
                          <m:r>
                            <m:rPr>
                              <m:sty m:val="p"/>
                            </m:rPr>
                            <a:rPr lang="en-GB" sz="2400" b="0" i="1" smtClean="0">
                              <a:latin typeface="Cambria Math" panose="02040503050406030204" pitchFamily="18" charset="0"/>
                            </a:rPr>
                            <m:t>i</m:t>
                          </m:r>
                          <m:r>
                            <a:rPr lang="en-GB" sz="2400" b="0" i="1" smtClean="0">
                              <a:latin typeface="Cambria Math" panose="02040503050406030204" pitchFamily="18" charset="0"/>
                            </a:rPr>
                            <m:t>,</m:t>
                          </m:r>
                          <m:r>
                            <m:rPr>
                              <m:sty m:val="p"/>
                            </m:rPr>
                            <a:rPr lang="en-GB" sz="2400" b="0" i="1" smtClean="0">
                              <a:latin typeface="Cambria Math" panose="02040503050406030204" pitchFamily="18" charset="0"/>
                            </a:rPr>
                            <m:t>j</m:t>
                          </m:r>
                          <m:r>
                            <a:rPr lang="en-GB" sz="2400" b="0" i="1" smtClean="0">
                              <a:latin typeface="Cambria Math" panose="02040503050406030204" pitchFamily="18" charset="0"/>
                            </a:rPr>
                            <m:t>=1</m:t>
                          </m:r>
                        </m:sub>
                        <m:sup>
                          <m:r>
                            <a:rPr lang="en-GB" sz="2400" b="0" i="1" smtClean="0">
                              <a:latin typeface="Cambria Math" panose="02040503050406030204" pitchFamily="18" charset="0"/>
                            </a:rPr>
                            <m:t>3</m:t>
                          </m:r>
                        </m:sup>
                      </m:sSubSup>
                      <m:r>
                        <a:rPr lang="en-GB" sz="2400" b="0" i="1" smtClean="0">
                          <a:latin typeface="Cambria Math" panose="02040503050406030204" pitchFamily="18" charset="0"/>
                        </a:rPr>
                        <m:t>=</m:t>
                      </m:r>
                      <m:d>
                        <m:dPr>
                          <m:ctrlPr>
                            <a:rPr lang="en-GB" sz="2400" b="0" i="1" smtClean="0">
                              <a:latin typeface="Cambria Math" panose="02040503050406030204" pitchFamily="18" charset="0"/>
                            </a:rPr>
                          </m:ctrlPr>
                        </m:dPr>
                        <m:e>
                          <m:m>
                            <m:mPr>
                              <m:mcs>
                                <m:mc>
                                  <m:mcPr>
                                    <m:count m:val="3"/>
                                    <m:mcJc m:val="center"/>
                                  </m:mcPr>
                                </m:mc>
                              </m:mcs>
                              <m:ctrlPr>
                                <a:rPr lang="en-GB" sz="2400" b="0" i="1" smtClean="0">
                                  <a:latin typeface="Cambria Math" panose="02040503050406030204" pitchFamily="18" charset="0"/>
                                </a:rPr>
                              </m:ctrlPr>
                            </m:mPr>
                            <m:mr>
                              <m:e>
                                <m:r>
                                  <m:rPr>
                                    <m:brk m:alnAt="7"/>
                                  </m:rPr>
                                  <a:rPr lang="en-GB" sz="2400" b="0" i="1" smtClean="0">
                                    <a:latin typeface="Cambria Math" panose="02040503050406030204" pitchFamily="18" charset="0"/>
                                  </a:rPr>
                                  <m:t>1</m:t>
                                </m:r>
                              </m:e>
                              <m:e>
                                <m:r>
                                  <a:rPr lang="en-GB" sz="2400" b="0" i="1" smtClean="0">
                                    <a:latin typeface="Cambria Math" panose="02040503050406030204" pitchFamily="18" charset="0"/>
                                  </a:rPr>
                                  <m:t>0</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1</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0</m:t>
                                </m:r>
                              </m:e>
                              <m:e>
                                <m:r>
                                  <a:rPr lang="en-GB" sz="2400" b="0" i="1" smtClean="0">
                                    <a:latin typeface="Cambria Math" panose="02040503050406030204" pitchFamily="18" charset="0"/>
                                  </a:rPr>
                                  <m:t>1</m:t>
                                </m:r>
                              </m:e>
                            </m:mr>
                          </m:m>
                        </m:e>
                      </m:d>
                    </m:oMath>
                  </m:oMathPara>
                </a14:m>
                <a:endParaRPr lang="en-GB" sz="2400" dirty="0"/>
              </a:p>
            </p:txBody>
          </p:sp>
        </mc:Choice>
        <mc:Fallback xmlns="">
          <p:sp>
            <p:nvSpPr>
              <p:cNvPr id="11" name="TextBox 10">
                <a:extLst>
                  <a:ext uri="{FF2B5EF4-FFF2-40B4-BE49-F238E27FC236}">
                    <a16:creationId xmlns:a16="http://schemas.microsoft.com/office/drawing/2014/main" id="{B29EB340-25BD-4456-9471-B2C0D55C7E4C}"/>
                  </a:ext>
                </a:extLst>
              </p:cNvPr>
              <p:cNvSpPr txBox="1">
                <a:spLocks noRot="1" noChangeAspect="1" noMove="1" noResize="1" noEditPoints="1" noAdjustHandles="1" noChangeArrowheads="1" noChangeShapeType="1" noTextEdit="1"/>
              </p:cNvSpPr>
              <p:nvPr/>
            </p:nvSpPr>
            <p:spPr>
              <a:xfrm>
                <a:off x="9601200" y="6113047"/>
                <a:ext cx="7086600" cy="1068947"/>
              </a:xfrm>
              <a:prstGeom prst="rect">
                <a:avLst/>
              </a:prstGeom>
              <a:blipFill>
                <a:blip r:embed="rId4"/>
                <a:stretch>
                  <a:fillRect/>
                </a:stretch>
              </a:blipFill>
            </p:spPr>
            <p:txBody>
              <a:bodyPr/>
              <a:lstStyle/>
              <a:p>
                <a:r>
                  <a:rPr lang="en-GB">
                    <a:noFill/>
                  </a:rPr>
                  <a:t> </a:t>
                </a:r>
              </a:p>
            </p:txBody>
          </p:sp>
        </mc:Fallback>
      </mc:AlternateContent>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xmlns:a14="http://schemas.microsoft.com/office/drawing/2010/main">
        <mc:Choice Requires="a14">
          <p:sp>
            <p:nvSpPr>
              <p:cNvPr id="10" name="EDITABLE POWERPOINT EQUATION | Covariance and Kronecker identity"/>
              <p:cNvSpPr txBox="1"/>
              <p:nvPr/>
            </p:nvSpPr>
            <p:spPr>
              <a:xfrm>
                <a:off x="1234440" y="3429000"/>
                <a:ext cx="715060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0" name="EDITABLE POWERPOINT EQUATION | Covariance and Kronecker identity"/>
              <p:cNvSpPr txBox="1">
                <a:spLocks noRot="1" noChangeAspect="1" noMove="1" noResize="1" noEditPoints="1" noAdjustHandles="1" noChangeArrowheads="1" noChangeShapeType="1" noTextEdit="1"/>
              </p:cNvSpPr>
              <p:nvPr/>
            </p:nvSpPr>
            <p:spPr>
              <a:xfrm>
                <a:off x="1234440" y="3429000"/>
                <a:ext cx="7150608" cy="96012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xmlns:a14="http://schemas.microsoft.com/office/drawing/2010/main">
        <mc:Choice Requires="a14">
          <p:sp>
            <p:nvSpPr>
              <p:cNvPr id="15" name="EDITABLE POWERPOINT EQUATION | Partial derivative identity"/>
              <p:cNvSpPr txBox="1"/>
              <p:nvPr/>
            </p:nvSpPr>
            <p:spPr>
              <a:xfrm>
                <a:off x="1234440" y="3429000"/>
                <a:ext cx="2852928" cy="960120"/>
              </a:xfrm>
              <a:prstGeom prst="rect">
                <a:avLst/>
              </a:prstGeom>
              <a:noFill/>
            </p:spPr>
            <p:txBody>
              <a:bodyPr wrap="none" lIns="0" tIns="0" rIns="0" bIns="0" anchor="ctr">
                <a:spAutoFit/>
              </a:bodyPr>
              <a:lstStyle/>
              <a:p>
                <a:pPr algn="ctr"/>
                <a14:m>
                  <m:oMathPara xmlns:m="http://schemas.openxmlformats.org/officeDocument/2006/math">
                    <m:oMath>
                      <m:f>
                        <m:fPr>
                          <m:ctrlPr>
                            <a:rPr>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5" name="EDITABLE POWERPOINT EQUATION | Partial derivative identity"/>
              <p:cNvSpPr txBox="1">
                <a:spLocks noRot="1" noChangeAspect="1" noMove="1" noResize="1" noEditPoints="1" noAdjustHandles="1" noChangeArrowheads="1" noChangeShapeType="1" noTextEdit="1"/>
              </p:cNvSpPr>
              <p:nvPr/>
            </p:nvSpPr>
            <p:spPr>
              <a:xfrm>
                <a:off x="1234440" y="3429000"/>
                <a:ext cx="285292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EDITABLE POWERPOINT EQUATION | Variance identity"/>
              <p:cNvSpPr txBox="1"/>
              <p:nvPr/>
            </p:nvSpPr>
            <p:spPr>
              <a:xfrm>
                <a:off x="9326880" y="3429000"/>
                <a:ext cx="7205472"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xmlns="">
          <p:sp>
            <p:nvSpPr>
              <p:cNvPr id="16" name="EDITABLE POWERPOINT EQUATION | Variance identity"/>
              <p:cNvSpPr txBox="1">
                <a:spLocks noRot="1" noChangeAspect="1" noMove="1" noResize="1" noEditPoints="1" noAdjustHandles="1" noChangeArrowheads="1" noChangeShapeType="1" noTextEdit="1"/>
              </p:cNvSpPr>
              <p:nvPr/>
            </p:nvSpPr>
            <p:spPr>
              <a:xfrm>
                <a:off x="9326880" y="3429000"/>
                <a:ext cx="7205472" cy="960120"/>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xmlns:a14="http://schemas.microsoft.com/office/drawing/2010/main">
        <mc:Choice Requires="a14">
          <p:sp>
            <p:nvSpPr>
              <p:cNvPr id="17" name="EDITABLE POWERPOINT EQUATION | Online update"/>
              <p:cNvSpPr txBox="1"/>
              <p:nvPr/>
            </p:nvSpPr>
            <p:spPr>
              <a:xfrm>
                <a:off x="1234440" y="7269480"/>
                <a:ext cx="6080760" cy="685800"/>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 = </m:t>
                      </m:r>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xmlns="">
          <p:sp>
            <p:nvSpPr>
              <p:cNvPr id="17" name="EDITABLE POWERPOINT EQUATION | Online update"/>
              <p:cNvSpPr txBox="1">
                <a:spLocks noRot="1" noChangeAspect="1" noMove="1" noResize="1" noEditPoints="1" noAdjustHandles="1" noChangeArrowheads="1" noChangeShapeType="1" noTextEdit="1"/>
              </p:cNvSpPr>
              <p:nvPr/>
            </p:nvSpPr>
            <p:spPr>
              <a:xfrm>
                <a:off x="1234440" y="7269480"/>
                <a:ext cx="6080760" cy="685800"/>
              </a:xfrm>
              <a:prstGeom prst="rect">
                <a:avLst/>
              </a:prstGeom>
              <a:blipFill>
                <a:blip r:embed="rId5"/>
                <a:stretch>
                  <a:fillRect/>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xmlns:a14="http://schemas.microsoft.com/office/drawing/2010/main">
        <mc:Choice Requires="a14">
          <p:sp>
            <p:nvSpPr>
              <p:cNvPr id="10" name="EDITABLE POWERPOINT EQUATION | Vanishing wavelet moments"/>
              <p:cNvSpPr txBox="1"/>
              <p:nvPr/>
            </p:nvSpPr>
            <p:spPr>
              <a:xfrm>
                <a:off x="1234440" y="3502152"/>
                <a:ext cx="7342631" cy="82296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 </m:t>
                      </m:r>
                      <m:sSup>
                        <m:sSupPr>
                          <m:ctrlPr>
                            <a:rPr>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0,     </m:t>
                      </m:r>
                      <m:r>
                        <a:rPr>
                          <a:latin typeface="Cambria Math" panose="02040503050406030204" pitchFamily="18" charset="0"/>
                        </a:rPr>
                        <m:t>𝑚</m:t>
                      </m:r>
                      <m:r>
                        <a:rPr>
                          <a:latin typeface="Cambria Math" panose="02040503050406030204" pitchFamily="18" charset="0"/>
                        </a:rPr>
                        <m:t> = 0,…,</m:t>
                      </m:r>
                      <m:r>
                        <a:rPr>
                          <a:latin typeface="Cambria Math" panose="02040503050406030204" pitchFamily="18" charset="0"/>
                        </a:rPr>
                        <m:t>𝑁</m:t>
                      </m:r>
                      <m:r>
                        <a:rPr>
                          <a:latin typeface="Cambria Math" panose="02040503050406030204" pitchFamily="18" charset="0"/>
                        </a:rPr>
                        <m:t> − 1</m:t>
                      </m:r>
                    </m:oMath>
                  </m:oMathPara>
                </a14:m>
                <a:endParaRPr lang="en-GB" sz="2400">
                  <a:solidFill>
                    <a:srgbClr val="14233B"/>
                  </a:solidFill>
                </a:endParaRPr>
              </a:p>
            </p:txBody>
          </p:sp>
        </mc:Choice>
        <mc:Fallback xmlns="">
          <p:sp>
            <p:nvSpPr>
              <p:cNvPr id="10" name="EDITABLE POWERPOINT EQUATION | Vanishing wavelet moments"/>
              <p:cNvSpPr txBox="1">
                <a:spLocks noRot="1" noChangeAspect="1" noMove="1" noResize="1" noEditPoints="1" noAdjustHandles="1" noChangeArrowheads="1" noChangeShapeType="1" noTextEdit="1"/>
              </p:cNvSpPr>
              <p:nvPr/>
            </p:nvSpPr>
            <p:spPr>
              <a:xfrm>
                <a:off x="1234440" y="3502152"/>
                <a:ext cx="7342631"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xmlns:a14="http://schemas.microsoft.com/office/drawing/2010/main">
        <mc:Choice Requires="a14">
          <p:sp>
            <p:nvSpPr>
              <p:cNvPr id="11" name="EDITABLE POWERPOINT EQUATION | Linear transformation and covariance"/>
              <p:cNvSpPr txBox="1"/>
              <p:nvPr/>
            </p:nvSpPr>
            <p:spPr>
              <a:xfrm>
                <a:off x="1234440" y="3355848"/>
                <a:ext cx="1208836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xmlns="">
          <p:sp>
            <p:nvSpPr>
              <p:cNvPr id="11" name="EDITABLE POWERPOINT EQUATION | Linear transformation and covariance"/>
              <p:cNvSpPr txBox="1">
                <a:spLocks noRot="1" noChangeAspect="1" noMove="1" noResize="1" noEditPoints="1" noAdjustHandles="1" noChangeArrowheads="1" noChangeShapeType="1" noTextEdit="1"/>
              </p:cNvSpPr>
              <p:nvPr/>
            </p:nvSpPr>
            <p:spPr>
              <a:xfrm>
                <a:off x="1234440" y="3355848"/>
                <a:ext cx="1208836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rrelation construction"/>
              <p:cNvSpPr txBox="1"/>
              <p:nvPr/>
            </p:nvSpPr>
            <p:spPr>
              <a:xfrm>
                <a:off x="1234440" y="4873752"/>
                <a:ext cx="13716000" cy="987552"/>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xmlns="">
          <p:sp>
            <p:nvSpPr>
              <p:cNvPr id="12" name="EDITABLE POWERPOINT EQUATION | Correlation construction"/>
              <p:cNvSpPr txBox="1">
                <a:spLocks noRot="1" noChangeAspect="1" noMove="1" noResize="1" noEditPoints="1" noAdjustHandles="1" noChangeArrowheads="1" noChangeShapeType="1" noTextEdit="1"/>
              </p:cNvSpPr>
              <p:nvPr/>
            </p:nvSpPr>
            <p:spPr>
              <a:xfrm>
                <a:off x="1234440" y="4873752"/>
                <a:ext cx="13716000" cy="987552"/>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1"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xmlns="">
          <p:sp>
            <p:nvSpPr>
              <p:cNvPr id="23" name="EDITABLE POWERPOINT EQUATION | CSP spatial filter"/>
              <p:cNvSpPr txBox="1">
                <a:spLocks noRot="1" noChangeAspect="1" noMove="1" noResize="1" noEditPoints="1" noAdjustHandles="1" noChangeArrowheads="1" noChangeShapeType="1" noTextEdit="1"/>
              </p:cNvSpPr>
              <p:nvPr/>
            </p:nvSpPr>
            <p:spPr>
              <a:xfrm>
                <a:off x="1033271" y="3703320"/>
                <a:ext cx="2423160" cy="40233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xmlns="">
          <p:sp>
            <p:nvSpPr>
              <p:cNvPr id="24" name="EDITABLE POWERPOINT EQUATION | Normalised CSP log-variance feature"/>
              <p:cNvSpPr txBox="1">
                <a:spLocks noRot="1" noChangeAspect="1" noMove="1" noResize="1" noEditPoints="1" noAdjustHandles="1" noChangeArrowheads="1" noChangeShapeType="1" noTextEdit="1"/>
              </p:cNvSpPr>
              <p:nvPr/>
            </p:nvSpPr>
            <p:spPr>
              <a:xfrm>
                <a:off x="1033271" y="5157216"/>
                <a:ext cx="5138928" cy="1115568"/>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5" name="EDITABLE POWERPOINT EQUATION | PCA projection and first component"/>
              <p:cNvSpPr txBox="1">
                <a:spLocks noRot="1" noChangeAspect="1" noMove="1" noResize="1" noEditPoints="1" noAdjustHandles="1" noChangeArrowheads="1" noChangeShapeType="1" noTextEdit="1"/>
              </p:cNvSpPr>
              <p:nvPr/>
            </p:nvSpPr>
            <p:spPr>
              <a:xfrm>
                <a:off x="1033271" y="7333488"/>
                <a:ext cx="5760720" cy="603504"/>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xmlns:a14="http://schemas.microsoft.com/office/drawing/2010/main">
        <mc:Choice Requires="a14">
          <p:sp>
            <p:nvSpPr>
              <p:cNvPr id="22" name="EDITABLE POWERPOINT EQUATION | Representation and adaptation"/>
              <p:cNvSpPr txBox="1"/>
              <p:nvPr/>
            </p:nvSpPr>
            <p:spPr>
              <a:xfrm>
                <a:off x="1097280" y="2798064"/>
                <a:ext cx="16111728" cy="1344168"/>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𝑔</m:t>
                          </m:r>
                        </m:e>
                        <m:sub>
                          <m:sSub>
                            <m:sSubPr>
                              <m:ctrlPr>
                                <a:rPr>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xmlns="">
          <p:sp>
            <p:nvSpPr>
              <p:cNvPr id="22" name="EDITABLE POWERPOINT EQUATION | Representation and adaptation"/>
              <p:cNvSpPr txBox="1">
                <a:spLocks noRot="1" noChangeAspect="1" noMove="1" noResize="1" noEditPoints="1" noAdjustHandles="1" noChangeArrowheads="1" noChangeShapeType="1" noTextEdit="1"/>
              </p:cNvSpPr>
              <p:nvPr/>
            </p:nvSpPr>
            <p:spPr>
              <a:xfrm>
                <a:off x="1097280" y="2798064"/>
                <a:ext cx="16111728" cy="1344168"/>
              </a:xfrm>
              <a:prstGeom prst="rect">
                <a:avLst/>
              </a:prstGeom>
              <a:blipFill>
                <a:blip r:embed="rId3"/>
                <a:stretch>
                  <a:fillRect/>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(1−</m:t>
                      </m:r>
                      <m:r>
                        <a:rPr>
                          <a:latin typeface="Cambria Math" panose="02040503050406030204" pitchFamily="18" charset="0"/>
                        </a:rPr>
                        <m:t>𝜆</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6" name="EDITABLE POWERPOINT EQUATION | EWMA statistic and innovation"/>
              <p:cNvSpPr txBox="1">
                <a:spLocks noRot="1" noChangeAspect="1" noMove="1" noResize="1" noEditPoints="1" noAdjustHandles="1" noChangeArrowheads="1" noChangeShapeType="1" noTextEdit="1"/>
              </p:cNvSpPr>
              <p:nvPr/>
            </p:nvSpPr>
            <p:spPr>
              <a:xfrm>
                <a:off x="1033271" y="3749039"/>
                <a:ext cx="7406640" cy="49377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7" name="EDITABLE POWERPOINT EQUATION | EWMA upper and lower control limits"/>
              <p:cNvSpPr txBox="1">
                <a:spLocks noRot="1" noChangeAspect="1" noMove="1" noResize="1" noEditPoints="1" noAdjustHandles="1" noChangeArrowheads="1" noChangeShapeType="1" noTextEdit="1"/>
              </p:cNvSpPr>
              <p:nvPr/>
            </p:nvSpPr>
            <p:spPr>
              <a:xfrm>
                <a:off x="1033271" y="5193792"/>
                <a:ext cx="8641080" cy="484632"/>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(1−</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xmlns="">
          <p:sp>
            <p:nvSpPr>
              <p:cNvPr id="28" name="EDITABLE POWERPOINT EQUATION | Variance EWMA recurrence"/>
              <p:cNvSpPr txBox="1">
                <a:spLocks noRot="1" noChangeAspect="1" noMove="1" noResize="1" noEditPoints="1" noAdjustHandles="1" noChangeArrowheads="1" noChangeShapeType="1" noTextEdit="1"/>
              </p:cNvSpPr>
              <p:nvPr/>
            </p:nvSpPr>
            <p:spPr>
              <a:xfrm>
                <a:off x="1033271" y="6556248"/>
                <a:ext cx="5513832"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xmlns="">
          <p:sp>
            <p:nvSpPr>
              <p:cNvPr id="29" name="EDITABLE POWERPOINT EQUATION | Two-sample Hotelling T squared"/>
              <p:cNvSpPr txBox="1">
                <a:spLocks noRot="1" noChangeAspect="1" noMove="1" noResize="1" noEditPoints="1" noAdjustHandles="1" noChangeArrowheads="1" noChangeShapeType="1" noTextEdit="1"/>
              </p:cNvSpPr>
              <p:nvPr/>
            </p:nvSpPr>
            <p:spPr>
              <a:xfrm>
                <a:off x="10085832" y="3977639"/>
                <a:ext cx="6620256" cy="676656"/>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𝑝</m:t>
                      </m:r>
                      <m:r>
                        <a:rPr>
                          <a:latin typeface="Cambria Math" panose="02040503050406030204" pitchFamily="18" charset="0"/>
                        </a:rPr>
                        <m:t> &lt;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− 1 &gt; 0</m:t>
                      </m:r>
                    </m:oMath>
                  </m:oMathPara>
                </a14:m>
                <a:endParaRPr lang="en-GB" sz="1800">
                  <a:solidFill>
                    <a:srgbClr val="14233B"/>
                  </a:solidFill>
                </a:endParaRPr>
              </a:p>
            </p:txBody>
          </p:sp>
        </mc:Choice>
        <mc:Fallback xmlns="">
          <p:sp>
            <p:nvSpPr>
              <p:cNvPr id="30" name="EDITABLE POWERPOINT EQUATION | Detection threshold and degrees of freedom"/>
              <p:cNvSpPr txBox="1">
                <a:spLocks noRot="1" noChangeAspect="1" noMove="1" noResize="1" noEditPoints="1" noAdjustHandles="1" noChangeArrowheads="1" noChangeShapeType="1" noTextEdit="1"/>
              </p:cNvSpPr>
              <p:nvPr/>
            </p:nvSpPr>
            <p:spPr>
              <a:xfrm>
                <a:off x="10149840" y="5843016"/>
                <a:ext cx="5660136" cy="512064"/>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xmlns:a14="http://schemas.microsoft.com/office/drawing/2010/main">
        <mc:Choice Requires="a14">
          <p:sp>
            <p:nvSpPr>
              <p:cNvPr id="12" name="EDITABLE POWERPOINT EQUATION | One-sample online T squared"/>
              <p:cNvSpPr txBox="1"/>
              <p:nvPr/>
            </p:nvSpPr>
            <p:spPr>
              <a:xfrm>
                <a:off x="1234440" y="3502152"/>
                <a:ext cx="6364224" cy="886968"/>
              </a:xfrm>
              <a:prstGeom prst="rect">
                <a:avLst/>
              </a:prstGeom>
              <a:no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−1</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xmlns="">
          <p:sp>
            <p:nvSpPr>
              <p:cNvPr id="12" name="EDITABLE POWERPOINT EQUATION | One-sample online T squared"/>
              <p:cNvSpPr txBox="1">
                <a:spLocks noRot="1" noChangeAspect="1" noMove="1" noResize="1" noEditPoints="1" noAdjustHandles="1" noChangeArrowheads="1" noChangeShapeType="1" noTextEdit="1"/>
              </p:cNvSpPr>
              <p:nvPr/>
            </p:nvSpPr>
            <p:spPr>
              <a:xfrm>
                <a:off x="1234440" y="3502152"/>
                <a:ext cx="6364224" cy="88696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xmlns:a14="http://schemas.microsoft.com/office/drawing/2010/main">
        <mc:Choice Requires="a14">
          <p:sp>
            <p:nvSpPr>
              <p:cNvPr id="13" name="EDITABLE POWERPOINT EQUATION | Pooled two-sample Hotelling"/>
              <p:cNvSpPr txBox="1"/>
              <p:nvPr/>
            </p:nvSpPr>
            <p:spPr>
              <a:xfrm>
                <a:off x="1234440" y="6035040"/>
                <a:ext cx="7872983" cy="960120"/>
              </a:xfrm>
              <a:prstGeom prst="rect">
                <a:avLst/>
              </a:prstGeom>
              <a:no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xmlns="">
          <p:sp>
            <p:nvSpPr>
              <p:cNvPr id="13" name="EDITABLE POWERPOINT EQUATION | Pooled two-sample Hotelling"/>
              <p:cNvSpPr txBox="1">
                <a:spLocks noRot="1" noChangeAspect="1" noMove="1" noResize="1" noEditPoints="1" noAdjustHandles="1" noChangeArrowheads="1" noChangeShapeType="1" noTextEdit="1"/>
              </p:cNvSpPr>
              <p:nvPr/>
            </p:nvSpPr>
            <p:spPr>
              <a:xfrm>
                <a:off x="1234440" y="6035040"/>
                <a:ext cx="7872983"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dirty="0">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dirty="0">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xmlns:a14="http://schemas.microsoft.com/office/drawing/2010/main">
        <mc:Choice Requires="a14">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dirty="0">
                  <a:solidFill>
                    <a:srgbClr val="14233B"/>
                  </a:solidFill>
                </a:endParaRPr>
              </a:p>
            </p:txBody>
          </p:sp>
        </mc:Choice>
        <mc:Fallback xmlns="">
          <p:sp>
            <p:nvSpPr>
              <p:cNvPr id="10" name="EDITABLE POWERPOINT EQUATION | Unpooled covariance weighted mean difference"/>
              <p:cNvSpPr txBox="1">
                <a:spLocks noRot="1" noChangeAspect="1" noMove="1" noResize="1" noEditPoints="1" noAdjustHandles="1" noChangeArrowheads="1" noChangeShapeType="1" noTextEdit="1"/>
              </p:cNvSpPr>
              <p:nvPr/>
            </p:nvSpPr>
            <p:spPr>
              <a:xfrm>
                <a:off x="1234440" y="3429000"/>
                <a:ext cx="8257031" cy="102412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xmlns:a14="http://schemas.microsoft.com/office/drawing/2010/main">
        <mc:Choice Requires="a14">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xmlns="">
          <p:sp>
            <p:nvSpPr>
              <p:cNvPr id="22" name="EDITABLE POWERPOINT EQUATION | CUSUM auxiliary quantity"/>
              <p:cNvSpPr txBox="1">
                <a:spLocks noRot="1" noChangeAspect="1" noMove="1" noResize="1" noEditPoints="1" noAdjustHandles="1" noChangeArrowheads="1" noChangeShapeType="1" noTextEdit="1"/>
              </p:cNvSpPr>
              <p:nvPr/>
            </p:nvSpPr>
            <p:spPr>
              <a:xfrm>
                <a:off x="14785848" y="8732520"/>
                <a:ext cx="1216152" cy="365760"/>
              </a:xfrm>
              <a:prstGeom prst="rect">
                <a:avLst/>
              </a:prstGeom>
              <a:blipFill>
                <a:blip r:embed="rId3"/>
                <a:stretch>
                  <a:fillRect l="-1508" b="-10000"/>
                </a:stretch>
              </a:blipFill>
            </p:spPr>
            <p:txBody>
              <a:bodyPr/>
              <a:lstStyle/>
              <a:p>
                <a:r>
                  <a:rPr lang="en-GB">
                    <a:noFill/>
                  </a:rPr>
                  <a:t> </a:t>
                </a:r>
              </a:p>
            </p:txBody>
          </p:sp>
        </mc:Fallback>
      </mc:AlternateContent>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a:extLst>
            <a:ext uri="{FF2B5EF4-FFF2-40B4-BE49-F238E27FC236}">
              <a16:creationId xmlns:a16="http://schemas.microsoft.com/office/drawing/2014/main" id="{7D05AFB8-BFD5-C9B5-A793-5FD89D2ACF90}"/>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0B6BF9D-50B6-F534-8130-8B2D5EBAF546}"/>
              </a:ext>
            </a:extLst>
          </p:cNvPr>
          <p:cNvSpPr txBox="1"/>
          <p:nvPr/>
        </p:nvSpPr>
        <p:spPr>
          <a:xfrm>
            <a:off x="838200" y="485013"/>
            <a:ext cx="16459200" cy="307777"/>
          </a:xfrm>
          <a:prstGeom prst="rect">
            <a:avLst/>
          </a:prstGeom>
        </p:spPr>
        <p:txBody>
          <a:bodyPr lIns="0" tIns="0" rIns="0" bIns="0" rtlCol="0" anchor="t">
            <a:spAutoFit/>
          </a:bodyPr>
          <a:lstStyle>
            <a:defPPr>
              <a:defRPr lang="en-US"/>
            </a:defPPr>
            <a:lvl1pPr>
              <a:defRPr sz="1950" b="1">
                <a:solidFill>
                  <a:srgbClr val="78D8CC"/>
                </a:solidFill>
                <a:latin typeface="DejaVu Sans Bold"/>
                <a:ea typeface="DejaVu Sans Bold"/>
                <a:cs typeface="DejaVu Sans Bold"/>
              </a:defRPr>
            </a:lvl1pPr>
          </a:lstStyle>
          <a:p>
            <a:r>
              <a:rPr lang="en-US" dirty="0">
                <a:sym typeface="DejaVu Sans Bold"/>
              </a:rPr>
              <a:t>MANUSCRIPT EVIDENCE · </a:t>
            </a:r>
            <a:r>
              <a:rPr lang="en-GB" dirty="0"/>
              <a:t>PARK ET AL. (2023) EXTENSION</a:t>
            </a:r>
            <a:endParaRPr lang="en-US" dirty="0">
              <a:sym typeface="DejaVu Sans Bold"/>
            </a:endParaRPr>
          </a:p>
        </p:txBody>
      </p:sp>
      <p:sp>
        <p:nvSpPr>
          <p:cNvPr id="3" name="TextBox 3">
            <a:extLst>
              <a:ext uri="{FF2B5EF4-FFF2-40B4-BE49-F238E27FC236}">
                <a16:creationId xmlns:a16="http://schemas.microsoft.com/office/drawing/2014/main" id="{031A46FA-5644-B21B-51EC-B65E5B8669F4}"/>
              </a:ext>
            </a:extLst>
          </p:cNvPr>
          <p:cNvSpPr txBox="1"/>
          <p:nvPr/>
        </p:nvSpPr>
        <p:spPr>
          <a:xfrm>
            <a:off x="838200" y="1190997"/>
            <a:ext cx="16459200" cy="597536"/>
          </a:xfrm>
          <a:prstGeom prst="rect">
            <a:avLst/>
          </a:prstGeom>
        </p:spPr>
        <p:txBody>
          <a:bodyPr lIns="0" tIns="0" rIns="0" bIns="0" rtlCol="0" anchor="t">
            <a:spAutoFit/>
          </a:bodyPr>
          <a:lstStyle/>
          <a:p>
            <a:pPr algn="l">
              <a:lnSpc>
                <a:spcPts val="4860"/>
              </a:lnSpc>
            </a:pPr>
            <a:r>
              <a:rPr lang="en-US" sz="4050" b="1" dirty="0">
                <a:solidFill>
                  <a:srgbClr val="EAF2F8"/>
                </a:solidFill>
                <a:latin typeface="DejaVu Sans Bold"/>
                <a:ea typeface="DejaVu Sans Bold"/>
                <a:cs typeface="DejaVu Sans Bold"/>
                <a:sym typeface="DejaVu Sans Bold"/>
              </a:rPr>
              <a:t>CPSS versus Park Binary</a:t>
            </a:r>
          </a:p>
        </p:txBody>
      </p:sp>
      <p:sp>
        <p:nvSpPr>
          <p:cNvPr id="5" name="TextBox 5">
            <a:extLst>
              <a:ext uri="{FF2B5EF4-FFF2-40B4-BE49-F238E27FC236}">
                <a16:creationId xmlns:a16="http://schemas.microsoft.com/office/drawing/2014/main" id="{8B8A68EA-FDA8-EBB7-1D24-4D3F5F64D048}"/>
              </a:ext>
            </a:extLst>
          </p:cNvPr>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1" name="TextBox 11">
            <a:extLst>
              <a:ext uri="{FF2B5EF4-FFF2-40B4-BE49-F238E27FC236}">
                <a16:creationId xmlns:a16="http://schemas.microsoft.com/office/drawing/2014/main" id="{8DE0801C-AF00-71C6-B0D5-6D8DB83AD197}"/>
              </a:ext>
            </a:extLst>
          </p:cNvPr>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pic>
        <p:nvPicPr>
          <p:cNvPr id="13" name="Picture 12">
            <a:extLst>
              <a:ext uri="{FF2B5EF4-FFF2-40B4-BE49-F238E27FC236}">
                <a16:creationId xmlns:a16="http://schemas.microsoft.com/office/drawing/2014/main" id="{8A733F1E-7B60-290E-C004-3B666A75EE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5381" y="2019300"/>
            <a:ext cx="9482666" cy="5334000"/>
          </a:xfrm>
          <a:prstGeom prst="rect">
            <a:avLst/>
          </a:prstGeom>
        </p:spPr>
      </p:pic>
      <p:graphicFrame>
        <p:nvGraphicFramePr>
          <p:cNvPr id="14" name="Table 13">
            <a:extLst>
              <a:ext uri="{FF2B5EF4-FFF2-40B4-BE49-F238E27FC236}">
                <a16:creationId xmlns:a16="http://schemas.microsoft.com/office/drawing/2014/main" id="{818B685D-994C-ADA3-FF7E-F97592350F7C}"/>
              </a:ext>
            </a:extLst>
          </p:cNvPr>
          <p:cNvGraphicFramePr>
            <a:graphicFrameLocks noGrp="1"/>
          </p:cNvGraphicFramePr>
          <p:nvPr>
            <p:extLst>
              <p:ext uri="{D42A27DB-BD31-4B8C-83A1-F6EECF244321}">
                <p14:modId xmlns:p14="http://schemas.microsoft.com/office/powerpoint/2010/main" val="1876118058"/>
              </p:ext>
            </p:extLst>
          </p:nvPr>
        </p:nvGraphicFramePr>
        <p:xfrm>
          <a:off x="11430000" y="3570220"/>
          <a:ext cx="5791200" cy="2225040"/>
        </p:xfrm>
        <a:graphic>
          <a:graphicData uri="http://schemas.openxmlformats.org/drawingml/2006/table">
            <a:tbl>
              <a:tblPr firstRow="1" bandRow="1">
                <a:tableStyleId>{5C22544A-7EE6-4342-B048-85BDC9FD1C3A}</a:tableStyleId>
              </a:tblPr>
              <a:tblGrid>
                <a:gridCol w="2667000">
                  <a:extLst>
                    <a:ext uri="{9D8B030D-6E8A-4147-A177-3AD203B41FA5}">
                      <a16:colId xmlns:a16="http://schemas.microsoft.com/office/drawing/2014/main" val="100717233"/>
                    </a:ext>
                  </a:extLst>
                </a:gridCol>
                <a:gridCol w="1524000">
                  <a:extLst>
                    <a:ext uri="{9D8B030D-6E8A-4147-A177-3AD203B41FA5}">
                      <a16:colId xmlns:a16="http://schemas.microsoft.com/office/drawing/2014/main" val="123809736"/>
                    </a:ext>
                  </a:extLst>
                </a:gridCol>
                <a:gridCol w="1600200">
                  <a:extLst>
                    <a:ext uri="{9D8B030D-6E8A-4147-A177-3AD203B41FA5}">
                      <a16:colId xmlns:a16="http://schemas.microsoft.com/office/drawing/2014/main" val="121838568"/>
                    </a:ext>
                  </a:extLst>
                </a:gridCol>
              </a:tblGrid>
              <a:tr h="370840">
                <a:tc>
                  <a:txBody>
                    <a:bodyPr/>
                    <a:lstStyle/>
                    <a:p>
                      <a:r>
                        <a:rPr lang="en-GB" dirty="0"/>
                        <a:t>Weak-shift arithmetic</a:t>
                      </a:r>
                    </a:p>
                  </a:txBody>
                  <a:tcPr/>
                </a:tc>
                <a:tc>
                  <a:txBody>
                    <a:bodyPr/>
                    <a:lstStyle/>
                    <a:p>
                      <a:r>
                        <a:rPr lang="en-GB" dirty="0"/>
                        <a:t>Park binary</a:t>
                      </a:r>
                    </a:p>
                  </a:txBody>
                  <a:tcPr/>
                </a:tc>
                <a:tc>
                  <a:txBody>
                    <a:bodyPr/>
                    <a:lstStyle/>
                    <a:p>
                      <a:r>
                        <a:rPr lang="en-GB" dirty="0"/>
                        <a:t>CPSS</a:t>
                      </a:r>
                    </a:p>
                  </a:txBody>
                  <a:tcPr/>
                </a:tc>
                <a:extLst>
                  <a:ext uri="{0D108BD9-81ED-4DB2-BD59-A6C34878D82A}">
                    <a16:rowId xmlns:a16="http://schemas.microsoft.com/office/drawing/2014/main" val="493160738"/>
                  </a:ext>
                </a:extLst>
              </a:tr>
              <a:tr h="370840">
                <a:tc>
                  <a:txBody>
                    <a:bodyPr/>
                    <a:lstStyle/>
                    <a:p>
                      <a:r>
                        <a:rPr lang="en-GB" dirty="0"/>
                        <a:t>Accuracy</a:t>
                      </a:r>
                    </a:p>
                  </a:txBody>
                  <a:tcPr/>
                </a:tc>
                <a:tc>
                  <a:txBody>
                    <a:bodyPr/>
                    <a:lstStyle/>
                    <a:p>
                      <a:r>
                        <a:rPr lang="en-GB" dirty="0"/>
                        <a:t>62.5 %</a:t>
                      </a:r>
                    </a:p>
                  </a:txBody>
                  <a:tcPr/>
                </a:tc>
                <a:tc>
                  <a:txBody>
                    <a:bodyPr/>
                    <a:lstStyle/>
                    <a:p>
                      <a:r>
                        <a:rPr lang="en-GB" dirty="0"/>
                        <a:t>70.8 %</a:t>
                      </a:r>
                    </a:p>
                  </a:txBody>
                  <a:tcPr/>
                </a:tc>
                <a:extLst>
                  <a:ext uri="{0D108BD9-81ED-4DB2-BD59-A6C34878D82A}">
                    <a16:rowId xmlns:a16="http://schemas.microsoft.com/office/drawing/2014/main" val="3891208393"/>
                  </a:ext>
                </a:extLst>
              </a:tr>
              <a:tr h="370840">
                <a:tc>
                  <a:txBody>
                    <a:bodyPr/>
                    <a:lstStyle/>
                    <a:p>
                      <a:r>
                        <a:rPr lang="en-GB" dirty="0"/>
                        <a:t>Sensitivity</a:t>
                      </a:r>
                    </a:p>
                  </a:txBody>
                  <a:tcPr/>
                </a:tc>
                <a:tc>
                  <a:txBody>
                    <a:bodyPr/>
                    <a:lstStyle/>
                    <a:p>
                      <a:r>
                        <a:rPr lang="en-GB" dirty="0"/>
                        <a:t>25.0 %</a:t>
                      </a:r>
                    </a:p>
                  </a:txBody>
                  <a:tcPr/>
                </a:tc>
                <a:tc>
                  <a:txBody>
                    <a:bodyPr/>
                    <a:lstStyle/>
                    <a:p>
                      <a:r>
                        <a:rPr lang="en-GB" dirty="0"/>
                        <a:t>45.8 %</a:t>
                      </a:r>
                    </a:p>
                  </a:txBody>
                  <a:tcPr/>
                </a:tc>
                <a:extLst>
                  <a:ext uri="{0D108BD9-81ED-4DB2-BD59-A6C34878D82A}">
                    <a16:rowId xmlns:a16="http://schemas.microsoft.com/office/drawing/2014/main" val="581859968"/>
                  </a:ext>
                </a:extLst>
              </a:tr>
              <a:tr h="370840">
                <a:tc>
                  <a:txBody>
                    <a:bodyPr/>
                    <a:lstStyle/>
                    <a:p>
                      <a:r>
                        <a:rPr lang="en-GB" dirty="0"/>
                        <a:t>F1</a:t>
                      </a:r>
                    </a:p>
                  </a:txBody>
                  <a:tcPr/>
                </a:tc>
                <a:tc>
                  <a:txBody>
                    <a:bodyPr/>
                    <a:lstStyle/>
                    <a:p>
                      <a:r>
                        <a:rPr lang="en-GB" dirty="0"/>
                        <a:t>0.400</a:t>
                      </a:r>
                    </a:p>
                  </a:txBody>
                  <a:tcPr/>
                </a:tc>
                <a:tc>
                  <a:txBody>
                    <a:bodyPr/>
                    <a:lstStyle/>
                    <a:p>
                      <a:r>
                        <a:rPr lang="en-GB" dirty="0"/>
                        <a:t>0.611</a:t>
                      </a:r>
                    </a:p>
                  </a:txBody>
                  <a:tcPr/>
                </a:tc>
                <a:extLst>
                  <a:ext uri="{0D108BD9-81ED-4DB2-BD59-A6C34878D82A}">
                    <a16:rowId xmlns:a16="http://schemas.microsoft.com/office/drawing/2014/main" val="2286946598"/>
                  </a:ext>
                </a:extLst>
              </a:tr>
              <a:tr h="370840">
                <a:tc>
                  <a:txBody>
                    <a:bodyPr/>
                    <a:lstStyle/>
                    <a:p>
                      <a:r>
                        <a:rPr lang="en-GB" dirty="0"/>
                        <a:t>ROC AUC</a:t>
                      </a:r>
                    </a:p>
                  </a:txBody>
                  <a:tcPr/>
                </a:tc>
                <a:tc>
                  <a:txBody>
                    <a:bodyPr/>
                    <a:lstStyle/>
                    <a:p>
                      <a:r>
                        <a:rPr lang="en-GB" dirty="0"/>
                        <a:t>0.625</a:t>
                      </a:r>
                    </a:p>
                  </a:txBody>
                  <a:tcPr/>
                </a:tc>
                <a:tc>
                  <a:txBody>
                    <a:bodyPr/>
                    <a:lstStyle/>
                    <a:p>
                      <a:r>
                        <a:rPr lang="en-GB" dirty="0"/>
                        <a:t>0.709</a:t>
                      </a:r>
                    </a:p>
                  </a:txBody>
                  <a:tcPr/>
                </a:tc>
                <a:extLst>
                  <a:ext uri="{0D108BD9-81ED-4DB2-BD59-A6C34878D82A}">
                    <a16:rowId xmlns:a16="http://schemas.microsoft.com/office/drawing/2014/main" val="3424280875"/>
                  </a:ext>
                </a:extLst>
              </a:tr>
              <a:tr h="370840">
                <a:tc>
                  <a:txBody>
                    <a:bodyPr/>
                    <a:lstStyle/>
                    <a:p>
                      <a:r>
                        <a:rPr lang="en-GB" dirty="0"/>
                        <a:t>Stationary false alarms</a:t>
                      </a:r>
                    </a:p>
                  </a:txBody>
                  <a:tcPr/>
                </a:tc>
                <a:tc>
                  <a:txBody>
                    <a:bodyPr/>
                    <a:lstStyle/>
                    <a:p>
                      <a:r>
                        <a:rPr lang="en-GB" dirty="0"/>
                        <a:t>0/24</a:t>
                      </a:r>
                    </a:p>
                  </a:txBody>
                  <a:tcPr/>
                </a:tc>
                <a:tc>
                  <a:txBody>
                    <a:bodyPr/>
                    <a:lstStyle/>
                    <a:p>
                      <a:r>
                        <a:rPr lang="en-GB" dirty="0"/>
                        <a:t>1/24</a:t>
                      </a:r>
                    </a:p>
                  </a:txBody>
                  <a:tcPr/>
                </a:tc>
                <a:extLst>
                  <a:ext uri="{0D108BD9-81ED-4DB2-BD59-A6C34878D82A}">
                    <a16:rowId xmlns:a16="http://schemas.microsoft.com/office/drawing/2014/main" val="3781735764"/>
                  </a:ext>
                </a:extLst>
              </a:tr>
            </a:tbl>
          </a:graphicData>
        </a:graphic>
      </p:graphicFrame>
      <p:sp>
        <p:nvSpPr>
          <p:cNvPr id="15" name="TextBox 14">
            <a:extLst>
              <a:ext uri="{FF2B5EF4-FFF2-40B4-BE49-F238E27FC236}">
                <a16:creationId xmlns:a16="http://schemas.microsoft.com/office/drawing/2014/main" id="{E82A2E68-0111-80EF-6BBD-8868517D96E1}"/>
              </a:ext>
            </a:extLst>
          </p:cNvPr>
          <p:cNvSpPr txBox="1"/>
          <p:nvPr/>
        </p:nvSpPr>
        <p:spPr>
          <a:xfrm>
            <a:off x="811850" y="7810500"/>
            <a:ext cx="9482666" cy="369332"/>
          </a:xfrm>
          <a:prstGeom prst="rect">
            <a:avLst/>
          </a:prstGeom>
          <a:solidFill>
            <a:schemeClr val="bg1"/>
          </a:solidFill>
        </p:spPr>
        <p:txBody>
          <a:bodyPr wrap="square" rtlCol="0">
            <a:spAutoFit/>
          </a:bodyPr>
          <a:lstStyle/>
          <a:p>
            <a:r>
              <a:rPr lang="en-GB" b="1" dirty="0">
                <a:solidFill>
                  <a:schemeClr val="accent3">
                    <a:lumMod val="50000"/>
                  </a:schemeClr>
                </a:solidFill>
              </a:rPr>
              <a:t>Preliminary finding</a:t>
            </a:r>
          </a:p>
        </p:txBody>
      </p:sp>
      <p:sp>
        <p:nvSpPr>
          <p:cNvPr id="17" name="TextBox 16">
            <a:extLst>
              <a:ext uri="{FF2B5EF4-FFF2-40B4-BE49-F238E27FC236}">
                <a16:creationId xmlns:a16="http://schemas.microsoft.com/office/drawing/2014/main" id="{9A79190E-7FED-6E83-F30E-9248D0FAC75C}"/>
              </a:ext>
            </a:extLst>
          </p:cNvPr>
          <p:cNvSpPr txBox="1"/>
          <p:nvPr/>
        </p:nvSpPr>
        <p:spPr>
          <a:xfrm>
            <a:off x="685800" y="8452366"/>
            <a:ext cx="9144000" cy="369332"/>
          </a:xfrm>
          <a:prstGeom prst="rect">
            <a:avLst/>
          </a:prstGeom>
          <a:noFill/>
        </p:spPr>
        <p:txBody>
          <a:bodyPr wrap="square">
            <a:spAutoFit/>
          </a:bodyPr>
          <a:lstStyle/>
          <a:p>
            <a:r>
              <a:rPr lang="en-GB" dirty="0">
                <a:solidFill>
                  <a:schemeClr val="bg1"/>
                </a:solidFill>
              </a:rPr>
              <a:t>CPSS detects 11/24 weak shifts versus 6/24 for Park but introduces one stationary false alarm.</a:t>
            </a: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95F7D17C-2A9A-DEB0-1F29-BD97DE53FE1A}"/>
                  </a:ext>
                </a:extLst>
              </p:cNvPr>
              <p:cNvSpPr txBox="1"/>
              <p:nvPr/>
            </p:nvSpPr>
            <p:spPr>
              <a:xfrm>
                <a:off x="685800" y="8975455"/>
                <a:ext cx="9608716" cy="646331"/>
              </a:xfrm>
              <a:prstGeom prst="rect">
                <a:avLst/>
              </a:prstGeom>
              <a:noFill/>
            </p:spPr>
            <p:txBody>
              <a:bodyPr wrap="square">
                <a:spAutoFit/>
              </a:bodyPr>
              <a:lstStyle/>
              <a:p>
                <a:r>
                  <a:rPr lang="en-GB" dirty="0">
                    <a:solidFill>
                      <a:schemeClr val="bg1"/>
                    </a:solidFill>
                  </a:rPr>
                  <a:t>Limitation: The null calibration produced </a:t>
                </a:r>
                <a14:m>
                  <m:oMath xmlns:m="http://schemas.openxmlformats.org/officeDocument/2006/math">
                    <m:r>
                      <a:rPr lang="en-GB" i="1" smtClean="0">
                        <a:solidFill>
                          <a:schemeClr val="bg1"/>
                        </a:solidFill>
                        <a:latin typeface="Cambria Math" panose="02040503050406030204" pitchFamily="18" charset="0"/>
                        <a:ea typeface="Cambria Math" panose="02040503050406030204" pitchFamily="18" charset="0"/>
                      </a:rPr>
                      <m:t>𝜏</m:t>
                    </m:r>
                    <m:r>
                      <a:rPr lang="en-GB" b="0" i="1" smtClean="0">
                        <a:solidFill>
                          <a:schemeClr val="bg1"/>
                        </a:solidFill>
                        <a:latin typeface="Cambria Math" panose="02040503050406030204" pitchFamily="18" charset="0"/>
                        <a:ea typeface="Cambria Math" panose="02040503050406030204" pitchFamily="18" charset="0"/>
                      </a:rPr>
                      <m:t>=0</m:t>
                    </m:r>
                  </m:oMath>
                </a14:m>
                <a:r>
                  <a:rPr lang="en-GB">
                    <a:solidFill>
                      <a:schemeClr val="bg1"/>
                    </a:solidFill>
                  </a:rPr>
                  <a:t>. The </a:t>
                </a:r>
                <a:r>
                  <a:rPr lang="en-GB" dirty="0">
                    <a:solidFill>
                      <a:schemeClr val="bg1"/>
                    </a:solidFill>
                  </a:rPr>
                  <a:t>apparent improvement may reflect a more permissive detection threshold rather than statistically validated superiority.</a:t>
                </a:r>
              </a:p>
            </p:txBody>
          </p:sp>
        </mc:Choice>
        <mc:Fallback xmlns="">
          <p:sp>
            <p:nvSpPr>
              <p:cNvPr id="19" name="TextBox 18">
                <a:extLst>
                  <a:ext uri="{FF2B5EF4-FFF2-40B4-BE49-F238E27FC236}">
                    <a16:creationId xmlns:a16="http://schemas.microsoft.com/office/drawing/2014/main" id="{95F7D17C-2A9A-DEB0-1F29-BD97DE53FE1A}"/>
                  </a:ext>
                </a:extLst>
              </p:cNvPr>
              <p:cNvSpPr txBox="1">
                <a:spLocks noRot="1" noChangeAspect="1" noMove="1" noResize="1" noEditPoints="1" noAdjustHandles="1" noChangeArrowheads="1" noChangeShapeType="1" noTextEdit="1"/>
              </p:cNvSpPr>
              <p:nvPr/>
            </p:nvSpPr>
            <p:spPr>
              <a:xfrm>
                <a:off x="685800" y="8975455"/>
                <a:ext cx="9608716" cy="646331"/>
              </a:xfrm>
              <a:prstGeom prst="rect">
                <a:avLst/>
              </a:prstGeom>
              <a:blipFill>
                <a:blip r:embed="rId4"/>
                <a:stretch>
                  <a:fillRect l="-571" t="-4717" b="-14151"/>
                </a:stretch>
              </a:blipFill>
            </p:spPr>
            <p:txBody>
              <a:bodyPr/>
              <a:lstStyle/>
              <a:p>
                <a:r>
                  <a:rPr lang="en-GB">
                    <a:noFill/>
                  </a:rPr>
                  <a:t> </a:t>
                </a:r>
              </a:p>
            </p:txBody>
          </p:sp>
        </mc:Fallback>
      </mc:AlternateContent>
    </p:spTree>
    <p:extLst>
      <p:ext uri="{BB962C8B-B14F-4D97-AF65-F5344CB8AC3E}">
        <p14:creationId xmlns:p14="http://schemas.microsoft.com/office/powerpoint/2010/main" val="236258660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grpSp>
        <p:nvGrpSpPr>
          <p:cNvPr id="12" name="Group 11">
            <a:extLst>
              <a:ext uri="{FF2B5EF4-FFF2-40B4-BE49-F238E27FC236}">
                <a16:creationId xmlns:a16="http://schemas.microsoft.com/office/drawing/2014/main" id="{48E8EF99-F310-66E3-459B-B42ACE723AA4}"/>
              </a:ext>
            </a:extLst>
          </p:cNvPr>
          <p:cNvGrpSpPr/>
          <p:nvPr/>
        </p:nvGrpSpPr>
        <p:grpSpPr>
          <a:xfrm>
            <a:off x="1280160" y="2823210"/>
            <a:ext cx="15727680" cy="4640580"/>
            <a:chOff x="1325880" y="3680460"/>
            <a:chExt cx="15727680" cy="4640580"/>
          </a:xfrm>
        </p:grpSpPr>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dirty="0">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052118"/>
            </a:xfrm>
            <a:prstGeom prst="rect">
              <a:avLst/>
            </a:prstGeom>
          </p:spPr>
          <p:txBody>
            <a:bodyPr lIns="0" tIns="0" rIns="0" bIns="0" rtlCol="0" anchor="t">
              <a:spAutoFit/>
            </a:bodyPr>
            <a:lstStyle/>
            <a:p>
              <a:pPr algn="l">
                <a:lnSpc>
                  <a:spcPts val="3419"/>
                </a:lnSpc>
              </a:pPr>
              <a:r>
                <a:rPr lang="en-US" sz="2850" dirty="0">
                  <a:solidFill>
                    <a:srgbClr val="12233B"/>
                  </a:solidFill>
                  <a:latin typeface="Aptos"/>
                  <a:ea typeface="Aptos"/>
                  <a:cs typeface="Aptos"/>
                  <a:sym typeface="Aptos"/>
                </a:rPr>
                <a:t>Strength: interrogating symbols and connecting methods.</a:t>
              </a:r>
            </a:p>
            <a:p>
              <a:pPr algn="l">
                <a:lnSpc>
                  <a:spcPts val="3419"/>
                </a:lnSpc>
              </a:pPr>
              <a:endParaRPr lang="en-US" sz="2850" dirty="0">
                <a:solidFill>
                  <a:srgbClr val="12233B"/>
                </a:solidFill>
                <a:latin typeface="Aptos"/>
                <a:ea typeface="Aptos"/>
                <a:cs typeface="Aptos"/>
                <a:sym typeface="Aptos"/>
              </a:endParaRPr>
            </a:p>
            <a:p>
              <a:pPr algn="l">
                <a:lnSpc>
                  <a:spcPts val="3419"/>
                </a:lnSpc>
              </a:pPr>
              <a:r>
                <a:rPr lang="en-US" sz="2850" dirty="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dirty="0">
                  <a:solidFill>
                    <a:srgbClr val="12233B"/>
                  </a:solidFill>
                  <a:latin typeface="Aptos"/>
                  <a:ea typeface="Aptos"/>
                  <a:cs typeface="Aptos"/>
                  <a:sym typeface="Aptos"/>
                </a:rPr>
                <a:t>Strength: maintaining explicit evidence boundaries.</a:t>
              </a:r>
            </a:p>
            <a:p>
              <a:pPr algn="l">
                <a:lnSpc>
                  <a:spcPts val="3419"/>
                </a:lnSpc>
              </a:pPr>
              <a:endParaRPr lang="en-US" sz="2850" dirty="0">
                <a:solidFill>
                  <a:srgbClr val="12233B"/>
                </a:solidFill>
                <a:latin typeface="Aptos"/>
                <a:ea typeface="Aptos"/>
                <a:cs typeface="Aptos"/>
                <a:sym typeface="Aptos"/>
              </a:endParaRPr>
            </a:p>
            <a:p>
              <a:pPr algn="l">
                <a:lnSpc>
                  <a:spcPts val="3419"/>
                </a:lnSpc>
              </a:pPr>
              <a:r>
                <a:rPr lang="en-US" sz="2850" dirty="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052118"/>
            </a:xfrm>
            <a:prstGeom prst="rect">
              <a:avLst/>
            </a:prstGeom>
          </p:spPr>
          <p:txBody>
            <a:bodyPr lIns="0" tIns="0" rIns="0" bIns="0" rtlCol="0" anchor="t">
              <a:spAutoFit/>
            </a:bodyPr>
            <a:lstStyle/>
            <a:p>
              <a:pPr algn="l">
                <a:lnSpc>
                  <a:spcPts val="3419"/>
                </a:lnSpc>
              </a:pPr>
              <a:r>
                <a:rPr lang="en-US" sz="2850" dirty="0">
                  <a:solidFill>
                    <a:srgbClr val="12233B"/>
                  </a:solidFill>
                  <a:latin typeface="Aptos"/>
                  <a:ea typeface="Aptos"/>
                  <a:cs typeface="Aptos"/>
                  <a:sym typeface="Aptos"/>
                </a:rPr>
                <a:t>Strength: linking notes with code and a research diary.</a:t>
              </a:r>
            </a:p>
            <a:p>
              <a:pPr algn="l">
                <a:lnSpc>
                  <a:spcPts val="3419"/>
                </a:lnSpc>
              </a:pPr>
              <a:endParaRPr lang="en-US" sz="2850" dirty="0">
                <a:solidFill>
                  <a:srgbClr val="12233B"/>
                </a:solidFill>
                <a:latin typeface="Aptos"/>
                <a:ea typeface="Aptos"/>
                <a:cs typeface="Aptos"/>
                <a:sym typeface="Aptos"/>
              </a:endParaRPr>
            </a:p>
            <a:p>
              <a:pPr algn="l">
                <a:lnSpc>
                  <a:spcPts val="3419"/>
                </a:lnSpc>
              </a:pPr>
              <a:r>
                <a:rPr lang="en-US" sz="2850" dirty="0">
                  <a:solidFill>
                    <a:srgbClr val="12233B"/>
                  </a:solidFill>
                  <a:latin typeface="Aptos"/>
                  <a:ea typeface="Aptos"/>
                  <a:cs typeface="Aptos"/>
                  <a:sym typeface="Aptos"/>
                </a:rPr>
                <a:t>Next: keep one dated claim ledger and define a falsifiable test for each open question.</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1349</TotalTime>
  <Words>10674</Words>
  <Application>Microsoft Office PowerPoint</Application>
  <PresentationFormat>Custom</PresentationFormat>
  <Paragraphs>1392</Paragraphs>
  <Slides>54</Slides>
  <Notes>45</Notes>
  <HiddenSlides>0</HiddenSlides>
  <MMClips>0</MMClips>
  <ScaleCrop>false</ScaleCrop>
  <HeadingPairs>
    <vt:vector size="6" baseType="variant">
      <vt:variant>
        <vt:lpstr>Fonts Used</vt:lpstr>
      </vt:variant>
      <vt:variant>
        <vt:i4>21</vt:i4>
      </vt:variant>
      <vt:variant>
        <vt:lpstr>Theme</vt:lpstr>
      </vt:variant>
      <vt:variant>
        <vt:i4>1</vt:i4>
      </vt:variant>
      <vt:variant>
        <vt:lpstr>Slide Titles</vt:lpstr>
      </vt:variant>
      <vt:variant>
        <vt:i4>54</vt:i4>
      </vt:variant>
    </vt:vector>
  </HeadingPairs>
  <TitlesOfParts>
    <vt:vector size="76" baseType="lpstr">
      <vt:lpstr>Inter</vt:lpstr>
      <vt:lpstr>Inter Bold</vt:lpstr>
      <vt:lpstr>Wingdings</vt:lpstr>
      <vt:lpstr>Segoe UI</vt:lpstr>
      <vt:lpstr>Cambria Math</vt:lpstr>
      <vt:lpstr>Calibri (MS) Bold</vt:lpstr>
      <vt:lpstr>Calibri (MS)</vt:lpstr>
      <vt:lpstr>Inter Medium</vt:lpstr>
      <vt:lpstr>Consolas</vt:lpstr>
      <vt:lpstr>Roboto Bold</vt:lpstr>
      <vt:lpstr>Inter Italics</vt:lpstr>
      <vt:lpstr>Symbol</vt:lpstr>
      <vt:lpstr>Aptos Bold</vt:lpstr>
      <vt:lpstr>Calibri</vt:lpstr>
      <vt:lpstr>Times New Roman</vt:lpstr>
      <vt:lpstr>DejaVu Sans Bold</vt:lpstr>
      <vt:lpstr>Roboto</vt:lpstr>
      <vt:lpstr>Arial</vt:lpstr>
      <vt:lpstr>Inter Semi-Bold</vt:lpstr>
      <vt:lpstr>DejaVu Sans Light</vt:lpstr>
      <vt:lpstr>Aptos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93</cp:revision>
  <dcterms:created xsi:type="dcterms:W3CDTF">2006-08-16T00:00:00Z</dcterms:created>
  <dcterms:modified xsi:type="dcterms:W3CDTF">2026-10-19T22:10:57Z</dcterms:modified>
  <dc:identifier>DAHYBaR-K0c</dc:identifier>
</cp:coreProperties>
</file>