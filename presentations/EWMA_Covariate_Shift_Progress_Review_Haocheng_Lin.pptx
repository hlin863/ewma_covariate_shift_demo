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004020202020204" charset="0"/>
      <p:regular r:id="rId47"/>
      <p:bold r:id="rId48"/>
    </p:embeddedFont>
    <p:embeddedFont>
      <p:font typeface="Calibri (MS)" panose="020B0604020202020204" charset="0"/>
      <p:regular r:id="rId49"/>
    </p:embeddedFont>
    <p:embeddedFont>
      <p:font typeface="Calibri (MS) Bold" panose="020B0604020202020204" charset="0"/>
      <p:regular r:id="rId50"/>
    </p:embeddedFont>
    <p:embeddedFont>
      <p:font typeface="Calibri (MS) Italics" panose="020B0604020202020204" charset="0"/>
      <p:regular r:id="rId51"/>
    </p:embeddedFont>
    <p:embeddedFont>
      <p:font typeface="Cambria Math" panose="02040503050406030204" pitchFamily="18" charset="0"/>
      <p:regular r:id="rId52"/>
    </p:embeddedFont>
    <p:embeddedFont>
      <p:font typeface="Consolas" panose="020B0609020204030204" pitchFamily="49" charset="0"/>
      <p:regular r:id="rId53"/>
      <p:bold r:id="rId54"/>
      <p:italic r:id="rId55"/>
      <p:boldItalic r:id="rId56"/>
    </p:embeddedFont>
    <p:embeddedFont>
      <p:font typeface="DejaVu Sans Bold" panose="020B0604020202020204" charset="0"/>
      <p:regular r:id="rId57"/>
    </p:embeddedFont>
    <p:embeddedFont>
      <p:font typeface="DejaVu Sans Light" panose="020B0604020202020204" charset="0"/>
      <p:regular r:id="rId58"/>
    </p:embeddedFont>
    <p:embeddedFont>
      <p:font typeface="Inter" panose="020B0604020202020204" charset="0"/>
      <p:regular r:id="rId59"/>
    </p:embeddedFont>
    <p:embeddedFont>
      <p:font typeface="Inter Bold" panose="020B0604020202020204" charset="0"/>
      <p:regular r:id="rId60"/>
    </p:embeddedFont>
    <p:embeddedFont>
      <p:font typeface="Inter Italics" panose="020B0604020202020204" charset="0"/>
      <p:regular r:id="rId61"/>
    </p:embeddedFont>
    <p:embeddedFont>
      <p:font typeface="Inter Medium" panose="020B0604020202020204" charset="0"/>
      <p:regular r:id="rId62"/>
    </p:embeddedFont>
    <p:embeddedFont>
      <p:font typeface="Inter Semi-Bold" panose="020B0604020202020204" charset="0"/>
      <p:regular r:id="rId63"/>
    </p:embeddedFont>
    <p:embeddedFont>
      <p:font typeface="Roboto" panose="02000000000000000000" pitchFamily="2" charset="0"/>
      <p:regular r:id="rId64"/>
    </p:embeddedFont>
    <p:embeddedFont>
      <p:font typeface="Roboto Bold" panose="02000000000000000000" charset="0"/>
      <p:regular r:id="rId65"/>
      <p:bold r:id="rId66"/>
    </p:embeddedFont>
    <p:embeddedFont>
      <p:font typeface="Segoe UI" panose="020B0502040204020203" pitchFamily="34" charset="0"/>
      <p:regular r:id="rId67"/>
      <p:bold r:id="rId68"/>
      <p:italic r:id="rId69"/>
      <p:boldItalic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40" dt="2026-10-18T11:39:15.1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p:scale>
          <a:sx n="50" d="100"/>
          <a:sy n="50" d="100"/>
        </p:scale>
        <p:origin x="951" y="225"/>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custSel addSld delSld modSld">
      <pc:chgData name="Haocheng Lin" userId="3c9af17cd41df8cf" providerId="LiveId" clId="{E85DCD58-ED75-4D29-A2F4-F018EE94DF03}" dt="2026-10-18T11:40:37.111" v="509" actId="1076"/>
      <pc:docMkLst>
        <pc:docMk/>
      </pc:docMkLst>
      <pc:sldChg chg="delSp modSp mod">
        <pc:chgData name="Haocheng Lin" userId="3c9af17cd41df8cf" providerId="LiveId" clId="{E85DCD58-ED75-4D29-A2F4-F018EE94DF03}" dt="2026-10-17T11:23:37.501" v="29" actId="21"/>
        <pc:sldMkLst>
          <pc:docMk/>
          <pc:sldMk cId="0" sldId="257"/>
        </pc:sldMkLst>
        <pc:spChg chg="del">
          <ac:chgData name="Haocheng Lin" userId="3c9af17cd41df8cf" providerId="LiveId" clId="{E85DCD58-ED75-4D29-A2F4-F018EE94DF03}" dt="2026-10-17T11:23:37.501" v="29" actId="21"/>
          <ac:spMkLst>
            <pc:docMk/>
            <pc:sldMk cId="0" sldId="257"/>
            <ac:spMk id="4" creationId="{00000000-0000-0000-0000-000000000000}"/>
          </ac:spMkLst>
        </pc:spChg>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1:40:37.111" v="509" actId="1076"/>
        <pc:sldMkLst>
          <pc:docMk/>
          <pc:sldMk cId="0" sldId="262"/>
        </pc:sldMkLst>
        <pc:spChg chg="mod">
          <ac:chgData name="Haocheng Lin" userId="3c9af17cd41df8cf" providerId="LiveId" clId="{E85DCD58-ED75-4D29-A2F4-F018EE94DF03}" dt="2026-10-18T11:38:33.898" v="493" actId="1076"/>
          <ac:spMkLst>
            <pc:docMk/>
            <pc:sldMk cId="0" sldId="262"/>
            <ac:spMk id="2" creationId="{00000000-0000-0000-0000-000000000000}"/>
          </ac:spMkLst>
        </pc:spChg>
        <pc:spChg chg="mod">
          <ac:chgData name="Haocheng Lin" userId="3c9af17cd41df8cf" providerId="LiveId" clId="{E85DCD58-ED75-4D29-A2F4-F018EE94DF03}" dt="2026-10-18T11:40:28.530" v="508" actId="1076"/>
          <ac:spMkLst>
            <pc:docMk/>
            <pc:sldMk cId="0" sldId="262"/>
            <ac:spMk id="6" creationId="{00000000-0000-0000-0000-000000000000}"/>
          </ac:spMkLst>
        </pc:spChg>
        <pc:spChg chg="mod">
          <ac:chgData name="Haocheng Lin" userId="3c9af17cd41df8cf" providerId="LiveId" clId="{E85DCD58-ED75-4D29-A2F4-F018EE94DF03}" dt="2026-10-17T12:24:51.255" v="122" actId="1076"/>
          <ac:spMkLst>
            <pc:docMk/>
            <pc:sldMk cId="0" sldId="262"/>
            <ac:spMk id="9" creationId="{00000000-0000-0000-0000-000000000000}"/>
          </ac:spMkLst>
        </pc:spChg>
        <pc:spChg chg="add mod">
          <ac:chgData name="Haocheng Lin" userId="3c9af17cd41df8cf" providerId="LiveId" clId="{E85DCD58-ED75-4D29-A2F4-F018EE94DF03}" dt="2026-10-18T11:40:06.148" v="507" actId="14100"/>
          <ac:spMkLst>
            <pc:docMk/>
            <pc:sldMk cId="0" sldId="262"/>
            <ac:spMk id="14" creationId="{64BEB341-9A48-7113-113A-9973076B485F}"/>
          </ac:spMkLst>
        </pc:spChg>
        <pc:spChg chg="add mod">
          <ac:chgData name="Haocheng Lin" userId="3c9af17cd41df8cf" providerId="LiveId" clId="{E85DCD58-ED75-4D29-A2F4-F018EE94DF03}" dt="2026-10-18T11:39:15.105" v="494" actId="164"/>
          <ac:spMkLst>
            <pc:docMk/>
            <pc:sldMk cId="0" sldId="262"/>
            <ac:spMk id="16" creationId="{80B5189C-CA1A-B1E5-E678-3D65B1796E8A}"/>
          </ac:spMkLst>
        </pc:spChg>
        <pc:spChg chg="add mod">
          <ac:chgData name="Haocheng Lin" userId="3c9af17cd41df8cf" providerId="LiveId" clId="{E85DCD58-ED75-4D29-A2F4-F018EE94DF03}" dt="2026-10-18T11:39:15.105" v="494" actId="164"/>
          <ac:spMkLst>
            <pc:docMk/>
            <pc:sldMk cId="0" sldId="262"/>
            <ac:spMk id="18" creationId="{0AC86904-BCB9-E2F8-DB4D-8B479A164C4D}"/>
          </ac:spMkLst>
        </pc:spChg>
        <pc:spChg chg="mod">
          <ac:chgData name="Haocheng Lin" userId="3c9af17cd41df8cf" providerId="LiveId" clId="{E85DCD58-ED75-4D29-A2F4-F018EE94DF03}" dt="2026-10-18T11:40:02.741" v="506" actId="1076"/>
          <ac:spMkLst>
            <pc:docMk/>
            <pc:sldMk cId="0" sldId="262"/>
            <ac:spMk id="6080" creationId="{00000000-0000-0000-0000-000000000000}"/>
          </ac:spMkLst>
        </pc:spChg>
        <pc:spChg chg="mod">
          <ac:chgData name="Haocheng Lin" userId="3c9af17cd41df8cf" providerId="LiveId" clId="{E85DCD58-ED75-4D29-A2F4-F018EE94DF03}" dt="2026-10-18T11:39:49.131" v="503" actId="1076"/>
          <ac:spMkLst>
            <pc:docMk/>
            <pc:sldMk cId="0" sldId="262"/>
            <ac:spMk id="6081" creationId="{00000000-0000-0000-0000-000000000000}"/>
          </ac:spMkLst>
        </pc:spChg>
        <pc:spChg chg="del">
          <ac:chgData name="Haocheng Lin" userId="3c9af17cd41df8cf" providerId="LiveId" clId="{E85DCD58-ED75-4D29-A2F4-F018EE94DF03}" dt="2026-10-17T12:39:33.952" v="230" actId="21"/>
          <ac:spMkLst>
            <pc:docMk/>
            <pc:sldMk cId="0" sldId="262"/>
            <ac:spMk id="6082" creationId="{00000000-0000-0000-0000-000000000000}"/>
          </ac:spMkLst>
        </pc:spChg>
        <pc:spChg chg="del">
          <ac:chgData name="Haocheng Lin" userId="3c9af17cd41df8cf" providerId="LiveId" clId="{E85DCD58-ED75-4D29-A2F4-F018EE94DF03}" dt="2026-10-17T12:39:36.638" v="231" actId="21"/>
          <ac:spMkLst>
            <pc:docMk/>
            <pc:sldMk cId="0" sldId="262"/>
            <ac:spMk id="6083" creationId="{00000000-0000-0000-0000-000000000000}"/>
          </ac:spMkLst>
        </pc:spChg>
        <pc:grpChg chg="del mod">
          <ac:chgData name="Haocheng Lin" userId="3c9af17cd41df8cf" providerId="LiveId" clId="{E85DCD58-ED75-4D29-A2F4-F018EE94DF03}" dt="2026-10-18T11:39:18.799" v="495" actId="21"/>
          <ac:grpSpMkLst>
            <pc:docMk/>
            <pc:sldMk cId="0" sldId="262"/>
            <ac:grpSpMk id="4" creationId="{00000000-0000-0000-0000-000000000000}"/>
          </ac:grpSpMkLst>
        </pc:grpChg>
        <pc:grpChg chg="add mod">
          <ac:chgData name="Haocheng Lin" userId="3c9af17cd41df8cf" providerId="LiveId" clId="{E85DCD58-ED75-4D29-A2F4-F018EE94DF03}" dt="2026-10-18T11:39:15.105" v="494" actId="164"/>
          <ac:grpSpMkLst>
            <pc:docMk/>
            <pc:sldMk cId="0" sldId="262"/>
            <ac:grpSpMk id="15" creationId="{119BDDF6-C75F-9902-1C1D-E7A87AD7A49F}"/>
          </ac:grpSpMkLst>
        </pc:grpChg>
        <pc:grpChg chg="add mod">
          <ac:chgData name="Haocheng Lin" userId="3c9af17cd41df8cf" providerId="LiveId" clId="{E85DCD58-ED75-4D29-A2F4-F018EE94DF03}" dt="2026-10-18T11:40:37.111" v="509" actId="1076"/>
          <ac:grpSpMkLst>
            <pc:docMk/>
            <pc:sldMk cId="0" sldId="262"/>
            <ac:grpSpMk id="17" creationId="{0A762943-8622-0062-4B71-1AF152354123}"/>
          </ac:grpSpMkLst>
        </pc:grp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del">
          <ac:chgData name="Haocheng Lin" userId="3c9af17cd41df8cf" providerId="LiveId" clId="{E85DCD58-ED75-4D29-A2F4-F018EE94DF03}" dt="2026-10-17T12:45:38.476" v="250" actId="21"/>
          <ac:spMkLst>
            <pc:docMk/>
            <pc:sldMk cId="0" sldId="263"/>
            <ac:spMk id="5"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18.10.2026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7"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34.png"/><Relationship Id="rId7" Type="http://schemas.openxmlformats.org/officeDocument/2006/relationships/image" Target="../media/image38.png"/><Relationship Id="rId12" Type="http://schemas.openxmlformats.org/officeDocument/2006/relationships/image" Target="../media/image43.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s>
</file>

<file path=ppt/slides/_rels/slide4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mc:Choice xmlns:a14="http://schemas.microsoft.com/office/drawing/2010/main"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73836" y="667666"/>
            <a:ext cx="16340328" cy="608756"/>
          </a:xfrm>
          <a:prstGeom prst="rect">
            <a:avLst/>
          </a:prstGeom>
        </p:spPr>
        <p:txBody>
          <a:bodyPr lIns="0" tIns="0" rIns="0" bIns="0" rtlCol="0" anchor="t">
            <a:spAutoFit/>
          </a:bodyPr>
          <a:lstStyle/>
          <a:p>
            <a:pPr algn="ctr">
              <a:lnSpc>
                <a:spcPts val="5040"/>
              </a:lnSpc>
            </a:pPr>
            <a:r>
              <a:rPr lang="en-US" sz="3600" b="1" dirty="0">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753600" y="3319937"/>
            <a:ext cx="7438644" cy="425358"/>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DITABLE POWERPOINT EQUATION | Code-grounded LOESS and peak estimates | ROW 2"/>
              <p:cNvSpPr txBox="1"/>
              <p:nvPr/>
            </p:nvSpPr>
            <p:spPr>
              <a:xfrm>
                <a:off x="10168128" y="5047488"/>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xmlns="">
          <p:sp>
            <p:nvSpPr>
              <p:cNvPr id="13" name="EDITABLE POWERPOINT EQUATION | Code-grounded LOESS and peak estimates | ROW 2"/>
              <p:cNvSpPr txBox="1">
                <a:spLocks noRot="1" noChangeAspect="1" noMove="1" noResize="1" noEditPoints="1" noAdjustHandles="1" noChangeArrowheads="1" noChangeShapeType="1" noTextEdit="1"/>
              </p:cNvSpPr>
              <p:nvPr/>
            </p:nvSpPr>
            <p:spPr>
              <a:xfrm>
                <a:off x="10168128" y="5047488"/>
                <a:ext cx="5989320" cy="512064"/>
              </a:xfrm>
              <a:prstGeom prst="rect">
                <a:avLst/>
              </a:prstGeom>
              <a:blipFill>
                <a:blip r:embed="rId5"/>
                <a:stretch>
                  <a:fillRect/>
                </a:stretch>
              </a:blipFill>
            </p:spPr>
            <p:txBody>
              <a:bodyPr/>
              <a:lstStyle/>
              <a:p>
                <a:r>
                  <a:rPr lang="en-GB">
                    <a:noFill/>
                  </a:rPr>
                  <a:t> </a:t>
                </a:r>
              </a:p>
            </p:txBody>
          </p:sp>
        </mc:Fallback>
      </mc:AlternateContent>
      <p:grpSp>
        <p:nvGrpSpPr>
          <p:cNvPr id="17" name="Group 16">
            <a:extLst>
              <a:ext uri="{FF2B5EF4-FFF2-40B4-BE49-F238E27FC236}">
                <a16:creationId xmlns:a16="http://schemas.microsoft.com/office/drawing/2014/main" id="{0A762943-8622-0062-4B71-1AF152354123}"/>
              </a:ext>
            </a:extLst>
          </p:cNvPr>
          <p:cNvGrpSpPr/>
          <p:nvPr/>
        </p:nvGrpSpPr>
        <p:grpSpPr>
          <a:xfrm>
            <a:off x="927735" y="1704943"/>
            <a:ext cx="5858254" cy="3655345"/>
            <a:chOff x="1371598" y="3469860"/>
            <a:chExt cx="7580632" cy="4292805"/>
          </a:xfrm>
        </p:grpSpPr>
        <p:sp>
          <p:nvSpPr>
            <p:cNvPr id="6" name="TextBox 6"/>
            <p:cNvSpPr txBox="1"/>
            <p:nvPr/>
          </p:nvSpPr>
          <p:spPr>
            <a:xfrm>
              <a:off x="1513587" y="3469860"/>
              <a:ext cx="7438643" cy="425357"/>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STEP 1: Aggregation Across Channels</a:t>
              </a:r>
            </a:p>
          </p:txBody>
        </p:sp>
        <p:grpSp>
          <p:nvGrpSpPr>
            <p:cNvPr id="15" name="Group 14">
              <a:extLst>
                <a:ext uri="{FF2B5EF4-FFF2-40B4-BE49-F238E27FC236}">
                  <a16:creationId xmlns:a16="http://schemas.microsoft.com/office/drawing/2014/main" id="{119BDDF6-C75F-9902-1C1D-E7A87AD7A49F}"/>
                </a:ext>
              </a:extLst>
            </p:cNvPr>
            <p:cNvGrpSpPr/>
            <p:nvPr/>
          </p:nvGrpSpPr>
          <p:grpSpPr>
            <a:xfrm>
              <a:off x="1371598" y="4097265"/>
              <a:ext cx="6869797" cy="1211787"/>
              <a:chOff x="1244285" y="4098314"/>
              <a:chExt cx="6869797" cy="1211787"/>
            </a:xfrm>
          </p:grpSpPr>
          <mc:AlternateContent xmlns:mc="http://schemas.openxmlformats.org/markup-compatibility/2006">
            <mc:Choice xmlns:a14="http://schemas.microsoft.com/office/drawing/2010/main" Requires="a14">
              <p:sp>
                <p:nvSpPr>
                  <p:cNvPr id="6080" name="EDITABLE POWERPOINT EQUATION | Park 2023 pointwise aggregation | ROW 1"/>
                  <p:cNvSpPr txBox="1"/>
                  <p:nvPr/>
                </p:nvSpPr>
                <p:spPr>
                  <a:xfrm>
                    <a:off x="1244285" y="4298976"/>
                    <a:ext cx="2835186" cy="818799"/>
                  </a:xfrm>
                  <a:prstGeom prst="roundRect">
                    <a:avLst/>
                  </a:prstGeom>
                </p:spPr>
                <p:style>
                  <a:lnRef idx="2">
                    <a:schemeClr val="accent1"/>
                  </a:lnRef>
                  <a:fillRef idx="1">
                    <a:schemeClr val="lt1"/>
                  </a:fillRef>
                  <a:effectRef idx="0">
                    <a:schemeClr val="accent1"/>
                  </a:effectRef>
                  <a:fontRef idx="minor">
                    <a:schemeClr val="dk1"/>
                  </a:fontRef>
                </p:style>
                <p:txBody>
                  <a:bodyPr wrap="square" lIns="45720" tIns="36576" rIns="45720" bIns="36576" anchor="ctr">
                    <a:spAutoFit/>
                  </a:bodyPr>
                  <a:lstStyle/>
                  <a:p>
                    <a:pPr algn="ctr">
                      <a:spcAft>
                        <a:spcPts val="800"/>
                      </a:spcAft>
                    </a:pP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𝑚𝑎𝑥</m:t>
                              </m:r>
                            </m:sup>
                          </m:sSubSup>
                          <m:r>
                            <a:rPr>
                              <a:latin typeface="Cambria Math" panose="02040503050406030204" pitchFamily="18" charset="0"/>
                            </a:rPr>
                            <m:t> =</m:t>
                          </m:r>
                          <m:func>
                            <m:funcPr>
                              <m:ctrlPr>
                                <a:rPr i="1" smtClean="0">
                                  <a:latin typeface="Cambria Math" panose="02040503050406030204" pitchFamily="18" charset="0"/>
                                </a:rPr>
                              </m:ctrlPr>
                            </m:funcPr>
                            <m:fName>
                              <m:limLow>
                                <m:limLowPr>
                                  <m:ctrlPr>
                                    <a:rPr i="0" smtClean="0">
                                      <a:latin typeface="Cambria Math" panose="02040503050406030204" pitchFamily="18" charset="0"/>
                                    </a:rPr>
                                  </m:ctrlPr>
                                </m:limLowPr>
                                <m:e>
                                  <m:r>
                                    <m:rPr>
                                      <m:sty m:val="p"/>
                                    </m:rPr>
                                    <a:rPr i="0" smtClean="0">
                                      <a:latin typeface="Cambria Math" panose="02040503050406030204" pitchFamily="18" charset="0"/>
                                    </a:rPr>
                                    <m:t>max</m:t>
                                  </m:r>
                                </m:e>
                                <m:lim>
                                  <m:r>
                                    <a:rPr b="0" i="1" smtClean="0">
                                      <a:latin typeface="Cambria Math" panose="02040503050406030204" pitchFamily="18" charset="0"/>
                                    </a:rPr>
                                    <m:t>1</m:t>
                                  </m:r>
                                  <m:r>
                                    <a:rPr b="0" i="1" smtClean="0">
                                      <a:latin typeface="Cambria Math" panose="02040503050406030204" pitchFamily="18" charset="0"/>
                                      <a:ea typeface="Cambria Math" panose="02040503050406030204" pitchFamily="18" charset="0"/>
                                    </a:rPr>
                                    <m:t>≤</m:t>
                                  </m:r>
                                  <m:r>
                                    <m:rPr>
                                      <m:sty m:val="p"/>
                                    </m:rPr>
                                    <a:rPr b="0" i="1" smtClean="0">
                                      <a:latin typeface="Cambria Math" panose="02040503050406030204" pitchFamily="18" charset="0"/>
                                      <a:ea typeface="Cambria Math" panose="02040503050406030204" pitchFamily="18" charset="0"/>
                                    </a:rPr>
                                    <m:t>d</m:t>
                                  </m:r>
                                  <m:r>
                                    <a:rPr b="0" i="1" smtClean="0">
                                      <a:latin typeface="Cambria Math" panose="02040503050406030204" pitchFamily="18" charset="0"/>
                                      <a:ea typeface="Cambria Math" panose="02040503050406030204" pitchFamily="18" charset="0"/>
                                    </a:rPr>
                                    <m:t>≤</m:t>
                                  </m:r>
                                  <m:r>
                                    <m:rPr>
                                      <m:sty m:val="p"/>
                                    </m:rPr>
                                    <a:rPr b="0" i="1" smtClean="0">
                                      <a:latin typeface="Cambria Math" panose="02040503050406030204" pitchFamily="18" charset="0"/>
                                      <a:ea typeface="Cambria Math" panose="02040503050406030204" pitchFamily="18" charset="0"/>
                                    </a:rPr>
                                    <m:t>p</m:t>
                                  </m:r>
                                </m:lim>
                              </m:limLow>
                            </m:fName>
                            <m:e>
                              <m:sSubSup>
                                <m:sSubSupPr>
                                  <m:ctrlPr>
                                    <a:rPr lang="en-GB" b="0" i="1" smtClean="0">
                                      <a:latin typeface="Cambria Math" panose="02040503050406030204" pitchFamily="18" charset="0"/>
                                    </a:rPr>
                                  </m:ctrlPr>
                                </m:sSubSupPr>
                                <m:e>
                                  <m:r>
                                    <m:rPr>
                                      <m:sty m:val="p"/>
                                    </m:rPr>
                                    <a:rPr lang="en-GB" b="0" i="1" smtClean="0">
                                      <a:latin typeface="Cambria Math" panose="02040503050406030204" pitchFamily="18" charset="0"/>
                                    </a:rPr>
                                    <m:t>v</m:t>
                                  </m:r>
                                </m:e>
                                <m:sub>
                                  <m:r>
                                    <m:rPr>
                                      <m:sty m:val="p"/>
                                    </m:rPr>
                                    <a:rPr lang="en-GB" b="0" i="1" smtClean="0">
                                      <a:latin typeface="Cambria Math" panose="02040503050406030204" pitchFamily="18" charset="0"/>
                                    </a:rPr>
                                    <m:t>t</m:t>
                                  </m:r>
                                </m:sub>
                                <m:sup>
                                  <m:r>
                                    <a:rPr lang="en-GB" b="0" i="1" smtClean="0">
                                      <a:latin typeface="Cambria Math" panose="02040503050406030204" pitchFamily="18" charset="0"/>
                                    </a:rPr>
                                    <m:t>(</m:t>
                                  </m:r>
                                  <m:r>
                                    <m:rPr>
                                      <m:sty m:val="p"/>
                                    </m:rPr>
                                    <a:rPr lang="en-GB" b="0" i="1" smtClean="0">
                                      <a:latin typeface="Cambria Math" panose="02040503050406030204" pitchFamily="18" charset="0"/>
                                    </a:rPr>
                                    <m:t>d</m:t>
                                  </m:r>
                                  <m:r>
                                    <a:rPr lang="en-GB" b="0" i="1" smtClean="0">
                                      <a:latin typeface="Cambria Math" panose="02040503050406030204" pitchFamily="18" charset="0"/>
                                    </a:rPr>
                                    <m:t>)</m:t>
                                  </m:r>
                                </m:sup>
                              </m:sSubSup>
                            </m:e>
                          </m:func>
                        </m:oMath>
                      </m:oMathPara>
                    </a14:m>
                    <a:endParaRPr sz="2400" dirty="0"/>
                  </a:p>
                </p:txBody>
              </p:sp>
            </mc:Choice>
            <mc:Fallback>
              <p:sp>
                <p:nvSpPr>
                  <p:cNvPr id="6080" name="EDITABLE POWERPOINT EQUATION | Park 2023 pointwise aggregation | ROW 1"/>
                  <p:cNvSpPr txBox="1">
                    <a:spLocks noRot="1" noChangeAspect="1" noMove="1" noResize="1" noEditPoints="1" noAdjustHandles="1" noChangeArrowheads="1" noChangeShapeType="1" noTextEdit="1"/>
                  </p:cNvSpPr>
                  <p:nvPr/>
                </p:nvSpPr>
                <p:spPr>
                  <a:xfrm>
                    <a:off x="1244285" y="4298976"/>
                    <a:ext cx="2835186" cy="818799"/>
                  </a:xfrm>
                  <a:prstGeom prst="round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81" name="EDITABLE POWERPOINT EQUATION | Park 2023 pointwise aggregation | ROW 2"/>
                  <p:cNvSpPr txBox="1"/>
                  <p:nvPr/>
                </p:nvSpPr>
                <p:spPr>
                  <a:xfrm>
                    <a:off x="5278895" y="4098314"/>
                    <a:ext cx="2835187" cy="1211787"/>
                  </a:xfrm>
                  <a:prstGeom prst="roundRect">
                    <a:avLst/>
                  </a:prstGeom>
                </p:spPr>
                <p:style>
                  <a:lnRef idx="2">
                    <a:schemeClr val="accent1"/>
                  </a:lnRef>
                  <a:fillRef idx="1">
                    <a:schemeClr val="lt1"/>
                  </a:fillRef>
                  <a:effectRef idx="0">
                    <a:schemeClr val="accent1"/>
                  </a:effectRef>
                  <a:fontRef idx="minor">
                    <a:schemeClr val="dk1"/>
                  </a:fontRef>
                </p:style>
                <p:txBody>
                  <a:bodyPr wrap="square" lIns="45720" tIns="36576" rIns="45720" bIns="36576" anchor="ctr">
                    <a:spAutoFit/>
                  </a:bodyPr>
                  <a:lstStyle/>
                  <a:p>
                    <a:pPr algn="ctr">
                      <a:spcAft>
                        <a:spcPts val="800"/>
                      </a:spcAft>
                    </a:pP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𝑎𝑣𝑔</m:t>
                              </m:r>
                            </m:sup>
                          </m:sSubSup>
                          <m:r>
                            <a:rPr>
                              <a:latin typeface="Cambria Math" panose="02040503050406030204" pitchFamily="18" charset="0"/>
                            </a:rPr>
                            <m:t> = </m:t>
                          </m:r>
                          <m:f>
                            <m:fPr>
                              <m:ctrlPr>
                                <a:rPr>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𝑝</m:t>
                              </m:r>
                            </m:den>
                          </m:f>
                          <m:r>
                            <a:rPr>
                              <a:latin typeface="Cambria Math" panose="02040503050406030204" pitchFamily="18" charset="0"/>
                            </a:rPr>
                            <m:t> </m:t>
                          </m:r>
                          <m:nary>
                            <m:naryPr>
                              <m:chr m:val="∑"/>
                              <m:ctrlPr>
                                <a:rPr lang="en-GB" b="0" i="1" smtClean="0">
                                  <a:latin typeface="Cambria Math" panose="02040503050406030204" pitchFamily="18" charset="0"/>
                                </a:rPr>
                              </m:ctrlPr>
                            </m:naryPr>
                            <m:sub>
                              <m:r>
                                <m:rPr>
                                  <m:sty m:val="p"/>
                                  <m:brk m:alnAt="23"/>
                                </m:rPr>
                                <a:rPr lang="en-GB" b="0" i="1" smtClean="0">
                                  <a:latin typeface="Cambria Math" panose="02040503050406030204" pitchFamily="18" charset="0"/>
                                </a:rPr>
                                <m:t>d</m:t>
                              </m:r>
                              <m:r>
                                <m:rPr>
                                  <m:brk m:alnAt="23"/>
                                </m:rPr>
                                <a:rPr lang="en-GB" b="0" i="1" smtClean="0">
                                  <a:latin typeface="Cambria Math" panose="02040503050406030204" pitchFamily="18" charset="0"/>
                                </a:rPr>
                                <m:t>=</m:t>
                              </m:r>
                              <m:r>
                                <m:rPr>
                                  <m:brk m:alnAt="23"/>
                                </m:rPr>
                                <a:rPr lang="en-GB" b="0" i="1" smtClean="0">
                                  <a:latin typeface="Cambria Math" panose="02040503050406030204" pitchFamily="18" charset="0"/>
                                </a:rPr>
                                <m:t>1</m:t>
                              </m:r>
                            </m:sub>
                            <m:sup>
                              <m:r>
                                <m:rPr>
                                  <m:sty m:val="p"/>
                                </m:rPr>
                                <a:rPr lang="en-GB" b="0" i="1" smtClean="0">
                                  <a:latin typeface="Cambria Math" panose="02040503050406030204" pitchFamily="18" charset="0"/>
                                </a:rPr>
                                <m:t>p</m:t>
                              </m:r>
                            </m:sup>
                            <m:e>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e>
                          </m:nary>
                        </m:oMath>
                      </m:oMathPara>
                    </a14:m>
                    <a:endParaRPr sz="2400" dirty="0"/>
                  </a:p>
                </p:txBody>
              </p:sp>
            </mc:Choice>
            <mc:Fallback>
              <p:sp>
                <p:nvSpPr>
                  <p:cNvPr id="6081" name="EDITABLE POWERPOINT EQUATION | Park 2023 pointwise aggregation | ROW 2"/>
                  <p:cNvSpPr txBox="1">
                    <a:spLocks noRot="1" noChangeAspect="1" noMove="1" noResize="1" noEditPoints="1" noAdjustHandles="1" noChangeArrowheads="1" noChangeShapeType="1" noTextEdit="1"/>
                  </p:cNvSpPr>
                  <p:nvPr/>
                </p:nvSpPr>
                <p:spPr>
                  <a:xfrm>
                    <a:off x="5278895" y="4098314"/>
                    <a:ext cx="2835187" cy="1211787"/>
                  </a:xfrm>
                  <a:prstGeom prst="roundRect">
                    <a:avLst/>
                  </a:prstGeom>
                  <a:blipFill>
                    <a:blip r:embed="rId7"/>
                    <a:stretch>
                      <a:fillRect/>
                    </a:stretch>
                  </a:blipFill>
                </p:spPr>
                <p:txBody>
                  <a:bodyPr/>
                  <a:lstStyle/>
                  <a:p>
                    <a:r>
                      <a:rPr lang="en-GB">
                        <a:noFill/>
                      </a:rPr>
                      <a:t> </a:t>
                    </a:r>
                  </a:p>
                </p:txBody>
              </p:sp>
            </mc:Fallback>
          </mc:AlternateContent>
        </p:gr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64BEB341-9A48-7113-113A-9973076B485F}"/>
                    </a:ext>
                  </a:extLst>
                </p:cNvPr>
                <p:cNvSpPr txBox="1"/>
                <p:nvPr/>
              </p:nvSpPr>
              <p:spPr>
                <a:xfrm>
                  <a:off x="1371601" y="5303520"/>
                  <a:ext cx="2607073" cy="1084351"/>
                </a:xfrm>
                <a:prstGeom prst="rect">
                  <a:avLst/>
                </a:prstGeom>
                <a:noFill/>
              </p:spPr>
              <p:txBody>
                <a:bodyPr wrap="square" rtlCol="0">
                  <a:spAutoFit/>
                </a:bodyPr>
                <a:lstStyle/>
                <a:p>
                  <a:pPr/>
                  <a14:m>
                    <m:oMathPara xmlns:m="http://schemas.openxmlformats.org/officeDocument/2006/math">
                      <m:oMathParaPr>
                        <m:jc m:val="left"/>
                      </m:oMathParaPr>
                      <m:oMath>
                        <m:r>
                          <m:rPr>
                            <m:nor/>
                          </m:rPr>
                          <a:rPr lang="en-US" b="0" i="0" smtClean="0">
                            <a:solidFill>
                              <a:schemeClr val="accent1"/>
                            </a:solidFill>
                            <a:latin typeface="Cambria Math" panose="02040503050406030204" pitchFamily="18" charset="0"/>
                          </a:rPr>
                          <m:t>for </m:t>
                        </m:r>
                        <m:r>
                          <a:rPr lang="en-US" b="0" i="1" smtClean="0">
                            <a:solidFill>
                              <a:schemeClr val="accent1"/>
                            </a:solidFill>
                            <a:latin typeface="Cambria Math" panose="02040503050406030204" pitchFamily="18" charset="0"/>
                          </a:rPr>
                          <m:t>𝑡</m:t>
                        </m:r>
                        <m:r>
                          <a:rPr lang="en-US" b="0" i="1" smtClean="0">
                            <a:solidFill>
                              <a:schemeClr val="accent1"/>
                            </a:solidFill>
                            <a:latin typeface="Cambria Math" panose="02040503050406030204" pitchFamily="18" charset="0"/>
                          </a:rPr>
                          <m:t> = 1</m:t>
                        </m:r>
                        <m:r>
                          <m:rPr>
                            <m:nor/>
                          </m:rPr>
                          <a:rPr lang="en-US" b="0" i="0" smtClean="0">
                            <a:solidFill>
                              <a:schemeClr val="accent1"/>
                            </a:solidFill>
                            <a:latin typeface="Cambria Math" panose="02040503050406030204" pitchFamily="18" charset="0"/>
                          </a:rPr>
                          <m:t>,...</m:t>
                        </m:r>
                        <m:r>
                          <a:rPr lang="en-US" b="0" i="1" smtClean="0">
                            <a:solidFill>
                              <a:schemeClr val="accent1"/>
                            </a:solidFill>
                            <a:latin typeface="Cambria Math" panose="02040503050406030204" pitchFamily="18" charset="0"/>
                          </a:rPr>
                          <m:t>, </m:t>
                        </m:r>
                        <m:r>
                          <m:rPr>
                            <m:sty m:val="p"/>
                          </m:rPr>
                          <a:rPr lang="en-US" b="0" i="1" smtClean="0">
                            <a:solidFill>
                              <a:schemeClr val="accent1"/>
                            </a:solidFill>
                            <a:latin typeface="Cambria Math" panose="02040503050406030204" pitchFamily="18" charset="0"/>
                          </a:rPr>
                          <m:t>T</m:t>
                        </m:r>
                        <m:r>
                          <m:rPr>
                            <m:nor/>
                          </m:rPr>
                          <a:rPr lang="en-US" b="0" i="0" smtClean="0">
                            <a:solidFill>
                              <a:schemeClr val="accent1"/>
                            </a:solidFill>
                            <a:latin typeface="Cambria Math" panose="02040503050406030204" pitchFamily="18" charset="0"/>
                          </a:rPr>
                          <m:t> </m:t>
                        </m:r>
                      </m:oMath>
                    </m:oMathPara>
                  </a14:m>
                  <a:endParaRPr lang="en-GB" dirty="0">
                    <a:solidFill>
                      <a:schemeClr val="accent1"/>
                    </a:solidFill>
                  </a:endParaRPr>
                </a:p>
                <a:p>
                  <a:endParaRPr lang="en-GB" dirty="0">
                    <a:solidFill>
                      <a:schemeClr val="accent1"/>
                    </a:solidFill>
                  </a:endParaRPr>
                </a:p>
                <a:p>
                  <a:r>
                    <a:rPr lang="en-GB" b="1" dirty="0"/>
                    <a:t>Where</a:t>
                  </a:r>
                  <a:r>
                    <a:rPr lang="en-GB" dirty="0"/>
                    <a:t>:</a:t>
                  </a:r>
                </a:p>
              </p:txBody>
            </p:sp>
          </mc:Choice>
          <mc:Fallback>
            <p:sp>
              <p:nvSpPr>
                <p:cNvPr id="14" name="TextBox 13">
                  <a:extLst>
                    <a:ext uri="{FF2B5EF4-FFF2-40B4-BE49-F238E27FC236}">
                      <a16:creationId xmlns:a16="http://schemas.microsoft.com/office/drawing/2014/main" id="{64BEB341-9A48-7113-113A-9973076B485F}"/>
                    </a:ext>
                  </a:extLst>
                </p:cNvPr>
                <p:cNvSpPr txBox="1">
                  <a:spLocks noRot="1" noChangeAspect="1" noMove="1" noResize="1" noEditPoints="1" noAdjustHandles="1" noChangeArrowheads="1" noChangeShapeType="1" noTextEdit="1"/>
                </p:cNvSpPr>
                <p:nvPr/>
              </p:nvSpPr>
              <p:spPr>
                <a:xfrm>
                  <a:off x="1371601" y="5303520"/>
                  <a:ext cx="2607073" cy="1084351"/>
                </a:xfrm>
                <a:prstGeom prst="rect">
                  <a:avLst/>
                </a:prstGeom>
                <a:blipFill>
                  <a:blip r:embed="rId8"/>
                  <a:stretch>
                    <a:fillRect l="-2417" b="-993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80B5189C-CA1A-B1E5-E678-3D65B1796E8A}"/>
                    </a:ext>
                  </a:extLst>
                </p:cNvPr>
                <p:cNvSpPr txBox="1"/>
                <p:nvPr/>
              </p:nvSpPr>
              <p:spPr>
                <a:xfrm>
                  <a:off x="1371599" y="6438900"/>
                  <a:ext cx="6800461" cy="548933"/>
                </a:xfrm>
                <a:prstGeom prst="rect">
                  <a:avLst/>
                </a:prstGeom>
                <a:noFill/>
              </p:spPr>
              <p:txBody>
                <a:bodyPr wrap="square" rtlCol="0">
                  <a:spAutoFit/>
                </a:bodyPr>
                <a:lstStyle/>
                <a:p>
                  <a:pPr/>
                  <a14:m>
                    <m:oMathPara xmlns:m="http://schemas.openxmlformats.org/officeDocument/2006/math">
                      <m:oMath>
                        <m:sSub>
                          <m:sSubPr>
                            <m:ctrlPr>
                              <a:rPr lang="en-GB" sz="2000" b="0" i="1" smtClean="0">
                                <a:latin typeface="Cambria Math" panose="02040503050406030204" pitchFamily="18" charset="0"/>
                              </a:rPr>
                            </m:ctrlPr>
                          </m:sSubPr>
                          <m:e>
                            <m:r>
                              <m:rPr>
                                <m:sty m:val="p"/>
                              </m:rPr>
                              <a:rPr lang="en-GB" sz="2000" b="0" i="1" smtClean="0">
                                <a:latin typeface="Cambria Math" panose="02040503050406030204" pitchFamily="18" charset="0"/>
                              </a:rPr>
                              <m:t>b</m:t>
                            </m:r>
                          </m:e>
                          <m:sub>
                            <m:r>
                              <m:rPr>
                                <m:nor/>
                              </m:rPr>
                              <a:rPr lang="en-US" sz="2000" b="0" i="0" smtClean="0">
                                <a:latin typeface="Cambria Math" panose="02040503050406030204" pitchFamily="18" charset="0"/>
                              </a:rPr>
                              <m:t>max</m:t>
                            </m:r>
                          </m:sub>
                        </m:sSub>
                        <m:box>
                          <m:boxPr>
                            <m:ctrlPr>
                              <a:rPr lang="en-GB" sz="2000" i="1" smtClean="0">
                                <a:latin typeface="Cambria Math" panose="02040503050406030204" pitchFamily="18" charset="0"/>
                              </a:rPr>
                            </m:ctrlPr>
                          </m:boxPr>
                          <m:e>
                            <m:r>
                              <a:rPr lang="en-GB" sz="2000" i="1" smtClean="0">
                                <a:latin typeface="Cambria Math" panose="02040503050406030204" pitchFamily="18" charset="0"/>
                              </a:rPr>
                              <m:t>≔</m:t>
                            </m:r>
                          </m:e>
                        </m:box>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nor/>
                                  </m:rPr>
                                  <a:rPr lang="en-GB" sz="2000" b="0" i="0" smtClean="0">
                                    <a:latin typeface="Cambria Math" panose="02040503050406030204" pitchFamily="18" charset="0"/>
                                  </a:rPr>
                                  <m:t>arg</m:t>
                                </m:r>
                                <m:r>
                                  <a:rPr lang="en-GB" sz="2000" b="0" i="0" smtClean="0">
                                    <a:latin typeface="Cambria Math" panose="02040503050406030204" pitchFamily="18" charset="0"/>
                                  </a:rPr>
                                  <m:t> </m:t>
                                </m:r>
                                <m:r>
                                  <m:rPr>
                                    <m:sty m:val="p"/>
                                  </m:rPr>
                                  <a:rPr lang="en-GB" sz="2000" i="0" smtClean="0">
                                    <a:latin typeface="Cambria Math" panose="02040503050406030204" pitchFamily="18" charset="0"/>
                                  </a:rPr>
                                  <m:t>max</m:t>
                                </m:r>
                              </m:e>
                              <m:lim>
                                <m:r>
                                  <m:rPr>
                                    <m:sty m:val="p"/>
                                  </m:rPr>
                                  <a:rPr lang="en-GB" sz="2000" b="0" i="1" smtClean="0">
                                    <a:latin typeface="Cambria Math" panose="02040503050406030204" pitchFamily="18" charset="0"/>
                                  </a:rPr>
                                  <m:t>t</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e>
                        </m:func>
                      </m:oMath>
                    </m:oMathPara>
                  </a14:m>
                  <a:endParaRPr lang="en-GB" sz="2000" dirty="0"/>
                </a:p>
              </p:txBody>
            </p:sp>
          </mc:Choice>
          <mc:Fallback>
            <p:sp>
              <p:nvSpPr>
                <p:cNvPr id="16" name="TextBox 15">
                  <a:extLst>
                    <a:ext uri="{FF2B5EF4-FFF2-40B4-BE49-F238E27FC236}">
                      <a16:creationId xmlns:a16="http://schemas.microsoft.com/office/drawing/2014/main" id="{80B5189C-CA1A-B1E5-E678-3D65B1796E8A}"/>
                    </a:ext>
                  </a:extLst>
                </p:cNvPr>
                <p:cNvSpPr txBox="1">
                  <a:spLocks noRot="1" noChangeAspect="1" noMove="1" noResize="1" noEditPoints="1" noAdjustHandles="1" noChangeArrowheads="1" noChangeShapeType="1" noTextEdit="1"/>
                </p:cNvSpPr>
                <p:nvPr/>
              </p:nvSpPr>
              <p:spPr>
                <a:xfrm>
                  <a:off x="1371599" y="6438900"/>
                  <a:ext cx="6800461" cy="548933"/>
                </a:xfrm>
                <a:prstGeom prst="rect">
                  <a:avLst/>
                </a:prstGeom>
                <a:blipFill>
                  <a:blip r:embed="rId9"/>
                  <a:stretch>
                    <a:fillRect b="-1948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AC86904-BCB9-E2F8-DB4D-8B479A164C4D}"/>
                    </a:ext>
                  </a:extLst>
                </p:cNvPr>
                <p:cNvSpPr txBox="1"/>
                <p:nvPr/>
              </p:nvSpPr>
              <p:spPr>
                <a:xfrm>
                  <a:off x="1371598" y="7189879"/>
                  <a:ext cx="6800461" cy="572786"/>
                </a:xfrm>
                <a:prstGeom prst="rect">
                  <a:avLst/>
                </a:prstGeom>
                <a:noFill/>
              </p:spPr>
              <p:txBody>
                <a:bodyPr wrap="square" rtlCol="0">
                  <a:spAutoFit/>
                </a:bodyPr>
                <a:lstStyle/>
                <a:p>
                  <a:pPr/>
                  <a14:m>
                    <m:oMathPara xmlns:m="http://schemas.openxmlformats.org/officeDocument/2006/math">
                      <m:oMath>
                        <m:sSub>
                          <m:sSubPr>
                            <m:ctrlPr>
                              <a:rPr lang="en-GB" sz="2000" b="0" i="1" smtClean="0">
                                <a:latin typeface="Cambria Math" panose="02040503050406030204" pitchFamily="18" charset="0"/>
                              </a:rPr>
                            </m:ctrlPr>
                          </m:sSubPr>
                          <m:e>
                            <m:r>
                              <m:rPr>
                                <m:sty m:val="p"/>
                              </m:rPr>
                              <a:rPr lang="en-GB" sz="2000" b="0" i="1" smtClean="0">
                                <a:latin typeface="Cambria Math" panose="02040503050406030204" pitchFamily="18" charset="0"/>
                              </a:rPr>
                              <m:t>b</m:t>
                            </m:r>
                          </m:e>
                          <m:sub>
                            <m:r>
                              <m:rPr>
                                <m:nor/>
                              </m:rPr>
                              <a:rPr lang="en-US" sz="2000" b="0" i="0" smtClean="0">
                                <a:latin typeface="Cambria Math" panose="02040503050406030204" pitchFamily="18" charset="0"/>
                              </a:rPr>
                              <m:t>avg</m:t>
                            </m:r>
                          </m:sub>
                        </m:sSub>
                        <m:box>
                          <m:boxPr>
                            <m:ctrlPr>
                              <a:rPr lang="en-GB" sz="2000" i="1" smtClean="0">
                                <a:latin typeface="Cambria Math" panose="02040503050406030204" pitchFamily="18" charset="0"/>
                              </a:rPr>
                            </m:ctrlPr>
                          </m:boxPr>
                          <m:e>
                            <m:r>
                              <a:rPr lang="en-GB" sz="2000" i="1" smtClean="0">
                                <a:latin typeface="Cambria Math" panose="02040503050406030204" pitchFamily="18" charset="0"/>
                              </a:rPr>
                              <m:t>≔</m:t>
                            </m:r>
                          </m:e>
                        </m:box>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nor/>
                                  </m:rPr>
                                  <a:rPr lang="en-GB" sz="2000" b="0" i="0" smtClean="0">
                                    <a:latin typeface="Cambria Math" panose="02040503050406030204" pitchFamily="18" charset="0"/>
                                  </a:rPr>
                                  <m:t>arg</m:t>
                                </m:r>
                                <m:r>
                                  <a:rPr lang="en-GB" sz="2000" b="0" i="0" smtClean="0">
                                    <a:latin typeface="Cambria Math" panose="02040503050406030204" pitchFamily="18" charset="0"/>
                                  </a:rPr>
                                  <m:t> </m:t>
                                </m:r>
                                <m:r>
                                  <m:rPr>
                                    <m:sty m:val="p"/>
                                  </m:rPr>
                                  <a:rPr lang="en-GB" sz="2000" i="0" smtClean="0">
                                    <a:latin typeface="Cambria Math" panose="02040503050406030204" pitchFamily="18" charset="0"/>
                                  </a:rPr>
                                  <m:t>max</m:t>
                                </m:r>
                              </m:e>
                              <m:lim>
                                <m:r>
                                  <m:rPr>
                                    <m:sty m:val="p"/>
                                  </m:rPr>
                                  <a:rPr lang="en-GB" sz="2000" b="0" i="1" smtClean="0">
                                    <a:latin typeface="Cambria Math" panose="02040503050406030204" pitchFamily="18" charset="0"/>
                                  </a:rPr>
                                  <m:t>t</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avg</m:t>
                                </m:r>
                              </m:sup>
                            </m:sSubSup>
                          </m:e>
                        </m:func>
                      </m:oMath>
                    </m:oMathPara>
                  </a14:m>
                  <a:endParaRPr lang="en-GB" sz="2000" dirty="0"/>
                </a:p>
              </p:txBody>
            </p:sp>
          </mc:Choice>
          <mc:Fallback>
            <p:sp>
              <p:nvSpPr>
                <p:cNvPr id="18" name="TextBox 17">
                  <a:extLst>
                    <a:ext uri="{FF2B5EF4-FFF2-40B4-BE49-F238E27FC236}">
                      <a16:creationId xmlns:a16="http://schemas.microsoft.com/office/drawing/2014/main" id="{0AC86904-BCB9-E2F8-DB4D-8B479A164C4D}"/>
                    </a:ext>
                  </a:extLst>
                </p:cNvPr>
                <p:cNvSpPr txBox="1">
                  <a:spLocks noRot="1" noChangeAspect="1" noMove="1" noResize="1" noEditPoints="1" noAdjustHandles="1" noChangeArrowheads="1" noChangeShapeType="1" noTextEdit="1"/>
                </p:cNvSpPr>
                <p:nvPr/>
              </p:nvSpPr>
              <p:spPr>
                <a:xfrm>
                  <a:off x="1371598" y="7189879"/>
                  <a:ext cx="6800461" cy="572786"/>
                </a:xfrm>
                <a:prstGeom prst="rect">
                  <a:avLst/>
                </a:prstGeom>
                <a:blipFill>
                  <a:blip r:embed="rId10"/>
                  <a:stretch>
                    <a:fillRect b="-18750"/>
                  </a:stretch>
                </a:blipFill>
              </p:spPr>
              <p:txBody>
                <a:bodyPr/>
                <a:lstStyle/>
                <a:p>
                  <a:r>
                    <a:rPr lang="en-GB">
                      <a:noFill/>
                    </a:rPr>
                    <a:t> </a:t>
                  </a:r>
                </a:p>
              </p:txBody>
            </p:sp>
          </mc:Fallback>
        </mc:AlternateContent>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1111</TotalTime>
  <Words>9230</Words>
  <Application>Microsoft Office PowerPoint</Application>
  <PresentationFormat>Custom</PresentationFormat>
  <Paragraphs>1095</Paragraphs>
  <Slides>44</Slides>
  <Notes>34</Notes>
  <HiddenSlides>0</HiddenSlides>
  <MMClips>0</MMClips>
  <ScaleCrop>false</ScaleCrop>
  <HeadingPairs>
    <vt:vector size="6" baseType="variant">
      <vt:variant>
        <vt:lpstr>Fonts Used</vt:lpstr>
      </vt:variant>
      <vt:variant>
        <vt:i4>19</vt:i4>
      </vt:variant>
      <vt:variant>
        <vt:lpstr>Theme</vt:lpstr>
      </vt:variant>
      <vt:variant>
        <vt:i4>1</vt:i4>
      </vt:variant>
      <vt:variant>
        <vt:lpstr>Slide Titles</vt:lpstr>
      </vt:variant>
      <vt:variant>
        <vt:i4>44</vt:i4>
      </vt:variant>
    </vt:vector>
  </HeadingPairs>
  <TitlesOfParts>
    <vt:vector size="64" baseType="lpstr">
      <vt:lpstr>Inter Italics</vt:lpstr>
      <vt:lpstr>Calibri</vt:lpstr>
      <vt:lpstr>Calibri (MS) Bold</vt:lpstr>
      <vt:lpstr>Arial</vt:lpstr>
      <vt:lpstr>Roboto</vt:lpstr>
      <vt:lpstr>DejaVu Sans Bold</vt:lpstr>
      <vt:lpstr>Calibri (MS)</vt:lpstr>
      <vt:lpstr>Aptos</vt:lpstr>
      <vt:lpstr>DejaVu Sans Light</vt:lpstr>
      <vt:lpstr>Inter Semi-Bold</vt:lpstr>
      <vt:lpstr>Inter</vt:lpstr>
      <vt:lpstr>Inter Bold</vt:lpstr>
      <vt:lpstr>Aptos Bold</vt:lpstr>
      <vt:lpstr>Consolas</vt:lpstr>
      <vt:lpstr>Segoe UI</vt:lpstr>
      <vt:lpstr>Cambria Math</vt:lpstr>
      <vt:lpstr>Calibri (MS) Italics</vt:lpstr>
      <vt:lpstr>Inter Medium</vt:lpstr>
      <vt:lpstr>Roboto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2026-10-18T11:40:38Z</dcterms:modified>
  <dc:identifier>DAHYBaR-K0c</dc:identifier>
</cp:coreProperties>
</file>