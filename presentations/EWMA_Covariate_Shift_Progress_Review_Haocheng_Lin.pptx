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5"/>
  </p:notesMasterIdLst>
  <p:sldIdLst>
    <p:sldId id="256" r:id="rId3"/>
    <p:sldId id="257" r:id="rId4"/>
    <p:sldId id="258" r:id="rId5"/>
    <p:sldId id="1000" r:id="rId6"/>
    <p:sldId id="1001" r:id="rId7"/>
    <p:sldId id="1002" r:id="rId8"/>
    <p:sldId id="1003" r:id="rId9"/>
    <p:sldId id="1004" r:id="rId10"/>
    <p:sldId id="1005" r:id="rId11"/>
    <p:sldId id="259" r:id="rId12"/>
    <p:sldId id="2003" r:id="rId13"/>
    <p:sldId id="266" r:id="rId14"/>
    <p:sldId id="260" r:id="rId15"/>
    <p:sldId id="261" r:id="rId16"/>
    <p:sldId id="267" r:id="rId17"/>
    <p:sldId id="262" r:id="rId18"/>
    <p:sldId id="265" r:id="rId19"/>
    <p:sldId id="2000" r:id="rId20"/>
    <p:sldId id="2001" r:id="rId21"/>
    <p:sldId id="2002" r:id="rId22"/>
    <p:sldId id="263" r:id="rId23"/>
    <p:sldId id="264" r:id="rId24"/>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835" autoAdjust="0"/>
  </p:normalViewPr>
  <p:slideViewPr>
    <p:cSldViewPr snapToGrid="0">
      <p:cViewPr varScale="1">
        <p:scale>
          <a:sx n="60" d="100"/>
          <a:sy n="60" d="100"/>
        </p:scale>
        <p:origin x="1530"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8:13:21.965" v="828" actId="21"/>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delSp mod">
        <pc:chgData name="Haocheng Lin" userId="3c9af17cd41df8cf" providerId="LiveId" clId="{E85DCD58-ED75-4D29-A2F4-F018EE94DF03}" dt="2026-10-04T18:13:21.965" v="828" actId="21"/>
        <pc:sldMkLst>
          <pc:docMk/>
          <pc:sldMk cId="190331914" sldId="264"/>
        </pc:sldMkLst>
        <pc:spChg chg="del">
          <ac:chgData name="Haocheng Lin" userId="3c9af17cd41df8cf" providerId="LiveId" clId="{E85DCD58-ED75-4D29-A2F4-F018EE94DF03}" dt="2026-10-04T18:13:21.965" v="828" actId="21"/>
          <ac:spMkLst>
            <pc:docMk/>
            <pc:sldMk cId="190331914" sldId="264"/>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Research lineage</a:t>
            </a:r>
          </a:p>
          <a:p>
            <a:endParaRPr/>
          </a:p>
          <a:p>
            <a:r>
              <a:t>Suggested explanation (30–60 seconds):</a:t>
            </a:r>
          </a:p>
          <a:p>
            <a:r>
              <a:t>Raza motivates detector reconstruction. Chowdhury demonstrates online supervised BCI adaptation. The later CSE-UAEL work motivates transductive updates and ensembles. Rao and Heyden motivate the subspace question. Diethe provides a maintenance architecture.</a:t>
            </a:r>
          </a:p>
          <a:p>
            <a:endParaRPr/>
          </a:p>
          <a:p>
            <a:r>
              <a:t>Likely question and answer:</a:t>
            </a:r>
          </a:p>
          <a:p>
            <a:r>
              <a:t>Why Diethe 2019 when Notion says 2018? The supplied PDF identifies a 2018 workshop and arXiv v2 dated March 2019. State the version being cited consistently.</a:t>
            </a:r>
          </a:p>
          <a:p>
            <a:endParaRPr/>
          </a:p>
          <a:p>
            <a:r>
              <a:t>Evidence and cautions:</a:t>
            </a:r>
          </a:p>
          <a:p>
            <a:r>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Detection and adaptation are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02</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10</a:t>
            </a:r>
          </a:p>
        </p:txBody>
      </p:sp>
    </p:spTree>
    <p:extLst>
      <p:ext uri="{BB962C8B-B14F-4D97-AF65-F5344CB8AC3E}">
        <p14:creationId xmlns:p14="http://schemas.microsoft.com/office/powerpoint/2010/main" val="1926805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11</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t>Check current limits first; update state and variance afterwards.</a:t>
            </a:r>
          </a:p>
          <a:p>
            <a:pPr>
              <a:defRPr sz="1400" b="0">
                <a:solidFill>
                  <a:srgbClr val="9CB0C3"/>
                </a:solidFill>
                <a:latin typeface="DejaVu Sans"/>
              </a:defRPr>
            </a:pPr>
            <a:r>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t>H: observations per window; d: retained dimensions.</a:t>
            </a:r>
          </a:p>
          <a:p>
            <a:pPr>
              <a:defRPr sz="1400" b="0">
                <a:solidFill>
                  <a:srgbClr val="9CB0C3"/>
                </a:solidFill>
                <a:latin typeface="DejaVu Sans"/>
              </a:defRPr>
            </a:pPr>
            <a:r>
              <a:t>αtest is distinct from variance smoothing.</a:t>
            </a:r>
          </a:p>
          <a:p>
            <a:pPr>
              <a:defRPr sz="1400" b="0">
                <a:solidFill>
                  <a:srgbClr val="9CB0C3"/>
                </a:solidFill>
                <a:latin typeface="DejaVu Sans"/>
              </a:defRPr>
            </a:pPr>
            <a:r>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t>Chowdhury §II.E.3, Eqs. (3), (5)–(9). Eq. (9) uses separate covariance terms; pooled mode is a repository choice.</a:t>
            </a:r>
          </a:p>
          <a:p>
            <a:pPr>
              <a:defRPr sz="1100" b="0">
                <a:solidFill>
                  <a:srgbClr val="9CB0C3"/>
                </a:solidFill>
                <a:latin typeface="DejaVu Sans"/>
              </a:defRPr>
            </a:pPr>
            <a:r>
              <a:t>Eq. (8) describes the always-update variance mode. The Diethe pilot uses frozen variance.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14</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15</a:t>
            </a:r>
          </a:p>
        </p:txBody>
      </p:sp>
    </p:spTree>
    <p:extLst>
      <p:ext uri="{BB962C8B-B14F-4D97-AF65-F5344CB8AC3E}">
        <p14:creationId xmlns:p14="http://schemas.microsoft.com/office/powerpoint/2010/main" val="3423941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16</a:t>
            </a:r>
          </a:p>
        </p:txBody>
      </p:sp>
    </p:spTree>
    <p:extLst>
      <p:ext uri="{BB962C8B-B14F-4D97-AF65-F5344CB8AC3E}">
        <p14:creationId xmlns:p14="http://schemas.microsoft.com/office/powerpoint/2010/main" val="10010702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17</a:t>
            </a:r>
          </a:p>
        </p:txBody>
      </p:sp>
    </p:spTree>
    <p:extLst>
      <p:ext uri="{BB962C8B-B14F-4D97-AF65-F5344CB8AC3E}">
        <p14:creationId xmlns:p14="http://schemas.microsoft.com/office/powerpoint/2010/main" val="3443722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pPr>
              <a:spcAft>
                <a:spcPts val="900"/>
              </a:spcAft>
              <a:defRPr sz="1800" b="0">
                <a:solidFill>
                  <a:srgbClr val="78D8CC"/>
                </a:solidFill>
                <a:latin typeface="DejaVu Sans"/>
              </a:defRPr>
            </a:pPr>
            <a:r>
              <a:t>First five-policy run is saved. Repeated comparisons across scenarios and seeds remain pending.</a:t>
            </a:r>
          </a:p>
          <a:p>
            <a:pPr>
              <a:spcAft>
                <a:spcPts val="900"/>
              </a:spcAft>
              <a:defRPr sz="1800" b="0">
                <a:solidFill>
                  <a:srgbClr val="78D8CC"/>
                </a:solidFill>
                <a:latin typeface="DejaVu Sans"/>
              </a:defRPr>
            </a:pPr>
            <a:r>
              <a:t>The five-policy comparison is a repository experiment inspired by the paper.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Five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800"/>
              </a:spcAft>
              <a:defRPr sz="800" b="0">
                <a:solidFill>
                  <a:srgbClr val="9CB0C3"/>
                </a:solidFill>
                <a:latin typeface="DejaVu Sans"/>
              </a:defRPr>
            </a:pPr>
            <a: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21</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22</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293</TotalTime>
  <Words>4918</Words>
  <Application>Microsoft Office PowerPoint</Application>
  <DocSecurity>0</DocSecurity>
  <PresentationFormat>Widescreen</PresentationFormat>
  <Paragraphs>651</Paragraphs>
  <Slides>22</Slides>
  <Notes>22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DejaVu Sans</vt:lpstr>
      <vt:lpstr>Aptos</vt:lpstr>
      <vt:lpstr>Calibri</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23</cp:revision>
  <dcterms:created xsi:type="dcterms:W3CDTF">2026-09-28T11:03:11Z</dcterms:created>
  <dcterms:modified xsi:type="dcterms:W3CDTF">2026-10-04T18:13:23Z</dcterms:modified>
</cp:coreProperties>
</file>