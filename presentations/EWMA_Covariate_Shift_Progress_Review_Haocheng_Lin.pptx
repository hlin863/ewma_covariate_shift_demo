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Bold" panose="020B0004020202020204" charset="0"/>
      <p:regular r:id="rId47"/>
      <p:bold r:id="rId48"/>
    </p:embeddedFont>
    <p:embeddedFont>
      <p:font typeface="Calibri (MS)" panose="020B0604020202020204" charset="0"/>
      <p:regular r:id="rId49"/>
    </p:embeddedFont>
    <p:embeddedFont>
      <p:font typeface="Calibri (MS) Bold" panose="020B0604020202020204" charset="0"/>
      <p:regular r:id="rId50"/>
    </p:embeddedFont>
    <p:embeddedFont>
      <p:font typeface="Cambria Math" panose="02040503050406030204" pitchFamily="18" charset="0"/>
      <p:regular r:id="rId51"/>
    </p:embeddedFont>
    <p:embeddedFont>
      <p:font typeface="Consolas" panose="020B0609020204030204" pitchFamily="49" charset="0"/>
      <p:regular r:id="rId52"/>
      <p:bold r:id="rId53"/>
      <p:italic r:id="rId54"/>
      <p:boldItalic r:id="rId55"/>
    </p:embeddedFont>
    <p:embeddedFont>
      <p:font typeface="DejaVu Sans Bold" panose="020B0604020202020204" charset="0"/>
      <p:regular r:id="rId56"/>
    </p:embeddedFont>
    <p:embeddedFont>
      <p:font typeface="DejaVu Sans Light" panose="020B0604020202020204" charset="0"/>
      <p:regular r:id="rId57"/>
    </p:embeddedFont>
    <p:embeddedFont>
      <p:font typeface="Inter" panose="020B0604020202020204" charset="0"/>
      <p:regular r:id="rId58"/>
    </p:embeddedFont>
    <p:embeddedFont>
      <p:font typeface="Inter Bold" panose="020B0604020202020204" charset="0"/>
      <p:regular r:id="rId59"/>
    </p:embeddedFont>
    <p:embeddedFont>
      <p:font typeface="Inter Italics" panose="020B0604020202020204" charset="0"/>
      <p:regular r:id="rId60"/>
    </p:embeddedFont>
    <p:embeddedFont>
      <p:font typeface="Inter Medium" panose="020B0604020202020204" charset="0"/>
      <p:regular r:id="rId61"/>
    </p:embeddedFont>
    <p:embeddedFont>
      <p:font typeface="Inter Semi-Bold" panose="020B0604020202020204" charset="0"/>
      <p:regular r:id="rId62"/>
    </p:embeddedFont>
    <p:embeddedFont>
      <p:font typeface="Roboto" panose="02000000000000000000" pitchFamily="2" charset="0"/>
      <p:regular r:id="rId63"/>
      <p:bold r:id="rId64"/>
      <p:italic r:id="rId65"/>
      <p:boldItalic r:id="rId66"/>
    </p:embeddedFont>
    <p:embeddedFont>
      <p:font typeface="Roboto Bold" panose="02000000000000000000" charset="0"/>
      <p:regular r:id="rId67"/>
      <p:bold r:id="rId68"/>
    </p:embeddedFont>
    <p:embeddedFont>
      <p:font typeface="Segoe UI" panose="020B0502040204020203" pitchFamily="34" charset="0"/>
      <p:regular r:id="rId69"/>
      <p:bold r:id="rId70"/>
      <p:italic r:id="rId71"/>
      <p:boldItalic r:id="rId7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425" dt="2026-10-18T13:29:31.0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3" autoAdjust="0"/>
    <p:restoredTop sz="86671" autoAdjust="0"/>
  </p:normalViewPr>
  <p:slideViewPr>
    <p:cSldViewPr>
      <p:cViewPr varScale="1">
        <p:scale>
          <a:sx n="56" d="100"/>
          <a:sy n="56" d="100"/>
        </p:scale>
        <p:origin x="621" y="3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3609"/>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1.fntdata"/><Relationship Id="rId63" Type="http://schemas.openxmlformats.org/officeDocument/2006/relationships/font" Target="fonts/font17.fntdata"/><Relationship Id="rId68" Type="http://schemas.openxmlformats.org/officeDocument/2006/relationships/font" Target="fonts/font22.fntdata"/><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font" Target="fonts/font20.fntdata"/><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font" Target="fonts/font18.fntdata"/><Relationship Id="rId69" Type="http://schemas.openxmlformats.org/officeDocument/2006/relationships/font" Target="fonts/font23.fntdata"/><Relationship Id="rId77"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font" Target="fonts/font5.fntdata"/><Relationship Id="rId72" Type="http://schemas.openxmlformats.org/officeDocument/2006/relationships/font" Target="fonts/font2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openxmlformats.org/officeDocument/2006/relationships/font" Target="fonts/font13.fntdata"/><Relationship Id="rId67"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font" Target="fonts/font16.fntdata"/><Relationship Id="rId70" Type="http://schemas.openxmlformats.org/officeDocument/2006/relationships/font" Target="fonts/font24.fntdata"/><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font" Target="fonts/font19.fntdata"/><Relationship Id="rId73" Type="http://schemas.openxmlformats.org/officeDocument/2006/relationships/presProps" Target="presProps.xml"/><Relationship Id="rId78"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4.fntdata"/><Relationship Id="rId55" Type="http://schemas.openxmlformats.org/officeDocument/2006/relationships/font" Target="fonts/font9.fntdata"/><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font" Target="fonts/font25.fntdata"/><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S::lin-h4@ulster.ac.uk::767fb433-d2fc-427c-8bc7-41e4ac3fef66" providerId="AD" clId="Web-{6BEAE5FE-03B2-8A61-65AF-E2F4F0D0A0E6}"/>
    <pc:docChg chg="modSld">
      <pc:chgData name="Haocheng Lin" userId="S::lin-h4@ulster.ac.uk::767fb433-d2fc-427c-8bc7-41e4ac3fef66" providerId="AD" clId="Web-{6BEAE5FE-03B2-8A61-65AF-E2F4F0D0A0E6}" dt="2026-10-15T15:41:29.624" v="29" actId="20577"/>
      <pc:docMkLst>
        <pc:docMk/>
      </pc:docMkLst>
      <pc:sldChg chg="modSp">
        <pc:chgData name="Haocheng Lin" userId="S::lin-h4@ulster.ac.uk::767fb433-d2fc-427c-8bc7-41e4ac3fef66" providerId="AD" clId="Web-{6BEAE5FE-03B2-8A61-65AF-E2F4F0D0A0E6}" dt="2026-10-15T15:41:29.624" v="29" actId="20577"/>
        <pc:sldMkLst>
          <pc:docMk/>
          <pc:sldMk cId="0" sldId="256"/>
        </pc:sldMkLst>
        <pc:spChg chg="mod">
          <ac:chgData name="Haocheng Lin" userId="S::lin-h4@ulster.ac.uk::767fb433-d2fc-427c-8bc7-41e4ac3fef66" providerId="AD" clId="Web-{6BEAE5FE-03B2-8A61-65AF-E2F4F0D0A0E6}" dt="2026-10-15T15:41:29.624" v="29" actId="20577"/>
          <ac:spMkLst>
            <pc:docMk/>
            <pc:sldMk cId="0" sldId="256"/>
            <ac:spMk id="6" creationId="{00000000-0000-0000-0000-000000000000}"/>
          </ac:spMkLst>
        </pc:spChg>
      </pc:sldChg>
      <pc:sldChg chg="addSp delSp modSp">
        <pc:chgData name="Haocheng Lin" userId="S::lin-h4@ulster.ac.uk::767fb433-d2fc-427c-8bc7-41e4ac3fef66" providerId="AD" clId="Web-{6BEAE5FE-03B2-8A61-65AF-E2F4F0D0A0E6}" dt="2026-10-15T15:41:04.874" v="24"/>
        <pc:sldMkLst>
          <pc:docMk/>
          <pc:sldMk cId="0" sldId="257"/>
        </pc:sldMkLst>
        <pc:spChg chg="mod">
          <ac:chgData name="Haocheng Lin" userId="S::lin-h4@ulster.ac.uk::767fb433-d2fc-427c-8bc7-41e4ac3fef66" providerId="AD" clId="Web-{6BEAE5FE-03B2-8A61-65AF-E2F4F0D0A0E6}" dt="2026-10-15T15:21:52.128" v="17" actId="20577"/>
          <ac:spMkLst>
            <pc:docMk/>
            <pc:sldMk cId="0" sldId="257"/>
            <ac:spMk id="10" creationId="{00000000-0000-0000-0000-000000000000}"/>
          </ac:spMkLst>
        </pc:spChg>
      </pc:sldChg>
    </pc:docChg>
  </pc:docChgLst>
  <pc:docChgLst>
    <pc:chgData name="Haocheng Lin" userId="S::lin-h4@ulster.ac.uk::767fb433-d2fc-427c-8bc7-41e4ac3fef66" providerId="AD" clId="Web-{05486E0C-B03F-E6B6-D148-CBF2EF1C8897}"/>
    <pc:docChg chg="modSld">
      <pc:chgData name="Haocheng Lin" userId="S::lin-h4@ulster.ac.uk::767fb433-d2fc-427c-8bc7-41e4ac3fef66" providerId="AD" clId="Web-{05486E0C-B03F-E6B6-D148-CBF2EF1C8897}" dt="2026-10-16T15:01:17.869" v="249" actId="20577"/>
      <pc:docMkLst>
        <pc:docMk/>
      </pc:docMkLst>
      <pc:sldChg chg="modSp">
        <pc:chgData name="Haocheng Lin" userId="S::lin-h4@ulster.ac.uk::767fb433-d2fc-427c-8bc7-41e4ac3fef66" providerId="AD" clId="Web-{05486E0C-B03F-E6B6-D148-CBF2EF1C8897}" dt="2026-10-16T15:00:15.367" v="243"/>
        <pc:sldMkLst>
          <pc:docMk/>
          <pc:sldMk cId="0" sldId="259"/>
        </pc:sldMkLst>
        <pc:spChg chg="mod">
          <ac:chgData name="Haocheng Lin" userId="S::lin-h4@ulster.ac.uk::767fb433-d2fc-427c-8bc7-41e4ac3fef66" providerId="AD" clId="Web-{05486E0C-B03F-E6B6-D148-CBF2EF1C8897}" dt="2026-10-16T14:48:00.008" v="238" actId="14100"/>
          <ac:spMkLst>
            <pc:docMk/>
            <pc:sldMk cId="0" sldId="259"/>
            <ac:spMk id="8" creationId="{00000000-0000-0000-0000-000000000000}"/>
          </ac:spMkLst>
        </pc:spChg>
        <pc:spChg chg="mod">
          <ac:chgData name="Haocheng Lin" userId="S::lin-h4@ulster.ac.uk::767fb433-d2fc-427c-8bc7-41e4ac3fef66" providerId="AD" clId="Web-{05486E0C-B03F-E6B6-D148-CBF2EF1C8897}" dt="2026-10-16T15:00:15.367" v="243"/>
          <ac:spMkLst>
            <pc:docMk/>
            <pc:sldMk cId="0" sldId="259"/>
            <ac:spMk id="9" creationId="{00000000-0000-0000-0000-000000000000}"/>
          </ac:spMkLst>
        </pc:spChg>
        <pc:spChg chg="mod">
          <ac:chgData name="Haocheng Lin" userId="S::lin-h4@ulster.ac.uk::767fb433-d2fc-427c-8bc7-41e4ac3fef66" providerId="AD" clId="Web-{05486E0C-B03F-E6B6-D148-CBF2EF1C8897}" dt="2026-10-16T14:48:15.056" v="241" actId="1076"/>
          <ac:spMkLst>
            <pc:docMk/>
            <pc:sldMk cId="0" sldId="259"/>
            <ac:spMk id="12" creationId="{00000000-0000-0000-0000-000000000000}"/>
          </ac:spMkLst>
        </pc:spChg>
        <pc:spChg chg="mod">
          <ac:chgData name="Haocheng Lin" userId="S::lin-h4@ulster.ac.uk::767fb433-d2fc-427c-8bc7-41e4ac3fef66" providerId="AD" clId="Web-{05486E0C-B03F-E6B6-D148-CBF2EF1C8897}" dt="2026-10-16T14:47:50.633" v="236" actId="20577"/>
          <ac:spMkLst>
            <pc:docMk/>
            <pc:sldMk cId="0" sldId="259"/>
            <ac:spMk id="13" creationId="{00000000-0000-0000-0000-000000000000}"/>
          </ac:spMkLst>
        </pc:spChg>
      </pc:sldChg>
      <pc:sldChg chg="modSp">
        <pc:chgData name="Haocheng Lin" userId="S::lin-h4@ulster.ac.uk::767fb433-d2fc-427c-8bc7-41e4ac3fef66" providerId="AD" clId="Web-{05486E0C-B03F-E6B6-D148-CBF2EF1C8897}" dt="2026-10-16T15:01:17.869" v="249" actId="20577"/>
        <pc:sldMkLst>
          <pc:docMk/>
          <pc:sldMk cId="387455802" sldId="300"/>
        </pc:sldMkLst>
        <pc:spChg chg="mod">
          <ac:chgData name="Haocheng Lin" userId="S::lin-h4@ulster.ac.uk::767fb433-d2fc-427c-8bc7-41e4ac3fef66" providerId="AD" clId="Web-{05486E0C-B03F-E6B6-D148-CBF2EF1C8897}" dt="2026-10-16T15:01:17.869" v="249" actId="20577"/>
          <ac:spMkLst>
            <pc:docMk/>
            <pc:sldMk cId="387455802" sldId="300"/>
            <ac:spMk id="77" creationId="{00000000-0000-0000-0000-000000000000}"/>
          </ac:spMkLst>
        </pc:spChg>
      </pc:sldChg>
    </pc:docChg>
  </pc:docChgLst>
  <pc:docChgLst>
    <pc:chgData name="Haocheng Lin" userId="3c9af17cd41df8cf" providerId="LiveId" clId="{E85DCD58-ED75-4D29-A2F4-F018EE94DF03}"/>
    <pc:docChg chg="undo custSel addSld delSld modSld">
      <pc:chgData name="Haocheng Lin" userId="3c9af17cd41df8cf" providerId="LiveId" clId="{E85DCD58-ED75-4D29-A2F4-F018EE94DF03}" dt="2026-10-18T13:29:53.081" v="739" actId="21"/>
      <pc:docMkLst>
        <pc:docMk/>
      </pc:docMkLst>
      <pc:sldChg chg="delSp modSp mod">
        <pc:chgData name="Haocheng Lin" userId="3c9af17cd41df8cf" providerId="LiveId" clId="{E85DCD58-ED75-4D29-A2F4-F018EE94DF03}" dt="2026-10-17T11:23:37.501" v="29" actId="21"/>
        <pc:sldMkLst>
          <pc:docMk/>
          <pc:sldMk cId="0" sldId="257"/>
        </pc:sldMkLst>
        <pc:spChg chg="del">
          <ac:chgData name="Haocheng Lin" userId="3c9af17cd41df8cf" providerId="LiveId" clId="{E85DCD58-ED75-4D29-A2F4-F018EE94DF03}" dt="2026-10-17T11:23:37.501" v="29" actId="21"/>
          <ac:spMkLst>
            <pc:docMk/>
            <pc:sldMk cId="0" sldId="257"/>
            <ac:spMk id="4" creationId="{00000000-0000-0000-0000-000000000000}"/>
          </ac:spMkLst>
        </pc:spChg>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addSp modSp">
        <pc:chgData name="Haocheng Lin" userId="3c9af17cd41df8cf" providerId="LiveId" clId="{E85DCD58-ED75-4D29-A2F4-F018EE94DF03}" dt="2026-10-17T12:08:40.748" v="52"/>
        <pc:sldMkLst>
          <pc:docMk/>
          <pc:sldMk cId="0" sldId="259"/>
        </pc:sldMkLst>
        <pc:spChg chg="mod">
          <ac:chgData name="Haocheng Lin" userId="3c9af17cd41df8cf" providerId="LiveId" clId="{E85DCD58-ED75-4D29-A2F4-F018EE94DF03}" dt="2026-10-17T12:08:40.748" v="52"/>
          <ac:spMkLst>
            <pc:docMk/>
            <pc:sldMk cId="0" sldId="259"/>
            <ac:spMk id="16" creationId="{34BA6D41-7B81-8B54-734B-FA7EBF2AB680}"/>
          </ac:spMkLst>
        </pc:spChg>
        <pc:grpChg chg="add mod">
          <ac:chgData name="Haocheng Lin" userId="3c9af17cd41df8cf" providerId="LiveId" clId="{E85DCD58-ED75-4D29-A2F4-F018EE94DF03}" dt="2026-10-17T12:08:40.748" v="52"/>
          <ac:grpSpMkLst>
            <pc:docMk/>
            <pc:sldMk cId="0" sldId="259"/>
            <ac:grpSpMk id="15" creationId="{ADB27E2A-3720-B97D-3A2D-63B6D4F2D654}"/>
          </ac:grpSpMkLst>
        </pc:grpChg>
      </pc:sldChg>
      <pc:sldChg chg="addSp modSp mod">
        <pc:chgData name="Haocheng Lin" userId="3c9af17cd41df8cf" providerId="LiveId" clId="{E85DCD58-ED75-4D29-A2F4-F018EE94DF03}" dt="2026-10-17T12:07:21.094" v="51" actId="114"/>
        <pc:sldMkLst>
          <pc:docMk/>
          <pc:sldMk cId="0" sldId="260"/>
        </pc:sldMkLst>
        <pc:spChg chg="mod">
          <ac:chgData name="Haocheng Lin" userId="3c9af17cd41df8cf" providerId="LiveId" clId="{E85DCD58-ED75-4D29-A2F4-F018EE94DF03}" dt="2026-10-17T12:07:17.487" v="50" actId="1076"/>
          <ac:spMkLst>
            <pc:docMk/>
            <pc:sldMk cId="0" sldId="260"/>
            <ac:spMk id="14" creationId="{00000000-0000-0000-0000-000000000000}"/>
          </ac:spMkLst>
        </pc:spChg>
        <pc:grpChg chg="mod">
          <ac:chgData name="Haocheng Lin" userId="3c9af17cd41df8cf" providerId="LiveId" clId="{E85DCD58-ED75-4D29-A2F4-F018EE94DF03}" dt="2026-10-17T12:05:30.407" v="33" actId="14100"/>
          <ac:grpSpMkLst>
            <pc:docMk/>
            <pc:sldMk cId="0" sldId="260"/>
            <ac:grpSpMk id="6" creationId="{00000000-0000-0000-0000-000000000000}"/>
          </ac:grpSpMkLst>
        </pc:grpChg>
        <pc:grpChg chg="mod">
          <ac:chgData name="Haocheng Lin" userId="3c9af17cd41df8cf" providerId="LiveId" clId="{E85DCD58-ED75-4D29-A2F4-F018EE94DF03}" dt="2026-10-17T12:05:33.488" v="34" actId="14100"/>
          <ac:grpSpMkLst>
            <pc:docMk/>
            <pc:sldMk cId="0" sldId="260"/>
            <ac:grpSpMk id="10" creationId="{00000000-0000-0000-0000-000000000000}"/>
          </ac:grpSpMkLst>
        </pc:grpChg>
        <pc:graphicFrameChg chg="add mod modGraphic">
          <ac:chgData name="Haocheng Lin" userId="3c9af17cd41df8cf" providerId="LiveId" clId="{E85DCD58-ED75-4D29-A2F4-F018EE94DF03}" dt="2026-10-17T12:07:21.094" v="51" actId="114"/>
          <ac:graphicFrameMkLst>
            <pc:docMk/>
            <pc:sldMk cId="0" sldId="260"/>
            <ac:graphicFrameMk id="15" creationId="{CF5BDFAE-2FE3-65A6-D290-7C14729AE725}"/>
          </ac:graphicFrameMkLst>
        </pc:graphicFrameChg>
      </pc:sldChg>
      <pc:sldChg chg="modSp mod">
        <pc:chgData name="Haocheng Lin" userId="3c9af17cd41df8cf" providerId="LiveId" clId="{E85DCD58-ED75-4D29-A2F4-F018EE94DF03}" dt="2026-10-18T11:28:41.298" v="490" actId="1076"/>
        <pc:sldMkLst>
          <pc:docMk/>
          <pc:sldMk cId="0" sldId="261"/>
        </pc:sldMkLst>
        <pc:spChg chg="mod">
          <ac:chgData name="Haocheng Lin" userId="3c9af17cd41df8cf" providerId="LiveId" clId="{E85DCD58-ED75-4D29-A2F4-F018EE94DF03}" dt="2026-10-18T11:26:37.621" v="457" actId="1076"/>
          <ac:spMkLst>
            <pc:docMk/>
            <pc:sldMk cId="0" sldId="261"/>
            <ac:spMk id="9" creationId="{00000000-0000-0000-0000-000000000000}"/>
          </ac:spMkLst>
        </pc:spChg>
        <pc:spChg chg="mod">
          <ac:chgData name="Haocheng Lin" userId="3c9af17cd41df8cf" providerId="LiveId" clId="{E85DCD58-ED75-4D29-A2F4-F018EE94DF03}" dt="2026-10-18T11:27:41.385" v="468" actId="20577"/>
          <ac:spMkLst>
            <pc:docMk/>
            <pc:sldMk cId="0" sldId="261"/>
            <ac:spMk id="12" creationId="{00000000-0000-0000-0000-000000000000}"/>
          </ac:spMkLst>
        </pc:spChg>
        <pc:spChg chg="mod">
          <ac:chgData name="Haocheng Lin" userId="3c9af17cd41df8cf" providerId="LiveId" clId="{E85DCD58-ED75-4D29-A2F4-F018EE94DF03}" dt="2026-10-18T11:28:41.298" v="490" actId="1076"/>
          <ac:spMkLst>
            <pc:docMk/>
            <pc:sldMk cId="0" sldId="261"/>
            <ac:spMk id="13" creationId="{00000000-0000-0000-0000-000000000000}"/>
          </ac:spMkLst>
        </pc:spChg>
        <pc:spChg chg="mod">
          <ac:chgData name="Haocheng Lin" userId="3c9af17cd41df8cf" providerId="LiveId" clId="{E85DCD58-ED75-4D29-A2F4-F018EE94DF03}" dt="2026-10-18T11:26:54.754" v="459" actId="1076"/>
          <ac:spMkLst>
            <pc:docMk/>
            <pc:sldMk cId="0" sldId="261"/>
            <ac:spMk id="15" creationId="{00000000-0000-0000-0000-000000000000}"/>
          </ac:spMkLst>
        </pc:spChg>
        <pc:spChg chg="mod">
          <ac:chgData name="Haocheng Lin" userId="3c9af17cd41df8cf" providerId="LiveId" clId="{E85DCD58-ED75-4D29-A2F4-F018EE94DF03}" dt="2026-10-18T11:26:57.376" v="460" actId="1076"/>
          <ac:spMkLst>
            <pc:docMk/>
            <pc:sldMk cId="0" sldId="261"/>
            <ac:spMk id="6070" creationId="{00000000-0000-0000-0000-000000000000}"/>
          </ac:spMkLst>
        </pc:spChg>
        <pc:grpChg chg="mod">
          <ac:chgData name="Haocheng Lin" userId="3c9af17cd41df8cf" providerId="LiveId" clId="{E85DCD58-ED75-4D29-A2F4-F018EE94DF03}" dt="2026-10-18T11:26:08.622" v="454" actId="1076"/>
          <ac:grpSpMkLst>
            <pc:docMk/>
            <pc:sldMk cId="0" sldId="261"/>
            <ac:grpSpMk id="6" creationId="{00000000-0000-0000-0000-000000000000}"/>
          </ac:grpSpMkLst>
        </pc:grpChg>
        <pc:grpChg chg="mod">
          <ac:chgData name="Haocheng Lin" userId="3c9af17cd41df8cf" providerId="LiveId" clId="{E85DCD58-ED75-4D29-A2F4-F018EE94DF03}" dt="2026-10-18T11:27:29.019" v="463" actId="1076"/>
          <ac:grpSpMkLst>
            <pc:docMk/>
            <pc:sldMk cId="0" sldId="261"/>
            <ac:grpSpMk id="10" creationId="{00000000-0000-0000-0000-000000000000}"/>
          </ac:grpSpMkLst>
        </pc:grpChg>
      </pc:sldChg>
      <pc:sldChg chg="addSp delSp modSp mod">
        <pc:chgData name="Haocheng Lin" userId="3c9af17cd41df8cf" providerId="LiveId" clId="{E85DCD58-ED75-4D29-A2F4-F018EE94DF03}" dt="2026-10-18T13:29:53.081" v="739" actId="21"/>
        <pc:sldMkLst>
          <pc:docMk/>
          <pc:sldMk cId="0" sldId="262"/>
        </pc:sldMkLst>
        <pc:spChg chg="mod">
          <ac:chgData name="Haocheng Lin" userId="3c9af17cd41df8cf" providerId="LiveId" clId="{E85DCD58-ED75-4D29-A2F4-F018EE94DF03}" dt="2026-10-18T11:38:33.898" v="493" actId="1076"/>
          <ac:spMkLst>
            <pc:docMk/>
            <pc:sldMk cId="0" sldId="262"/>
            <ac:spMk id="2" creationId="{00000000-0000-0000-0000-000000000000}"/>
          </ac:spMkLst>
        </pc:spChg>
        <pc:spChg chg="add mod">
          <ac:chgData name="Haocheng Lin" userId="3c9af17cd41df8cf" providerId="LiveId" clId="{E85DCD58-ED75-4D29-A2F4-F018EE94DF03}" dt="2026-10-18T11:59:03.186" v="548" actId="1076"/>
          <ac:spMkLst>
            <pc:docMk/>
            <pc:sldMk cId="0" sldId="262"/>
            <ac:spMk id="2" creationId="{4D6C7ADD-3388-004F-C18D-4C4FB7340C0A}"/>
          </ac:spMkLst>
        </pc:spChg>
        <pc:spChg chg="add mod">
          <ac:chgData name="Haocheng Lin" userId="3c9af17cd41df8cf" providerId="LiveId" clId="{E85DCD58-ED75-4D29-A2F4-F018EE94DF03}" dt="2026-10-18T11:59:55.780" v="572" actId="1076"/>
          <ac:spMkLst>
            <pc:docMk/>
            <pc:sldMk cId="0" sldId="262"/>
            <ac:spMk id="3" creationId="{93D3D845-3C60-B1B1-3356-A5823AC8806A}"/>
          </ac:spMkLst>
        </pc:spChg>
        <pc:spChg chg="add mod">
          <ac:chgData name="Haocheng Lin" userId="3c9af17cd41df8cf" providerId="LiveId" clId="{E85DCD58-ED75-4D29-A2F4-F018EE94DF03}" dt="2026-10-18T13:21:06.815" v="607" actId="1076"/>
          <ac:spMkLst>
            <pc:docMk/>
            <pc:sldMk cId="0" sldId="262"/>
            <ac:spMk id="4" creationId="{B74ACF58-F318-226F-7F44-D3894469CF38}"/>
          </ac:spMkLst>
        </pc:spChg>
        <pc:spChg chg="add mod">
          <ac:chgData name="Haocheng Lin" userId="3c9af17cd41df8cf" providerId="LiveId" clId="{E85DCD58-ED75-4D29-A2F4-F018EE94DF03}" dt="2026-10-18T13:23:22.744" v="648" actId="1076"/>
          <ac:spMkLst>
            <pc:docMk/>
            <pc:sldMk cId="0" sldId="262"/>
            <ac:spMk id="5" creationId="{9785945A-3E5C-C2B9-7D85-4CA23341699D}"/>
          </ac:spMkLst>
        </pc:spChg>
        <pc:spChg chg="mod">
          <ac:chgData name="Haocheng Lin" userId="3c9af17cd41df8cf" providerId="LiveId" clId="{E85DCD58-ED75-4D29-A2F4-F018EE94DF03}" dt="2026-10-18T11:40:28.530" v="508" actId="1076"/>
          <ac:spMkLst>
            <pc:docMk/>
            <pc:sldMk cId="0" sldId="262"/>
            <ac:spMk id="6" creationId="{00000000-0000-0000-0000-000000000000}"/>
          </ac:spMkLst>
        </pc:spChg>
        <pc:spChg chg="add mod">
          <ac:chgData name="Haocheng Lin" userId="3c9af17cd41df8cf" providerId="LiveId" clId="{E85DCD58-ED75-4D29-A2F4-F018EE94DF03}" dt="2026-10-18T13:27:08.630" v="672" actId="1076"/>
          <ac:spMkLst>
            <pc:docMk/>
            <pc:sldMk cId="0" sldId="262"/>
            <ac:spMk id="6" creationId="{B6CCCE71-7DBF-D2F3-EED4-F7793981E5CA}"/>
          </ac:spMkLst>
        </pc:spChg>
        <pc:spChg chg="add mod">
          <ac:chgData name="Haocheng Lin" userId="3c9af17cd41df8cf" providerId="LiveId" clId="{E85DCD58-ED75-4D29-A2F4-F018EE94DF03}" dt="2026-10-18T13:28:30.655" v="707" actId="1076"/>
          <ac:spMkLst>
            <pc:docMk/>
            <pc:sldMk cId="0" sldId="262"/>
            <ac:spMk id="7" creationId="{1852BE43-2F6F-8188-6965-45F605812247}"/>
          </ac:spMkLst>
        </pc:spChg>
        <pc:spChg chg="add mod">
          <ac:chgData name="Haocheng Lin" userId="3c9af17cd41df8cf" providerId="LiveId" clId="{E85DCD58-ED75-4D29-A2F4-F018EE94DF03}" dt="2026-10-18T13:29:41.271" v="737" actId="1076"/>
          <ac:spMkLst>
            <pc:docMk/>
            <pc:sldMk cId="0" sldId="262"/>
            <ac:spMk id="8" creationId="{C5D486AB-7F08-9276-3F9B-1DEB420806F3}"/>
          </ac:spMkLst>
        </pc:spChg>
        <pc:spChg chg="mod">
          <ac:chgData name="Haocheng Lin" userId="3c9af17cd41df8cf" providerId="LiveId" clId="{E85DCD58-ED75-4D29-A2F4-F018EE94DF03}" dt="2026-10-17T12:24:51.255" v="122" actId="1076"/>
          <ac:spMkLst>
            <pc:docMk/>
            <pc:sldMk cId="0" sldId="262"/>
            <ac:spMk id="9" creationId="{00000000-0000-0000-0000-000000000000}"/>
          </ac:spMkLst>
        </pc:spChg>
        <pc:spChg chg="del">
          <ac:chgData name="Haocheng Lin" userId="3c9af17cd41df8cf" providerId="LiveId" clId="{E85DCD58-ED75-4D29-A2F4-F018EE94DF03}" dt="2026-10-18T13:29:51.318" v="738" actId="21"/>
          <ac:spMkLst>
            <pc:docMk/>
            <pc:sldMk cId="0" sldId="262"/>
            <ac:spMk id="13" creationId="{00000000-0000-0000-0000-000000000000}"/>
          </ac:spMkLst>
        </pc:spChg>
        <pc:spChg chg="add mod">
          <ac:chgData name="Haocheng Lin" userId="3c9af17cd41df8cf" providerId="LiveId" clId="{E85DCD58-ED75-4D29-A2F4-F018EE94DF03}" dt="2026-10-18T11:40:06.148" v="507" actId="14100"/>
          <ac:spMkLst>
            <pc:docMk/>
            <pc:sldMk cId="0" sldId="262"/>
            <ac:spMk id="14" creationId="{64BEB341-9A48-7113-113A-9973076B485F}"/>
          </ac:spMkLst>
        </pc:spChg>
        <pc:spChg chg="mod">
          <ac:chgData name="Haocheng Lin" userId="3c9af17cd41df8cf" providerId="LiveId" clId="{E85DCD58-ED75-4D29-A2F4-F018EE94DF03}" dt="2026-10-18T13:28:45.334" v="713" actId="1076"/>
          <ac:spMkLst>
            <pc:docMk/>
            <pc:sldMk cId="0" sldId="262"/>
            <ac:spMk id="16" creationId="{00000000-0000-0000-0000-000000000000}"/>
          </ac:spMkLst>
        </pc:spChg>
        <pc:spChg chg="add mod">
          <ac:chgData name="Haocheng Lin" userId="3c9af17cd41df8cf" providerId="LiveId" clId="{E85DCD58-ED75-4D29-A2F4-F018EE94DF03}" dt="2026-10-18T11:39:15.105" v="494" actId="164"/>
          <ac:spMkLst>
            <pc:docMk/>
            <pc:sldMk cId="0" sldId="262"/>
            <ac:spMk id="16" creationId="{80B5189C-CA1A-B1E5-E678-3D65B1796E8A}"/>
          </ac:spMkLst>
        </pc:spChg>
        <pc:spChg chg="mod">
          <ac:chgData name="Haocheng Lin" userId="3c9af17cd41df8cf" providerId="LiveId" clId="{E85DCD58-ED75-4D29-A2F4-F018EE94DF03}" dt="2026-10-18T11:58:53.908" v="547" actId="1076"/>
          <ac:spMkLst>
            <pc:docMk/>
            <pc:sldMk cId="0" sldId="262"/>
            <ac:spMk id="17" creationId="{00000000-0000-0000-0000-000000000000}"/>
          </ac:spMkLst>
        </pc:spChg>
        <pc:spChg chg="add mod">
          <ac:chgData name="Haocheng Lin" userId="3c9af17cd41df8cf" providerId="LiveId" clId="{E85DCD58-ED75-4D29-A2F4-F018EE94DF03}" dt="2026-10-18T11:39:15.105" v="494" actId="164"/>
          <ac:spMkLst>
            <pc:docMk/>
            <pc:sldMk cId="0" sldId="262"/>
            <ac:spMk id="18" creationId="{0AC86904-BCB9-E2F8-DB4D-8B479A164C4D}"/>
          </ac:spMkLst>
        </pc:spChg>
        <pc:spChg chg="mod">
          <ac:chgData name="Haocheng Lin" userId="3c9af17cd41df8cf" providerId="LiveId" clId="{E85DCD58-ED75-4D29-A2F4-F018EE94DF03}" dt="2026-10-18T12:00:01.677" v="573" actId="1076"/>
          <ac:spMkLst>
            <pc:docMk/>
            <pc:sldMk cId="0" sldId="262"/>
            <ac:spMk id="20" creationId="{00000000-0000-0000-0000-000000000000}"/>
          </ac:spMkLst>
        </pc:spChg>
        <pc:spChg chg="mod">
          <ac:chgData name="Haocheng Lin" userId="3c9af17cd41df8cf" providerId="LiveId" clId="{E85DCD58-ED75-4D29-A2F4-F018EE94DF03}" dt="2026-10-18T13:23:12.010" v="644" actId="21"/>
          <ac:spMkLst>
            <pc:docMk/>
            <pc:sldMk cId="0" sldId="262"/>
            <ac:spMk id="21" creationId="{00000000-0000-0000-0000-000000000000}"/>
          </ac:spMkLst>
        </pc:spChg>
        <pc:spChg chg="mod">
          <ac:chgData name="Haocheng Lin" userId="3c9af17cd41df8cf" providerId="LiveId" clId="{E85DCD58-ED75-4D29-A2F4-F018EE94DF03}" dt="2026-10-18T13:29:36.177" v="736" actId="1076"/>
          <ac:spMkLst>
            <pc:docMk/>
            <pc:sldMk cId="0" sldId="262"/>
            <ac:spMk id="30" creationId="{00000000-0000-0000-0000-000000000000}"/>
          </ac:spMkLst>
        </pc:spChg>
        <pc:spChg chg="mod">
          <ac:chgData name="Haocheng Lin" userId="3c9af17cd41df8cf" providerId="LiveId" clId="{E85DCD58-ED75-4D29-A2F4-F018EE94DF03}" dt="2026-10-18T11:40:02.741" v="506" actId="1076"/>
          <ac:spMkLst>
            <pc:docMk/>
            <pc:sldMk cId="0" sldId="262"/>
            <ac:spMk id="6080" creationId="{00000000-0000-0000-0000-000000000000}"/>
          </ac:spMkLst>
        </pc:spChg>
        <pc:spChg chg="mod">
          <ac:chgData name="Haocheng Lin" userId="3c9af17cd41df8cf" providerId="LiveId" clId="{E85DCD58-ED75-4D29-A2F4-F018EE94DF03}" dt="2026-10-18T11:39:49.131" v="503" actId="1076"/>
          <ac:spMkLst>
            <pc:docMk/>
            <pc:sldMk cId="0" sldId="262"/>
            <ac:spMk id="6081" creationId="{00000000-0000-0000-0000-000000000000}"/>
          </ac:spMkLst>
        </pc:spChg>
        <pc:spChg chg="del">
          <ac:chgData name="Haocheng Lin" userId="3c9af17cd41df8cf" providerId="LiveId" clId="{E85DCD58-ED75-4D29-A2F4-F018EE94DF03}" dt="2026-10-17T12:39:33.952" v="230" actId="21"/>
          <ac:spMkLst>
            <pc:docMk/>
            <pc:sldMk cId="0" sldId="262"/>
            <ac:spMk id="6082" creationId="{00000000-0000-0000-0000-000000000000}"/>
          </ac:spMkLst>
        </pc:spChg>
        <pc:spChg chg="del">
          <ac:chgData name="Haocheng Lin" userId="3c9af17cd41df8cf" providerId="LiveId" clId="{E85DCD58-ED75-4D29-A2F4-F018EE94DF03}" dt="2026-10-17T12:39:36.638" v="231" actId="21"/>
          <ac:spMkLst>
            <pc:docMk/>
            <pc:sldMk cId="0" sldId="262"/>
            <ac:spMk id="6083" creationId="{00000000-0000-0000-0000-000000000000}"/>
          </ac:spMkLst>
        </pc:spChg>
        <pc:grpChg chg="del mod">
          <ac:chgData name="Haocheng Lin" userId="3c9af17cd41df8cf" providerId="LiveId" clId="{E85DCD58-ED75-4D29-A2F4-F018EE94DF03}" dt="2026-10-18T11:39:18.799" v="495" actId="21"/>
          <ac:grpSpMkLst>
            <pc:docMk/>
            <pc:sldMk cId="0" sldId="262"/>
            <ac:grpSpMk id="4" creationId="{00000000-0000-0000-0000-000000000000}"/>
          </ac:grpSpMkLst>
        </pc:grpChg>
        <pc:grpChg chg="add mod">
          <ac:chgData name="Haocheng Lin" userId="3c9af17cd41df8cf" providerId="LiveId" clId="{E85DCD58-ED75-4D29-A2F4-F018EE94DF03}" dt="2026-10-18T11:39:15.105" v="494" actId="164"/>
          <ac:grpSpMkLst>
            <pc:docMk/>
            <pc:sldMk cId="0" sldId="262"/>
            <ac:grpSpMk id="15" creationId="{119BDDF6-C75F-9902-1C1D-E7A87AD7A49F}"/>
          </ac:grpSpMkLst>
        </pc:grpChg>
        <pc:grpChg chg="add mod">
          <ac:chgData name="Haocheng Lin" userId="3c9af17cd41df8cf" providerId="LiveId" clId="{E85DCD58-ED75-4D29-A2F4-F018EE94DF03}" dt="2026-10-18T11:40:37.111" v="509" actId="1076"/>
          <ac:grpSpMkLst>
            <pc:docMk/>
            <pc:sldMk cId="0" sldId="262"/>
            <ac:grpSpMk id="17" creationId="{0A762943-8622-0062-4B71-1AF152354123}"/>
          </ac:grpSpMkLst>
        </pc:grpChg>
        <pc:picChg chg="del mod">
          <ac:chgData name="Haocheng Lin" userId="3c9af17cd41df8cf" providerId="LiveId" clId="{E85DCD58-ED75-4D29-A2F4-F018EE94DF03}" dt="2026-10-18T11:56:24.290" v="511" actId="21"/>
          <ac:picMkLst>
            <pc:docMk/>
            <pc:sldMk cId="0" sldId="262"/>
            <ac:picMk id="18" creationId="{00000000-0000-0000-0000-000000000000}"/>
          </ac:picMkLst>
        </pc:picChg>
        <pc:picChg chg="del mod">
          <ac:chgData name="Haocheng Lin" userId="3c9af17cd41df8cf" providerId="LiveId" clId="{E85DCD58-ED75-4D29-A2F4-F018EE94DF03}" dt="2026-10-18T12:00:38.094" v="574" actId="21"/>
          <ac:picMkLst>
            <pc:docMk/>
            <pc:sldMk cId="0" sldId="262"/>
            <ac:picMk id="19" creationId="{00000000-0000-0000-0000-000000000000}"/>
          </ac:picMkLst>
        </pc:picChg>
        <pc:picChg chg="del mod">
          <ac:chgData name="Haocheng Lin" userId="3c9af17cd41df8cf" providerId="LiveId" clId="{E85DCD58-ED75-4D29-A2F4-F018EE94DF03}" dt="2026-10-18T13:21:09.646" v="608" actId="21"/>
          <ac:picMkLst>
            <pc:docMk/>
            <pc:sldMk cId="0" sldId="262"/>
            <ac:picMk id="23" creationId="{00000000-0000-0000-0000-000000000000}"/>
          </ac:picMkLst>
        </pc:picChg>
        <pc:picChg chg="del mod">
          <ac:chgData name="Haocheng Lin" userId="3c9af17cd41df8cf" providerId="LiveId" clId="{E85DCD58-ED75-4D29-A2F4-F018EE94DF03}" dt="2026-10-18T13:23:25.749" v="649" actId="21"/>
          <ac:picMkLst>
            <pc:docMk/>
            <pc:sldMk cId="0" sldId="262"/>
            <ac:picMk id="24" creationId="{00000000-0000-0000-0000-000000000000}"/>
          </ac:picMkLst>
        </pc:picChg>
        <pc:picChg chg="del">
          <ac:chgData name="Haocheng Lin" userId="3c9af17cd41df8cf" providerId="LiveId" clId="{E85DCD58-ED75-4D29-A2F4-F018EE94DF03}" dt="2026-10-18T13:27:02.887" v="671" actId="21"/>
          <ac:picMkLst>
            <pc:docMk/>
            <pc:sldMk cId="0" sldId="262"/>
            <ac:picMk id="28" creationId="{00000000-0000-0000-0000-000000000000}"/>
          </ac:picMkLst>
        </pc:picChg>
        <pc:picChg chg="del mod">
          <ac:chgData name="Haocheng Lin" userId="3c9af17cd41df8cf" providerId="LiveId" clId="{E85DCD58-ED75-4D29-A2F4-F018EE94DF03}" dt="2026-10-18T13:28:35.631" v="708" actId="21"/>
          <ac:picMkLst>
            <pc:docMk/>
            <pc:sldMk cId="0" sldId="262"/>
            <ac:picMk id="32" creationId="{00000000-0000-0000-0000-000000000000}"/>
          </ac:picMkLst>
        </pc:picChg>
        <pc:picChg chg="del mod">
          <ac:chgData name="Haocheng Lin" userId="3c9af17cd41df8cf" providerId="LiveId" clId="{E85DCD58-ED75-4D29-A2F4-F018EE94DF03}" dt="2026-10-18T13:29:53.081" v="739" actId="21"/>
          <ac:picMkLst>
            <pc:docMk/>
            <pc:sldMk cId="0" sldId="262"/>
            <ac:picMk id="33" creationId="{00000000-0000-0000-0000-000000000000}"/>
          </ac:picMkLst>
        </pc:picChg>
      </pc:sldChg>
      <pc:sldChg chg="addSp delSp modSp mod modNotesTx">
        <pc:chgData name="Haocheng Lin" userId="3c9af17cd41df8cf" providerId="LiveId" clId="{E85DCD58-ED75-4D29-A2F4-F018EE94DF03}" dt="2026-10-17T15:42:52.463" v="447" actId="20577"/>
        <pc:sldMkLst>
          <pc:docMk/>
          <pc:sldMk cId="0" sldId="263"/>
        </pc:sldMkLst>
        <pc:spChg chg="mod">
          <ac:chgData name="Haocheng Lin" userId="3c9af17cd41df8cf" providerId="LiveId" clId="{E85DCD58-ED75-4D29-A2F4-F018EE94DF03}" dt="2026-10-17T15:29:18.775" v="253"/>
          <ac:spMkLst>
            <pc:docMk/>
            <pc:sldMk cId="0" sldId="263"/>
            <ac:spMk id="3" creationId="{00000000-0000-0000-0000-000000000000}"/>
          </ac:spMkLst>
        </pc:spChg>
        <pc:spChg chg="del">
          <ac:chgData name="Haocheng Lin" userId="3c9af17cd41df8cf" providerId="LiveId" clId="{E85DCD58-ED75-4D29-A2F4-F018EE94DF03}" dt="2026-10-17T12:45:38.476" v="250" actId="21"/>
          <ac:spMkLst>
            <pc:docMk/>
            <pc:sldMk cId="0" sldId="263"/>
            <ac:spMk id="5" creationId="{00000000-0000-0000-0000-000000000000}"/>
          </ac:spMkLst>
        </pc:spChg>
        <pc:spChg chg="add mod">
          <ac:chgData name="Haocheng Lin" userId="3c9af17cd41df8cf" providerId="LiveId" clId="{E85DCD58-ED75-4D29-A2F4-F018EE94DF03}" dt="2026-10-17T15:22:48.882" v="252" actId="1076"/>
          <ac:spMkLst>
            <pc:docMk/>
            <pc:sldMk cId="0" sldId="263"/>
            <ac:spMk id="7" creationId="{BEA13770-EE76-CB4C-F26C-C981B27477CA}"/>
          </ac:spMkLst>
        </pc:spChg>
        <pc:spChg chg="mod">
          <ac:chgData name="Haocheng Lin" userId="3c9af17cd41df8cf" providerId="LiveId" clId="{E85DCD58-ED75-4D29-A2F4-F018EE94DF03}" dt="2026-10-17T15:32:16.986" v="315" actId="1076"/>
          <ac:spMkLst>
            <pc:docMk/>
            <pc:sldMk cId="0" sldId="263"/>
            <ac:spMk id="8" creationId="{00000000-0000-0000-0000-000000000000}"/>
          </ac:spMkLst>
        </pc:spChg>
        <pc:spChg chg="mod">
          <ac:chgData name="Haocheng Lin" userId="3c9af17cd41df8cf" providerId="LiveId" clId="{E85DCD58-ED75-4D29-A2F4-F018EE94DF03}" dt="2026-10-17T15:33:46.876" v="319" actId="207"/>
          <ac:spMkLst>
            <pc:docMk/>
            <pc:sldMk cId="0" sldId="263"/>
            <ac:spMk id="9" creationId="{00000000-0000-0000-0000-000000000000}"/>
          </ac:spMkLst>
        </pc:spChg>
        <pc:spChg chg="mod">
          <ac:chgData name="Haocheng Lin" userId="3c9af17cd41df8cf" providerId="LiveId" clId="{E85DCD58-ED75-4D29-A2F4-F018EE94DF03}" dt="2026-10-17T15:31:32.006" v="294" actId="1076"/>
          <ac:spMkLst>
            <pc:docMk/>
            <pc:sldMk cId="0" sldId="263"/>
            <ac:spMk id="10" creationId="{00000000-0000-0000-0000-000000000000}"/>
          </ac:spMkLst>
        </pc:spChg>
        <pc:spChg chg="add mod">
          <ac:chgData name="Haocheng Lin" userId="3c9af17cd41df8cf" providerId="LiveId" clId="{E85DCD58-ED75-4D29-A2F4-F018EE94DF03}" dt="2026-10-17T15:42:08.658" v="367" actId="1076"/>
          <ac:spMkLst>
            <pc:docMk/>
            <pc:sldMk cId="0" sldId="263"/>
            <ac:spMk id="11" creationId="{B29EB340-25BD-4456-9471-B2C0D55C7E4C}"/>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18.10.2026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Formula source (LaTeX): \delta_{</a:t>
            </a:r>
            <a:r>
              <a:rPr lang="en-US" dirty="0" err="1"/>
              <a:t>ij</a:t>
            </a:r>
            <a:r>
              <a:rPr lang="en-US" dirty="0"/>
              <a:t>}=1\ (</a:t>
            </a:r>
            <a:r>
              <a:rPr lang="en-US" dirty="0" err="1"/>
              <a:t>i</a:t>
            </a:r>
            <a:r>
              <a:rPr lang="en-US" dirty="0"/>
              <a:t>=j),\</a:t>
            </a:r>
            <a:r>
              <a:rPr lang="en-US" dirty="0" err="1"/>
              <a:t>qquad</a:t>
            </a:r>
            <a:r>
              <a:rPr lang="en-US" dirty="0"/>
              <a:t> \delta_{</a:t>
            </a:r>
            <a:r>
              <a:rPr lang="en-US" dirty="0" err="1"/>
              <a:t>ij</a:t>
            </a:r>
            <a:r>
              <a:rPr lang="en-US" dirty="0"/>
              <a:t>}=0\ (</a:t>
            </a:r>
            <a:r>
              <a:rPr lang="en-US" dirty="0" err="1"/>
              <a:t>i</a:t>
            </a:r>
            <a:r>
              <a:rPr lang="en-US" dirty="0"/>
              <a:t>\ne j)</a:t>
            </a:r>
          </a:p>
          <a:p>
            <a:r>
              <a:rPr lang="en-US"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a:p>
            <a:endParaRPr lang="en-US" dirty="0"/>
          </a:p>
          <a:p>
            <a:r>
              <a:rPr lang="en-US" dirty="0"/>
              <a:t>Provided an example of </a:t>
            </a:r>
            <a:r>
              <a:rPr lang="en-US" dirty="0" err="1"/>
              <a:t>Kroenecker’s</a:t>
            </a:r>
            <a:r>
              <a:rPr lang="en-US" dirty="0"/>
              <a:t> showing matching </a:t>
            </a:r>
            <a:r>
              <a:rPr lang="en-US"/>
              <a:t>data distributions. </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hlin863/ewma_covariate_shift_demo/tree/main/src/detection/stage2" TargetMode="External"/><Relationship Id="rId3" Type="http://schemas.openxmlformats.org/officeDocument/2006/relationships/hyperlink" Target="https://github.com/hlin863/ewma_covariate_shift_demo/blob/main/src/bci/data.py" TargetMode="External"/><Relationship Id="rId7" Type="http://schemas.openxmlformats.org/officeDocument/2006/relationships/hyperlink" Target="https://github.com/hlin863/ewma_covariate_shift_demo/tree/main/src/detection/stage1"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github.com/hlin863/ewma_covariate_shift_demo/blob/main/src/detection/preprocessing.py#L9-L105" TargetMode="External"/><Relationship Id="rId5" Type="http://schemas.openxmlformats.org/officeDocument/2006/relationships/hyperlink" Target="https://github.com/hlin863/ewma_covariate_shift_demo/blob/main/src/bci/fbcsp.py" TargetMode="External"/><Relationship Id="rId4" Type="http://schemas.openxmlformats.org/officeDocument/2006/relationships/hyperlink" Target="https://app.notion.com/p/2dbebfe135114eb2b1dbe494cf9e450b?v=c3ec27d9aaad4594b1f5cdb438a944ba" TargetMode="Externa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9.png"/><Relationship Id="rId7" Type="http://schemas.openxmlformats.org/officeDocument/2006/relationships/image" Target="../media/image8.png"/><Relationship Id="rId1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5.png"/><Relationship Id="rId10" Type="http://schemas.openxmlformats.org/officeDocument/2006/relationships/image" Target="../media/image11.png"/><Relationship Id="rId4" Type="http://schemas.openxmlformats.org/officeDocument/2006/relationships/image" Target="../media/image6.png"/><Relationship Id="rId9"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1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0.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3" Type="http://schemas.openxmlformats.org/officeDocument/2006/relationships/image" Target="../media/image34.png"/><Relationship Id="rId7" Type="http://schemas.openxmlformats.org/officeDocument/2006/relationships/image" Target="../media/image38.png"/><Relationship Id="rId12" Type="http://schemas.openxmlformats.org/officeDocument/2006/relationships/image" Target="../media/image43.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0" Type="http://schemas.openxmlformats.org/officeDocument/2006/relationships/image" Target="../media/image41.png"/><Relationship Id="rId4" Type="http://schemas.openxmlformats.org/officeDocument/2006/relationships/image" Target="../media/image35.png"/><Relationship Id="rId9" Type="http://schemas.openxmlformats.org/officeDocument/2006/relationships/image" Target="../media/image40.png"/></Relationships>
</file>

<file path=ppt/slides/_rels/slide41.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image" Target="../media/image45.png"/><Relationship Id="rId1" Type="http://schemas.openxmlformats.org/officeDocument/2006/relationships/slideLayout" Target="../slideLayouts/slideLayout7.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204159"/>
            <a:ext cx="10858500" cy="1120307"/>
          </a:xfrm>
          <a:prstGeom prst="rect">
            <a:avLst/>
          </a:prstGeom>
        </p:spPr>
        <p:txBody>
          <a:bodyPr lIns="0" tIns="0" rIns="0" bIns="0" rtlCol="0" anchor="t">
            <a:spAutoFit/>
          </a:bodyPr>
          <a:lstStyle/>
          <a:p>
            <a:pPr>
              <a:lnSpc>
                <a:spcPts val="2970"/>
              </a:lnSpc>
            </a:pPr>
            <a:r>
              <a:rPr lang="en-US" sz="2000">
                <a:solidFill>
                  <a:srgbClr val="9CB0C3"/>
                </a:solidFill>
                <a:latin typeface="DejaVu Sans Light"/>
                <a:ea typeface="DejaVu Sans Light"/>
                <a:cs typeface="DejaVu Sans Light"/>
                <a:sym typeface="DejaVu Sans Light"/>
              </a:rPr>
              <a:t>Auditable CSE Reconstruction and Validation for Motor-Imagery EEG</a:t>
            </a:r>
            <a:endParaRPr lang="en-US" sz="2000" dirty="0">
              <a:solidFill>
                <a:srgbClr val="9CB0C3"/>
              </a:solidFill>
              <a:latin typeface="DejaVu Sans Light"/>
              <a:ea typeface="DejaVu Sans Light"/>
              <a:cs typeface="DejaVu Sans Light"/>
            </a:endParaRPr>
          </a:p>
          <a:p>
            <a:pPr>
              <a:lnSpc>
                <a:spcPts val="2970"/>
              </a:lnSpc>
            </a:pPr>
            <a:endParaRPr lang="en-US" sz="2000" dirty="0">
              <a:solidFill>
                <a:srgbClr val="9CB0C3"/>
              </a:solidFill>
              <a:latin typeface="DejaVu Sans Light"/>
              <a:ea typeface="DejaVu Sans Light"/>
              <a:cs typeface="DejaVu Sans Light"/>
            </a:endParaRPr>
          </a:p>
          <a:p>
            <a:pPr>
              <a:lnSpc>
                <a:spcPts val="2970"/>
              </a:lnSpc>
            </a:pPr>
            <a:r>
              <a:rPr lang="en-US" sz="2000">
                <a:solidFill>
                  <a:srgbClr val="9CB0C3"/>
                </a:solidFill>
                <a:latin typeface="DejaVu Sans Light"/>
                <a:ea typeface="DejaVu Sans Light"/>
                <a:cs typeface="DejaVu Sans Light"/>
                <a:sym typeface="DejaVu Sans Light"/>
              </a:rPr>
              <a:t>Classifier Benchmarks, Complementary PCA Monitoring and Reproducibility Analysis</a:t>
            </a:r>
            <a:endParaRPr lang="en-US" sz="2000" dirty="0">
              <a:solidFill>
                <a:srgbClr val="9CB0C3"/>
              </a:solidFill>
              <a:latin typeface="DejaVu Sans Light"/>
              <a:ea typeface="DejaVu Sans Light"/>
              <a:cs typeface="DejaVu Sans Light"/>
            </a:endParaRP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311496"/>
          </a:xfrm>
          <a:prstGeom prst="rect">
            <a:avLst/>
          </a:prstGeom>
        </p:spPr>
        <p:txBody>
          <a:bodyPr lIns="0" tIns="0" rIns="0" bIns="0" rtlCol="0" anchor="t">
            <a:spAutoFit/>
          </a:bodyPr>
          <a:lstStyle/>
          <a:p>
            <a:pPr>
              <a:lnSpc>
                <a:spcPts val="2520"/>
              </a:lnSpc>
            </a:pPr>
            <a:r>
              <a:rPr lang="en-US" sz="2000" dirty="0">
                <a:solidFill>
                  <a:srgbClr val="53657C"/>
                </a:solidFill>
                <a:latin typeface="Aptos"/>
                <a:ea typeface="Aptos"/>
                <a:cs typeface="Aptos"/>
                <a:sym typeface="Aptos"/>
                <a:hlinkClick r:id="rId3"/>
              </a:rPr>
              <a:t>EEG non-stationarity</a:t>
            </a:r>
            <a:r>
              <a:rPr lang="en-US" sz="2000" dirty="0">
                <a:solidFill>
                  <a:srgbClr val="53657C"/>
                </a:solidFill>
                <a:latin typeface="Aptos"/>
                <a:ea typeface="Aptos"/>
                <a:cs typeface="Aptos"/>
                <a:sym typeface="Aptos"/>
              </a:rPr>
              <a:t>; </a:t>
            </a:r>
            <a:r>
              <a:rPr lang="en-US" sz="2000" dirty="0">
                <a:solidFill>
                  <a:srgbClr val="53657C"/>
                </a:solidFill>
                <a:latin typeface="Aptos"/>
                <a:ea typeface="Aptos"/>
                <a:cs typeface="Aptos"/>
                <a:sym typeface="Aptos"/>
                <a:hlinkClick r:id="rId4"/>
              </a:rPr>
              <a:t>research lineage</a:t>
            </a:r>
            <a:r>
              <a:rPr lang="en-US" sz="2000">
                <a:solidFill>
                  <a:srgbClr val="53657C"/>
                </a:solidFill>
                <a:latin typeface="Aptos"/>
                <a:ea typeface="Aptos"/>
                <a:cs typeface="Aptos"/>
                <a:sym typeface="Aptos"/>
              </a:rPr>
              <a:t>; clinical evidence: BCI Competition Datasets</a:t>
            </a:r>
            <a:endParaRPr lang="en-US" sz="2000" dirty="0">
              <a:solidFill>
                <a:srgbClr val="53657C"/>
              </a:solidFill>
              <a:latin typeface="Aptos"/>
              <a:ea typeface="Aptos"/>
              <a:cs typeface="Aptos"/>
            </a:endParaRP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hlinkClick r:id="rId5"/>
              </a:rPr>
              <a:t>FBCSP features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6"/>
              </a:rPr>
              <a:t>frozen PCA coordinates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7"/>
              </a:rPr>
              <a:t>EWMA</a:t>
            </a:r>
            <a:r>
              <a:rPr lang="en-US" sz="2100" dirty="0">
                <a:solidFill>
                  <a:srgbClr val="53657C"/>
                </a:solidFill>
                <a:latin typeface="Aptos"/>
                <a:ea typeface="Aptos"/>
                <a:cs typeface="Aptos"/>
                <a:sym typeface="Aptos"/>
              </a:rPr>
              <a:t> and </a:t>
            </a:r>
            <a:r>
              <a:rPr lang="en-US" sz="2100" dirty="0">
                <a:solidFill>
                  <a:srgbClr val="53657C"/>
                </a:solidFill>
                <a:latin typeface="Aptos"/>
                <a:ea typeface="Aptos"/>
                <a:cs typeface="Aptos"/>
                <a:sym typeface="Aptos"/>
                <a:hlinkClick r:id="rId8"/>
              </a:rPr>
              <a:t>Stage II</a:t>
            </a:r>
            <a:endParaRPr lang="en-US" sz="2100" dirty="0">
              <a:solidFill>
                <a:srgbClr val="53657C"/>
              </a:solidFill>
              <a:latin typeface="Aptos"/>
              <a:ea typeface="Aptos"/>
              <a:cs typeface="Aptos"/>
              <a:sym typeface="Aptos"/>
            </a:endParaRP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9"/>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00" dirty="0">
                <a:solidFill>
                  <a:srgbClr val="5E6E84"/>
                </a:solidFill>
              </a:rPr>
              <a:t>Source: github.com/hlin863/</a:t>
            </a:r>
            <a:r>
              <a:rPr sz="1200" dirty="0" err="1">
                <a:solidFill>
                  <a:srgbClr val="5E6E84"/>
                </a:solidFill>
              </a:rPr>
              <a:t>ewma_covariate_shift_demo</a:t>
            </a:r>
            <a:endParaRPr lang="en-US" sz="1200" dirty="0" err="1">
              <a:solidFill>
                <a:srgbClr val="5E6E84"/>
              </a:solidFill>
              <a:ea typeface="Calibri"/>
              <a:cs typeface="Calibri"/>
            </a:endParaRP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255776"/>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dirty="0">
                <a:solidFill>
                  <a:srgbClr val="A56AFF"/>
                </a:solidFill>
                <a:latin typeface="Aptos Bold"/>
                <a:ea typeface="Aptos Bold"/>
                <a:cs typeface="Aptos Bold"/>
                <a:sym typeface="Aptos Bold"/>
              </a:rPr>
              <a:t>Heyden et al. (2024): reconstruction loss basis</a:t>
            </a:r>
          </a:p>
        </p:txBody>
      </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CB036E7-07FB-47E1-AA2C-A1279B057118}"/>
                  </a:ext>
                </a:extLst>
              </p:cNvPr>
              <p:cNvSpPr txBox="1"/>
              <p:nvPr/>
            </p:nvSpPr>
            <p:spPr>
              <a:xfrm>
                <a:off x="11853862" y="6884520"/>
                <a:ext cx="4410075" cy="726866"/>
              </a:xfrm>
              <a:prstGeom prst="rect">
                <a:avLst/>
              </a:prstGeom>
              <a:noFill/>
            </p:spPr>
            <p:txBody>
              <a:bodyPr wrap="square">
                <a:spAutoFit/>
              </a:bodyPr>
              <a:lstStyle/>
              <a:p>
                <a:pPr/>
                <a14:m>
                  <m:oMathPara xmlns:m="http://schemas.openxmlformats.org/officeDocument/2006/math">
                    <m:oMath>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𝐿</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𝑀𝑆𝐸</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e>
                      </m:acc>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f>
                        <m:f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fPr>
                        <m:num>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num>
                        <m:den>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den>
                      </m:f>
                      <m:nary>
                        <m:naryPr>
                          <m:chr m:val="∑"/>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naryPr>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sub>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sup>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e>
                          </m:acc>
                          <m:sSup>
                            <m:sSup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p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e>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2</m:t>
                              </m:r>
                            </m:sup>
                          </m:sSup>
                        </m:e>
                      </m:nary>
                    </m:oMath>
                  </m:oMathPara>
                </a14:m>
                <a:endParaRPr lang="en-GB" sz="1400" dirty="0"/>
              </a:p>
            </p:txBody>
          </p:sp>
        </mc:Choice>
        <mc:Fallback xmlns="">
          <p:sp>
            <p:nvSpPr>
              <p:cNvPr id="38" name="TextBox 37">
                <a:extLst>
                  <a:ext uri="{FF2B5EF4-FFF2-40B4-BE49-F238E27FC236}">
                    <a16:creationId xmlns:a16="http://schemas.microsoft.com/office/drawing/2014/main" id="{FCB036E7-07FB-47E1-AA2C-A1279B057118}"/>
                  </a:ext>
                </a:extLst>
              </p:cNvPr>
              <p:cNvSpPr txBox="1">
                <a:spLocks noRot="1" noChangeAspect="1" noMove="1" noResize="1" noEditPoints="1" noAdjustHandles="1" noChangeArrowheads="1" noChangeShapeType="1" noTextEdit="1"/>
              </p:cNvSpPr>
              <p:nvPr/>
            </p:nvSpPr>
            <p:spPr>
              <a:xfrm>
                <a:off x="11853862" y="6884520"/>
                <a:ext cx="4410075" cy="726866"/>
              </a:xfrm>
              <a:prstGeom prst="rect">
                <a:avLst/>
              </a:prstGeom>
              <a:blipFill>
                <a:blip r:embed="rId3"/>
                <a:stretch>
                  <a:fillRect/>
                </a:stretch>
              </a:blipFill>
            </p:spPr>
            <p:txBody>
              <a:bodyPr/>
              <a:lstStyle/>
              <a:p>
                <a:r>
                  <a:rPr lang="en-GB">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439929" y="3214116"/>
            <a:ext cx="7031549"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48266" y="3982818"/>
            <a:ext cx="7438644" cy="3539430"/>
          </a:xfrm>
          <a:prstGeom prst="rect">
            <a:avLst/>
          </a:prstGeom>
        </p:spPr>
        <p:txBody>
          <a:bodyPr lIns="0" tIns="0" rIns="0" bIns="0" rtlCol="0" anchor="t">
            <a:spAutoFit/>
          </a:bodyPr>
          <a:lstStyle/>
          <a:p>
            <a:pPr>
              <a:lnSpc>
                <a:spcPts val="2340"/>
              </a:lnSpc>
            </a:pPr>
            <a:r>
              <a:rPr lang="en-US" sz="1950" b="1">
                <a:solidFill>
                  <a:srgbClr val="12233B"/>
                </a:solidFill>
                <a:latin typeface="Aptos"/>
                <a:ea typeface="Aptos"/>
                <a:cs typeface="Aptos"/>
                <a:sym typeface="Aptos"/>
              </a:rPr>
              <a:t>Step 1</a:t>
            </a:r>
            <a:r>
              <a:rPr lang="en-US" sz="1950">
                <a:solidFill>
                  <a:srgbClr val="12233B"/>
                </a:solidFill>
                <a:latin typeface="Aptos"/>
                <a:ea typeface="Aptos"/>
                <a:cs typeface="Aptos"/>
                <a:sym typeface="Aptos"/>
              </a:rPr>
              <a:t>: aggregated feature-wise mean-CUSUM.</a:t>
            </a:r>
            <a:endParaRPr lang="en-US"/>
          </a:p>
          <a:p>
            <a:pPr>
              <a:lnSpc>
                <a:spcPts val="2340"/>
              </a:lnSpc>
            </a:pPr>
            <a:endParaRPr lang="en-US" sz="1950" dirty="0">
              <a:solidFill>
                <a:srgbClr val="12233B"/>
              </a:solidFill>
              <a:latin typeface="Aptos"/>
              <a:ea typeface="Aptos"/>
              <a:cs typeface="Aptos"/>
              <a:sym typeface="Aptos"/>
            </a:endParaRPr>
          </a:p>
          <a:p>
            <a:pPr marL="342900" indent="-342900" algn="l">
              <a:lnSpc>
                <a:spcPts val="2340"/>
              </a:lnSpc>
              <a:buFont typeface="Arial"/>
              <a:buChar char="•"/>
            </a:pPr>
            <a:r>
              <a:rPr lang="en-US" sz="1950">
                <a:solidFill>
                  <a:srgbClr val="12233B"/>
                </a:solidFill>
                <a:latin typeface="Aptos"/>
                <a:ea typeface="Aptos"/>
                <a:cs typeface="Aptos"/>
                <a:sym typeface="Aptos"/>
              </a:rPr>
              <a:t>Estimate candidate split locations.</a:t>
            </a:r>
            <a:endParaRPr lang="en-US" sz="1950">
              <a:solidFill>
                <a:srgbClr val="12233B"/>
              </a:solidFill>
              <a:latin typeface="Aptos"/>
              <a:ea typeface="Calibri"/>
              <a:cs typeface="Calibri"/>
            </a:endParaRPr>
          </a:p>
          <a:p>
            <a:pPr marL="342900" indent="-342900" algn="l">
              <a:lnSpc>
                <a:spcPts val="2340"/>
              </a:lnSpc>
              <a:buFont typeface="Arial"/>
              <a:buChar char="•"/>
            </a:pPr>
            <a:r>
              <a:rPr lang="en-US" sz="1950">
                <a:solidFill>
                  <a:srgbClr val="12233B"/>
                </a:solidFill>
                <a:latin typeface="Aptos"/>
                <a:ea typeface="Aptos"/>
                <a:cs typeface="Aptos"/>
                <a:sym typeface="Aptos"/>
              </a:rPr>
              <a:t>If mean change is not established: investigate second-order structure using wavelets and dynamic PCA.</a:t>
            </a:r>
            <a:endParaRPr lang="en-US" sz="1950">
              <a:solidFill>
                <a:srgbClr val="12233B"/>
              </a:solidFill>
              <a:latin typeface="Aptos"/>
              <a:ea typeface="Aptos"/>
              <a:cs typeface="Aptos"/>
            </a:endParaRPr>
          </a:p>
          <a:p>
            <a:pPr marL="342900" indent="-342900" algn="l">
              <a:lnSpc>
                <a:spcPts val="2340"/>
              </a:lnSpc>
              <a:buFont typeface="Arial"/>
              <a:buChar char="•"/>
            </a:pPr>
            <a:endParaRPr lang="en-US" sz="1950" dirty="0">
              <a:solidFill>
                <a:srgbClr val="12233B"/>
              </a:solidFill>
              <a:latin typeface="Aptos"/>
              <a:ea typeface="Aptos"/>
              <a:cs typeface="Aptos"/>
            </a:endParaRPr>
          </a:p>
          <a:p>
            <a:pPr>
              <a:lnSpc>
                <a:spcPts val="2340"/>
              </a:lnSpc>
            </a:pPr>
            <a:r>
              <a:rPr lang="en-US" sz="1950" b="1" dirty="0">
                <a:solidFill>
                  <a:srgbClr val="12233B"/>
                </a:solidFill>
                <a:latin typeface="Aptos"/>
                <a:ea typeface="Aptos"/>
                <a:cs typeface="Aptos"/>
              </a:rPr>
              <a:t>Step 2</a:t>
            </a:r>
            <a:r>
              <a:rPr lang="en-US" sz="1950">
                <a:solidFill>
                  <a:srgbClr val="12233B"/>
                </a:solidFill>
                <a:latin typeface="Aptos"/>
                <a:ea typeface="Aptos"/>
                <a:cs typeface="Aptos"/>
              </a:rPr>
              <a:t>: second-order structural change detection</a:t>
            </a:r>
            <a:endParaRPr lang="en-US" sz="1950" dirty="0">
              <a:solidFill>
                <a:srgbClr val="12233B"/>
              </a:solidFill>
              <a:latin typeface="Aptos"/>
              <a:ea typeface="Aptos"/>
              <a:cs typeface="Aptos"/>
            </a:endParaRPr>
          </a:p>
          <a:p>
            <a:pPr>
              <a:lnSpc>
                <a:spcPts val="2340"/>
              </a:lnSpc>
            </a:pPr>
            <a:endParaRPr lang="en-US" sz="1950" dirty="0">
              <a:solidFill>
                <a:srgbClr val="12233B"/>
              </a:solidFill>
              <a:latin typeface="Aptos"/>
              <a:ea typeface="Aptos"/>
              <a:cs typeface="Aptos"/>
            </a:endParaRPr>
          </a:p>
          <a:p>
            <a:pPr marL="342900" indent="-342900">
              <a:lnSpc>
                <a:spcPts val="2340"/>
              </a:lnSpc>
              <a:buFont typeface="Arial"/>
              <a:buChar char="•"/>
            </a:pPr>
            <a:r>
              <a:rPr lang="en-US" sz="1950">
                <a:solidFill>
                  <a:srgbClr val="12233B"/>
                </a:solidFill>
                <a:latin typeface="Aptos"/>
              </a:rPr>
              <a:t>Estimate wavelet-based, time-varying second-order structure.</a:t>
            </a:r>
          </a:p>
          <a:p>
            <a:pPr marL="342900" indent="-342900">
              <a:lnSpc>
                <a:spcPts val="2340"/>
              </a:lnSpc>
              <a:buFont typeface="Arial"/>
              <a:buChar char="•"/>
            </a:pPr>
            <a:r>
              <a:rPr lang="en-US" sz="1950" dirty="0">
                <a:solidFill>
                  <a:srgbClr val="12233B"/>
                </a:solidFill>
                <a:latin typeface="Aptos"/>
                <a:ea typeface="Aptos"/>
                <a:cs typeface="Aptos"/>
              </a:rPr>
              <a:t>Apply DPCA to estimated structure to extract relevant dynamic </a:t>
            </a:r>
            <a:r>
              <a:rPr lang="en-US" sz="1950">
                <a:solidFill>
                  <a:srgbClr val="12233B"/>
                </a:solidFill>
                <a:latin typeface="Aptos"/>
                <a:ea typeface="Aptos"/>
                <a:cs typeface="Aptos"/>
              </a:rPr>
              <a:t>components</a:t>
            </a:r>
            <a:r>
              <a:rPr lang="en-US" sz="1950" dirty="0">
                <a:solidFill>
                  <a:srgbClr val="12233B"/>
                </a:solidFill>
                <a:latin typeface="Aptos"/>
                <a:ea typeface="Aptos"/>
                <a:cs typeface="Aptos"/>
              </a:rPr>
              <a:t>.</a:t>
            </a:r>
          </a:p>
          <a:p>
            <a:pPr marL="342900" indent="-342900">
              <a:lnSpc>
                <a:spcPts val="2340"/>
              </a:lnSpc>
              <a:buFont typeface="Arial"/>
              <a:buChar char="•"/>
            </a:pPr>
            <a:r>
              <a:rPr lang="en-US" sz="1950">
                <a:solidFill>
                  <a:srgbClr val="12233B"/>
                </a:solidFill>
                <a:latin typeface="Aptos"/>
                <a:ea typeface="Aptos"/>
                <a:cs typeface="Aptos"/>
              </a:rPr>
              <a:t>Calculate CUSUM stats to estimate a structural change point.</a:t>
            </a:r>
            <a:endParaRPr lang="en-US" sz="1950" dirty="0">
              <a:solidFill>
                <a:srgbClr val="12233B"/>
              </a:solidFill>
              <a:latin typeface="Aptos"/>
              <a:ea typeface="Aptos"/>
              <a:cs typeface="Aptos"/>
            </a:endParaRP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869320" y="3589897"/>
            <a:ext cx="6953261"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618799" y="4958678"/>
            <a:ext cx="7438644" cy="1179810"/>
          </a:xfrm>
          <a:prstGeom prst="rect">
            <a:avLst/>
          </a:prstGeom>
        </p:spPr>
        <p:txBody>
          <a:bodyPr lIns="0" tIns="0" rIns="0" bIns="0" rtlCol="0" anchor="t">
            <a:spAutoFit/>
          </a:bodyPr>
          <a:lstStyle/>
          <a:p>
            <a:pPr algn="l">
              <a:lnSpc>
                <a:spcPts val="2340"/>
              </a:lnSpc>
            </a:pPr>
            <a:r>
              <a:rPr lang="en-US" sz="1950" b="1">
                <a:solidFill>
                  <a:srgbClr val="12233B"/>
                </a:solidFill>
                <a:latin typeface="Aptos"/>
                <a:ea typeface="Aptos"/>
                <a:cs typeface="Aptos"/>
                <a:sym typeface="Aptos"/>
              </a:rPr>
              <a:t>Stage I</a:t>
            </a:r>
            <a:r>
              <a:rPr lang="en-US" sz="1950">
                <a:solidFill>
                  <a:srgbClr val="12233B"/>
                </a:solidFill>
                <a:latin typeface="Aptos"/>
                <a:ea typeface="Aptos"/>
                <a:cs typeface="Aptos"/>
                <a:sym typeface="Aptos"/>
              </a:rPr>
              <a:t>: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b="1">
                <a:solidFill>
                  <a:srgbClr val="12233B"/>
                </a:solidFill>
                <a:latin typeface="Aptos"/>
                <a:ea typeface="Aptos"/>
                <a:cs typeface="Aptos"/>
                <a:sym typeface="Aptos"/>
              </a:rPr>
              <a:t>Stage II</a:t>
            </a:r>
            <a:r>
              <a:rPr lang="en-US" sz="1950">
                <a:solidFill>
                  <a:srgbClr val="12233B"/>
                </a:solidFill>
                <a:latin typeface="Aptos"/>
                <a:ea typeface="Aptos"/>
                <a:cs typeface="Aptos"/>
                <a:sym typeface="Aptos"/>
              </a:rPr>
              <a:t>: statistical validation (Hotelling T² or two-sample K–S, depending on formulation).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grpSp>
        <p:nvGrpSpPr>
          <p:cNvPr id="15" name="Group 31">
            <a:extLst>
              <a:ext uri="{FF2B5EF4-FFF2-40B4-BE49-F238E27FC236}">
                <a16:creationId xmlns:a16="http://schemas.microsoft.com/office/drawing/2014/main" id="{ADB27E2A-3720-B97D-3A2D-63B6D4F2D654}"/>
              </a:ext>
            </a:extLst>
          </p:cNvPr>
          <p:cNvGrpSpPr/>
          <p:nvPr/>
        </p:nvGrpSpPr>
        <p:grpSpPr>
          <a:xfrm>
            <a:off x="16495899" y="166560"/>
            <a:ext cx="1581665" cy="938149"/>
            <a:chOff x="0" y="0"/>
            <a:chExt cx="4344772" cy="2880004"/>
          </a:xfrm>
        </p:grpSpPr>
        <p:sp>
          <p:nvSpPr>
            <p:cNvPr id="16" name="Freeform 32">
              <a:extLst>
                <a:ext uri="{FF2B5EF4-FFF2-40B4-BE49-F238E27FC236}">
                  <a16:creationId xmlns:a16="http://schemas.microsoft.com/office/drawing/2014/main" id="{34BA6D41-7B81-8B54-734B-FA7EBF2AB680}"/>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2"/>
              <a:stretch>
                <a:fillRect/>
              </a:stretch>
            </a:blipFill>
          </p:spPr>
          <p:txBody>
            <a:bodyPr/>
            <a:lstStyle/>
            <a:p>
              <a:endParaRPr lang="en-GB"/>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2597604"/>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mc:AlternateContent xmlns:mc="http://schemas.openxmlformats.org/markup-compatibility/2006" xmlns:a14="http://schemas.microsoft.com/office/drawing/2010/main">
        <mc:Choice Requires="a14">
          <p:sp>
            <p:nvSpPr>
              <p:cNvPr id="9" name="TextBox 9"/>
              <p:cNvSpPr txBox="1"/>
              <p:nvPr/>
            </p:nvSpPr>
            <p:spPr>
              <a:xfrm>
                <a:off x="1229868" y="3968115"/>
                <a:ext cx="7438644" cy="1404039"/>
              </a:xfrm>
              <a:prstGeom prst="rect">
                <a:avLst/>
              </a:prstGeom>
            </p:spPr>
            <p:txBody>
              <a:bodyPr lIns="0" tIns="0" rIns="0" bIns="0" rtlCol="0" anchor="t">
                <a:spAutoFit/>
              </a:bodyPr>
              <a:lstStyle/>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func>
                          <m:funcPr>
                            <m:ctrlPr>
                              <a:rPr lang="en-US" sz="1800" i="0" dirty="0" smtClean="0">
                                <a:solidFill>
                                  <a:srgbClr val="12233B"/>
                                </a:solidFill>
                                <a:latin typeface="Cambria Math" panose="02040503050406030204" pitchFamily="18" charset="0"/>
                                <a:ea typeface="Aptos"/>
                                <a:cs typeface="Aptos"/>
                                <a:sym typeface="Aptos"/>
                              </a:rPr>
                            </m:ctrlPr>
                          </m:funcPr>
                          <m:fName>
                            <m:r>
                              <m:rPr>
                                <m:sty m:val="p"/>
                              </m:rPr>
                              <a:rPr lang="en-US" sz="1800" i="0" dirty="0" smtClean="0">
                                <a:solidFill>
                                  <a:srgbClr val="12233B"/>
                                </a:solidFill>
                                <a:latin typeface="Cambria Math" panose="02040503050406030204" pitchFamily="18" charset="0"/>
                                <a:ea typeface="Aptos"/>
                                <a:cs typeface="Aptos"/>
                                <a:sym typeface="Aptos"/>
                              </a:rPr>
                              <m:t>max</m:t>
                            </m:r>
                          </m:fName>
                          <m:e>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e>
                        </m:func>
                      </m:sub>
                    </m:sSub>
                  </m:oMath>
                </a14:m>
                <a:r>
                  <a:rPr lang="en-US" sz="1800" dirty="0">
                    <a:solidFill>
                      <a:srgbClr val="12233B"/>
                    </a:solidFill>
                    <a:latin typeface="Aptos"/>
                    <a:ea typeface="Aptos"/>
                    <a:cs typeface="Aptos"/>
                    <a:sym typeface="Aptos"/>
                  </a:rPr>
                  <a:t>: strongest feature-wise normalised mean contrast at candidate t.</a:t>
                </a:r>
              </a:p>
              <a:p>
                <a:pPr algn="l">
                  <a:lnSpc>
                    <a:spcPts val="2160"/>
                  </a:lnSpc>
                </a:pPr>
                <a:endParaRPr lang="en-US" sz="1800" dirty="0">
                  <a:solidFill>
                    <a:srgbClr val="12233B"/>
                  </a:solidFill>
                  <a:latin typeface="Aptos"/>
                  <a:ea typeface="Aptos"/>
                  <a:cs typeface="Aptos"/>
                  <a:sym typeface="Aptos"/>
                </a:endParaRPr>
              </a:p>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r>
                          <a:rPr lang="en-US" sz="1800" i="1" dirty="0" smtClean="0">
                            <a:solidFill>
                              <a:srgbClr val="12233B"/>
                            </a:solidFill>
                            <a:latin typeface="Cambria Math" panose="02040503050406030204" pitchFamily="18" charset="0"/>
                            <a:ea typeface="Aptos"/>
                            <a:cs typeface="Aptos"/>
                            <a:sym typeface="Aptos"/>
                          </a:rPr>
                          <m:t>𝑎𝑣𝑔</m:t>
                        </m:r>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sub>
                    </m:sSub>
                  </m:oMath>
                </a14:m>
                <a:r>
                  <a:rPr lang="en-US" sz="1800" dirty="0">
                    <a:solidFill>
                      <a:srgbClr val="12233B"/>
                    </a:solidFill>
                    <a:latin typeface="Aptos"/>
                    <a:ea typeface="Aptos"/>
                    <a:cs typeface="Aptos"/>
                    <a:sym typeface="Aptos"/>
                  </a:rPr>
                  <a:t>: mean contrast across features.</a:t>
                </a:r>
              </a:p>
              <a:p>
                <a:pPr algn="l">
                  <a:lnSpc>
                    <a:spcPts val="2160"/>
                  </a:lnSpc>
                </a:pPr>
                <a:endParaRPr lang="en-US" sz="1800" dirty="0">
                  <a:solidFill>
                    <a:srgbClr val="12233B"/>
                  </a:solidFill>
                  <a:latin typeface="Aptos"/>
                  <a:ea typeface="Aptos"/>
                  <a:cs typeface="Aptos"/>
                  <a:sym typeface="Aptos"/>
                </a:endParaRPr>
              </a:p>
              <a:p>
                <a:pPr algn="l">
                  <a:lnSpc>
                    <a:spcPts val="2160"/>
                  </a:lnSpc>
                </a:pPr>
                <a:r>
                  <a:rPr lang="en-US" sz="1800" dirty="0">
                    <a:solidFill>
                      <a:srgbClr val="12233B"/>
                    </a:solidFill>
                    <a:latin typeface="Aptos"/>
                    <a:ea typeface="Aptos"/>
                    <a:cs typeface="Aptos"/>
                    <a:sym typeface="Aptos"/>
                  </a:rPr>
                  <a:t>Both identify candidate locations; their global maxima can disagree.</a:t>
                </a:r>
              </a:p>
            </p:txBody>
          </p:sp>
        </mc:Choice>
        <mc:Fallback xmlns="">
          <p:sp>
            <p:nvSpPr>
              <p:cNvPr id="9" name="TextBox 9"/>
              <p:cNvSpPr txBox="1">
                <a:spLocks noRot="1" noChangeAspect="1" noMove="1" noResize="1" noEditPoints="1" noAdjustHandles="1" noChangeArrowheads="1" noChangeShapeType="1" noTextEdit="1"/>
              </p:cNvSpPr>
              <p:nvPr/>
            </p:nvSpPr>
            <p:spPr>
              <a:xfrm>
                <a:off x="1229868" y="3968115"/>
                <a:ext cx="7438644" cy="1404039"/>
              </a:xfrm>
              <a:prstGeom prst="rect">
                <a:avLst/>
              </a:prstGeom>
              <a:blipFill>
                <a:blip r:embed="rId2"/>
                <a:stretch>
                  <a:fillRect l="-1967" t="-5652" b="-9565"/>
                </a:stretch>
              </a:blipFill>
            </p:spPr>
            <p:txBody>
              <a:bodyPr/>
              <a:lstStyle/>
              <a:p>
                <a:r>
                  <a:rPr lang="en-GB">
                    <a:noFill/>
                  </a:rPr>
                  <a:t> </a:t>
                </a:r>
              </a:p>
            </p:txBody>
          </p:sp>
        </mc:Fallback>
      </mc:AlternateContent>
      <p:grpSp>
        <p:nvGrpSpPr>
          <p:cNvPr id="10" name="Group 10"/>
          <p:cNvGrpSpPr/>
          <p:nvPr/>
        </p:nvGrpSpPr>
        <p:grpSpPr>
          <a:xfrm>
            <a:off x="9317355" y="3021711"/>
            <a:ext cx="8042910" cy="2597604"/>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619488" y="3850005"/>
            <a:ext cx="7438644" cy="4133088"/>
          </a:xfrm>
          <a:prstGeom prst="rect">
            <a:avLst/>
          </a:prstGeom>
        </p:spPr>
        <p:txBody>
          <a:bodyPr lIns="0" tIns="0" rIns="0" bIns="0" rtlCol="0" anchor="t">
            <a:spAutoFit/>
          </a:bodyPr>
          <a:lstStyle/>
          <a:p>
            <a:pPr algn="l">
              <a:lnSpc>
                <a:spcPts val="2340"/>
              </a:lnSpc>
            </a:pPr>
            <a:r>
              <a:rPr lang="en-US" sz="1950" dirty="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dirty="0">
              <a:solidFill>
                <a:srgbClr val="12233B"/>
              </a:solidFill>
              <a:latin typeface="Aptos"/>
              <a:ea typeface="Aptos"/>
              <a:cs typeface="Aptos"/>
              <a:sym typeface="Aptos"/>
            </a:endParaRPr>
          </a:p>
          <a:p>
            <a:pPr algn="l">
              <a:lnSpc>
                <a:spcPts val="2340"/>
              </a:lnSpc>
            </a:pPr>
            <a:r>
              <a:rPr lang="en-US" sz="1950" dirty="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33776" y="8965429"/>
            <a:ext cx="16340328" cy="553212"/>
          </a:xfrm>
          <a:prstGeom prst="rect">
            <a:avLst/>
          </a:prstGeom>
        </p:spPr>
        <p:txBody>
          <a:bodyPr lIns="0" tIns="0" rIns="0" bIns="0" rtlCol="0" anchor="t">
            <a:spAutoFit/>
          </a:bodyPr>
          <a:lstStyle/>
          <a:p>
            <a:pPr algn="l">
              <a:lnSpc>
                <a:spcPts val="1800"/>
              </a:lnSpc>
            </a:pPr>
            <a:r>
              <a:rPr lang="en-US" sz="1500" dirty="0">
                <a:solidFill>
                  <a:srgbClr val="516377"/>
                </a:solidFill>
                <a:latin typeface="Aptos"/>
                <a:ea typeface="Aptos"/>
                <a:cs typeface="Aptos"/>
                <a:sym typeface="Aptos"/>
              </a:rPr>
              <a:t>Sources: Park et al. (2023), DOI 10.29220/CSAM.2023.30.4.369; </a:t>
            </a:r>
            <a:r>
              <a:rPr lang="en-US" sz="1500" dirty="0" err="1">
                <a:solidFill>
                  <a:srgbClr val="516377"/>
                </a:solidFill>
                <a:latin typeface="Aptos"/>
                <a:ea typeface="Aptos"/>
                <a:cs typeface="Aptos"/>
                <a:sym typeface="Aptos"/>
              </a:rPr>
              <a:t>Fearnhead</a:t>
            </a:r>
            <a:r>
              <a:rPr lang="en-US" sz="1500" dirty="0">
                <a:solidFill>
                  <a:srgbClr val="516377"/>
                </a:solidFill>
                <a:latin typeface="Aptos"/>
                <a:ea typeface="Aptos"/>
                <a:cs typeface="Aptos"/>
                <a:sym typeface="Aptos"/>
              </a:rPr>
              <a:t> &amp; </a:t>
            </a:r>
            <a:r>
              <a:rPr lang="en-US" sz="1500" dirty="0" err="1">
                <a:solidFill>
                  <a:srgbClr val="516377"/>
                </a:solidFill>
                <a:latin typeface="Aptos"/>
                <a:ea typeface="Aptos"/>
                <a:cs typeface="Aptos"/>
                <a:sym typeface="Aptos"/>
              </a:rPr>
              <a:t>Rigaill</a:t>
            </a:r>
            <a:r>
              <a:rPr lang="en-US" sz="1500" dirty="0">
                <a:solidFill>
                  <a:srgbClr val="516377"/>
                </a:solidFill>
                <a:latin typeface="Aptos"/>
                <a:ea typeface="Aptos"/>
                <a:cs typeface="Aptos"/>
                <a:sym typeface="Aptos"/>
              </a:rPr>
              <a:t> (2020), DOI 10.1002/sta4.291.</a:t>
            </a:r>
          </a:p>
        </p:txBody>
      </p:sp>
      <p:graphicFrame>
        <p:nvGraphicFramePr>
          <p:cNvPr id="15" name="Table 14">
            <a:extLst>
              <a:ext uri="{FF2B5EF4-FFF2-40B4-BE49-F238E27FC236}">
                <a16:creationId xmlns:a16="http://schemas.microsoft.com/office/drawing/2014/main" id="{CF5BDFAE-2FE3-65A6-D290-7C14729AE725}"/>
              </a:ext>
            </a:extLst>
          </p:cNvPr>
          <p:cNvGraphicFramePr>
            <a:graphicFrameLocks noGrp="1"/>
          </p:cNvGraphicFramePr>
          <p:nvPr>
            <p:extLst>
              <p:ext uri="{D42A27DB-BD31-4B8C-83A1-F6EECF244321}">
                <p14:modId xmlns:p14="http://schemas.microsoft.com/office/powerpoint/2010/main" val="1010189471"/>
              </p:ext>
            </p:extLst>
          </p:nvPr>
        </p:nvGraphicFramePr>
        <p:xfrm>
          <a:off x="3221355" y="5943546"/>
          <a:ext cx="12192000" cy="2748280"/>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2500316603"/>
                    </a:ext>
                  </a:extLst>
                </a:gridCol>
                <a:gridCol w="6096000">
                  <a:extLst>
                    <a:ext uri="{9D8B030D-6E8A-4147-A177-3AD203B41FA5}">
                      <a16:colId xmlns:a16="http://schemas.microsoft.com/office/drawing/2014/main" val="414478972"/>
                    </a:ext>
                  </a:extLst>
                </a:gridCol>
              </a:tblGrid>
              <a:tr h="370840">
                <a:tc gridSpan="2">
                  <a:txBody>
                    <a:bodyPr/>
                    <a:lstStyle/>
                    <a:p>
                      <a:r>
                        <a:rPr lang="en-US" dirty="0"/>
                        <a:t>A worked synthetic example illustrates candidate agreement</a:t>
                      </a:r>
                      <a:endParaRPr lang="en-GB" dirty="0"/>
                    </a:p>
                  </a:txBody>
                  <a:tcPr/>
                </a:tc>
                <a:tc hMerge="1">
                  <a:txBody>
                    <a:bodyPr/>
                    <a:lstStyle/>
                    <a:p>
                      <a:endParaRPr lang="en-GB"/>
                    </a:p>
                  </a:txBody>
                  <a:tcPr/>
                </a:tc>
                <a:extLst>
                  <a:ext uri="{0D108BD9-81ED-4DB2-BD59-A6C34878D82A}">
                    <a16:rowId xmlns:a16="http://schemas.microsoft.com/office/drawing/2014/main" val="2933666652"/>
                  </a:ext>
                </a:extLst>
              </a:tr>
              <a:tr h="370840">
                <a:tc>
                  <a:txBody>
                    <a:bodyPr/>
                    <a:lstStyle/>
                    <a:p>
                      <a:r>
                        <a:rPr lang="en-US" b="1" dirty="0"/>
                        <a:t>Observed Result</a:t>
                      </a:r>
                    </a:p>
                    <a:p>
                      <a:endParaRPr lang="en-US" dirty="0"/>
                    </a:p>
                    <a:p>
                      <a:r>
                        <a:rPr lang="en-US" dirty="0"/>
                        <a:t>Planted change: 120</a:t>
                      </a:r>
                    </a:p>
                    <a:p>
                      <a:r>
                        <a:rPr lang="en-US" dirty="0"/>
                        <a:t>Smoothed peaks: 120 / 122</a:t>
                      </a:r>
                    </a:p>
                    <a:p>
                      <a:r>
                        <a:rPr lang="en-US" dirty="0"/>
                        <a:t>Estimated location: 121</a:t>
                      </a:r>
                      <a:endParaRPr lang="en-GB" dirty="0"/>
                    </a:p>
                  </a:txBody>
                  <a:tcPr/>
                </a:tc>
                <a:tc>
                  <a:txBody>
                    <a:bodyPr/>
                    <a:lstStyle/>
                    <a:p>
                      <a:pPr>
                        <a:buNone/>
                      </a:pPr>
                      <a:r>
                        <a:rPr lang="en-GB" b="1" dirty="0"/>
                        <a:t>Evidence and limitations</a:t>
                      </a:r>
                    </a:p>
                    <a:p>
                      <a:pPr>
                        <a:buNone/>
                      </a:pPr>
                      <a:endParaRPr lang="en-GB" dirty="0"/>
                    </a:p>
                    <a:p>
                      <a:pPr>
                        <a:buNone/>
                      </a:pPr>
                      <a:r>
                        <a:rPr lang="en-GB" dirty="0"/>
                        <a:t>Peak gap: 2, below the paper-rule threshold of 8.66</a:t>
                      </a:r>
                    </a:p>
                    <a:p>
                      <a:pPr>
                        <a:buNone/>
                      </a:pPr>
                      <a:r>
                        <a:rPr lang="en-GB" dirty="0"/>
                        <a:t>Both sampled unimodality counts: 0</a:t>
                      </a:r>
                    </a:p>
                    <a:p>
                      <a:endParaRPr lang="en-GB" dirty="0"/>
                    </a:p>
                  </a:txBody>
                  <a:tcPr/>
                </a:tc>
                <a:extLst>
                  <a:ext uri="{0D108BD9-81ED-4DB2-BD59-A6C34878D82A}">
                    <a16:rowId xmlns:a16="http://schemas.microsoft.com/office/drawing/2014/main" val="3294217581"/>
                  </a:ext>
                </a:extLst>
              </a:tr>
              <a:tr h="370840">
                <a:tc gridSpan="2">
                  <a:txBody>
                    <a:bodyPr/>
                    <a:lstStyle/>
                    <a:p>
                      <a:pPr>
                        <a:buNone/>
                      </a:pPr>
                      <a:r>
                        <a:rPr lang="en-GB" dirty="0"/>
                        <a:t>Research question: Are estimated peak locations stable across repeated simulations and perturbations?</a:t>
                      </a:r>
                    </a:p>
                    <a:p>
                      <a:pPr>
                        <a:buNone/>
                      </a:pPr>
                      <a:endParaRPr lang="en-GB" dirty="0"/>
                    </a:p>
                    <a:p>
                      <a:pPr>
                        <a:buNone/>
                      </a:pPr>
                      <a:r>
                        <a:rPr lang="en-GB" dirty="0"/>
                        <a:t>Source: </a:t>
                      </a:r>
                      <a:r>
                        <a:rPr lang="en-GB" i="1" dirty="0"/>
                        <a:t>Notebook 07, saved synthetic example; Park et al. (2023), Algorithm 1.</a:t>
                      </a:r>
                    </a:p>
                  </a:txBody>
                  <a:tcPr/>
                </a:tc>
                <a:tc hMerge="1">
                  <a:txBody>
                    <a:bodyPr/>
                    <a:lstStyle/>
                    <a:p>
                      <a:endParaRPr lang="en-GB"/>
                    </a:p>
                  </a:txBody>
                  <a:tcPr/>
                </a:tc>
                <a:extLst>
                  <a:ext uri="{0D108BD9-81ED-4DB2-BD59-A6C34878D82A}">
                    <a16:rowId xmlns:a16="http://schemas.microsoft.com/office/drawing/2014/main" val="299795841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dirty="0">
                <a:solidFill>
                  <a:srgbClr val="0D9488"/>
                </a:solidFill>
                <a:latin typeface="Aptos Bold"/>
                <a:ea typeface="Aptos Bold"/>
                <a:cs typeface="Aptos Bold"/>
                <a:sym typeface="Aptos Bold"/>
              </a:rPr>
              <a:t>IMPLEMENTED</a:t>
            </a:r>
          </a:p>
        </p:txBody>
      </p:sp>
      <p:sp>
        <p:nvSpPr>
          <p:cNvPr id="9" name="TextBox 9"/>
          <p:cNvSpPr txBox="1"/>
          <p:nvPr/>
        </p:nvSpPr>
        <p:spPr>
          <a:xfrm>
            <a:off x="1263009" y="3858387"/>
            <a:ext cx="7438644" cy="1648143"/>
          </a:xfrm>
          <a:prstGeom prst="rect">
            <a:avLst/>
          </a:prstGeom>
        </p:spPr>
        <p:txBody>
          <a:bodyPr lIns="0" tIns="0" rIns="0" bIns="0" rtlCol="0" anchor="t">
            <a:spAutoFit/>
          </a:bodyPr>
          <a:lstStyle/>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Compute </a:t>
            </a:r>
            <a:r>
              <a:rPr lang="en-GB" sz="1500" b="1" dirty="0">
                <a:latin typeface="Segoe UI" panose="020B0502040204020203" pitchFamily="34" charset="0"/>
              </a:rPr>
              <a:t>feature-wise normalized CUSUM</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Aggregate signals using </a:t>
            </a:r>
            <a:r>
              <a:rPr lang="en-GB" sz="1500" b="1" dirty="0">
                <a:latin typeface="Segoe UI" panose="020B0502040204020203" pitchFamily="34" charset="0"/>
              </a:rPr>
              <a:t>max and average statistics</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Apply </a:t>
            </a:r>
            <a:r>
              <a:rPr lang="en-GB" sz="1500" b="1" dirty="0">
                <a:latin typeface="Segoe UI" panose="020B0502040204020203" pitchFamily="34" charset="0"/>
              </a:rPr>
              <a:t>local polynomial smoothing</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Check for </a:t>
            </a:r>
            <a:r>
              <a:rPr lang="en-GB" sz="1500" b="1" dirty="0">
                <a:latin typeface="Segoe UI" panose="020B0502040204020203" pitchFamily="34" charset="0"/>
              </a:rPr>
              <a:t>unimodal peak structure</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Verify </a:t>
            </a:r>
            <a:r>
              <a:rPr lang="en-GB" sz="1500" b="1" dirty="0">
                <a:latin typeface="Segoe UI" panose="020B0502040204020203" pitchFamily="34" charset="0"/>
              </a:rPr>
              <a:t>cross-method peak agreement</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Calculate the </a:t>
            </a:r>
            <a:r>
              <a:rPr lang="en-GB" sz="1500" b="1" dirty="0">
                <a:latin typeface="Segoe UI" panose="020B0502040204020203" pitchFamily="34" charset="0"/>
              </a:rPr>
              <a:t>Change-Point Stability Score (CPSS)</a:t>
            </a:r>
            <a:endParaRPr lang="en-GB" sz="1500" dirty="0">
              <a:latin typeface="Segoe UI" panose="020B0502040204020203" pitchFamily="34" charset="0"/>
            </a:endParaRP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30887"/>
          </a:xfrm>
          <a:prstGeom prst="rect">
            <a:avLst/>
          </a:prstGeom>
        </p:spPr>
        <p:txBody>
          <a:bodyPr lIns="0" tIns="0" rIns="0" bIns="0" rtlCol="0" anchor="t">
            <a:spAutoFit/>
          </a:bodyPr>
          <a:lstStyle/>
          <a:p>
            <a:r>
              <a:rPr lang="en-GB" sz="2550" b="1" dirty="0">
                <a:solidFill>
                  <a:srgbClr val="0D9488"/>
                </a:solidFill>
                <a:latin typeface="Aptos Bold"/>
              </a:rPr>
              <a:t>Requires</a:t>
            </a:r>
            <a:r>
              <a:rPr lang="en-GB" sz="2800" b="1" dirty="0">
                <a:solidFill>
                  <a:srgbClr val="0D9488"/>
                </a:solidFill>
                <a:latin typeface="Aptos Bold"/>
              </a:rPr>
              <a:t> </a:t>
            </a:r>
            <a:r>
              <a:rPr lang="en-GB" sz="2550" b="1" dirty="0">
                <a:solidFill>
                  <a:srgbClr val="0D9488"/>
                </a:solidFill>
                <a:latin typeface="Aptos Bold"/>
              </a:rPr>
              <a:t>further</a:t>
            </a:r>
            <a:r>
              <a:rPr lang="en-GB" sz="2800" dirty="0"/>
              <a:t> </a:t>
            </a:r>
            <a:r>
              <a:rPr lang="en-GB" sz="2550" b="1" dirty="0">
                <a:solidFill>
                  <a:srgbClr val="0D9488"/>
                </a:solidFill>
                <a:latin typeface="Aptos Bold"/>
              </a:rPr>
              <a:t>evidence</a:t>
            </a:r>
            <a:endParaRPr lang="en-US" sz="2550" b="1" dirty="0">
              <a:solidFill>
                <a:srgbClr val="0D9488"/>
              </a:solidFill>
              <a:latin typeface="Aptos Bold"/>
              <a:sym typeface="Aptos Bold"/>
            </a:endParaRPr>
          </a:p>
        </p:txBody>
      </p:sp>
      <p:sp>
        <p:nvSpPr>
          <p:cNvPr id="13" name="TextBox 13"/>
          <p:cNvSpPr txBox="1"/>
          <p:nvPr/>
        </p:nvSpPr>
        <p:spPr>
          <a:xfrm>
            <a:off x="9619488" y="4486539"/>
            <a:ext cx="7438644" cy="2039982"/>
          </a:xfrm>
          <a:prstGeom prst="rect">
            <a:avLst/>
          </a:prstGeom>
        </p:spPr>
        <p:txBody>
          <a:bodyPr lIns="0" tIns="0" rIns="0" bIns="0" rtlCol="0" anchor="t">
            <a:spAutoFit/>
          </a:bodyPr>
          <a:lstStyle/>
          <a:p>
            <a:pPr marL="342900" indent="-342900">
              <a:lnSpc>
                <a:spcPts val="2160"/>
              </a:lnSpc>
              <a:spcAft>
                <a:spcPts val="1200"/>
              </a:spcAft>
              <a:buFont typeface="Arial" panose="020B0604020202020204" pitchFamily="34" charset="0"/>
              <a:buChar char="•"/>
            </a:pPr>
            <a:r>
              <a:rPr lang="en-GB" sz="2400" dirty="0"/>
              <a:t>Robust false-alarm calibration</a:t>
            </a:r>
          </a:p>
          <a:p>
            <a:pPr marL="342900" indent="-342900">
              <a:lnSpc>
                <a:spcPts val="2160"/>
              </a:lnSpc>
              <a:spcAft>
                <a:spcPts val="1200"/>
              </a:spcAft>
              <a:buFont typeface="Arial" panose="020B0604020202020204" pitchFamily="34" charset="0"/>
              <a:buChar char="•"/>
            </a:pPr>
            <a:r>
              <a:rPr lang="en-GB" sz="2400" dirty="0"/>
              <a:t>Second-order wavelet/DPCA detection </a:t>
            </a:r>
          </a:p>
          <a:p>
            <a:pPr marL="342900" indent="-342900">
              <a:lnSpc>
                <a:spcPts val="2160"/>
              </a:lnSpc>
              <a:spcAft>
                <a:spcPts val="1200"/>
              </a:spcAft>
              <a:buFont typeface="Arial" panose="020B0604020202020204" pitchFamily="34" charset="0"/>
              <a:buChar char="•"/>
            </a:pPr>
            <a:r>
              <a:rPr lang="en-GB" sz="2400" dirty="0"/>
              <a:t>Real EEG change-point ground truth </a:t>
            </a:r>
          </a:p>
          <a:p>
            <a:pPr marL="342900" indent="-342900">
              <a:lnSpc>
                <a:spcPts val="2160"/>
              </a:lnSpc>
              <a:spcAft>
                <a:spcPts val="1200"/>
              </a:spcAft>
              <a:buFont typeface="Arial" panose="020B0604020202020204" pitchFamily="34" charset="0"/>
              <a:buChar char="•"/>
            </a:pPr>
            <a:r>
              <a:rPr lang="en-GB" sz="2400" dirty="0"/>
              <a:t>Matched-FPR comparisons </a:t>
            </a:r>
          </a:p>
          <a:p>
            <a:pPr marL="342900" indent="-342900">
              <a:lnSpc>
                <a:spcPts val="2160"/>
              </a:lnSpc>
              <a:spcAft>
                <a:spcPts val="1200"/>
              </a:spcAft>
              <a:buFont typeface="Arial" panose="020B0604020202020204" pitchFamily="34" charset="0"/>
              <a:buChar char="•"/>
            </a:pPr>
            <a:r>
              <a:rPr lang="en-GB" sz="2400" dirty="0"/>
              <a:t>Statistically validated CPSS advantage.</a:t>
            </a:r>
            <a:endParaRPr lang="en-US" sz="2400" dirty="0">
              <a:solidFill>
                <a:srgbClr val="12233B"/>
              </a:solidFill>
              <a:latin typeface="Aptos"/>
              <a:sym typeface="Aptos"/>
            </a:endParaRP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261872" y="5849599"/>
            <a:ext cx="7005323" cy="248209"/>
          </a:xfrm>
          <a:prstGeom prst="rect">
            <a:avLst/>
          </a:prstGeom>
        </p:spPr>
        <p:txBody>
          <a:bodyPr lIns="0" tIns="0" rIns="0" bIns="0" rtlCol="0" anchor="t">
            <a:spAutoFit/>
          </a:bodyPr>
          <a:lstStyle/>
          <a:p>
            <a:pPr algn="l">
              <a:lnSpc>
                <a:spcPts val="1980"/>
              </a:lnSpc>
            </a:pPr>
            <a:r>
              <a:rPr lang="en-US" sz="1650" i="1" dirty="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987552" y="9387918"/>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xmlns:a14="http://schemas.microsoft.com/office/drawing/2010/main">
        <mc:Choice Requires="a14">
          <p:sp>
            <p:nvSpPr>
              <p:cNvPr id="6070" name="EDITABLE POWERPOINT EQUATION | Park 2023 Eq 2.2 normalized CUSUM | ROW 1"/>
              <p:cNvSpPr txBox="1"/>
              <p:nvPr/>
            </p:nvSpPr>
            <p:spPr>
              <a:xfrm>
                <a:off x="1269833" y="6342450"/>
                <a:ext cx="7238456" cy="101733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lang="en-GB" smtClean="0">
                          <a:latin typeface="Cambria Math" panose="02040503050406030204" pitchFamily="18" charset="0"/>
                        </a:rPr>
                        <m:t>𝜈</m:t>
                      </m:r>
                      <m:r>
                        <a:rPr lang="en-GB" smtClean="0">
                          <a:latin typeface="Cambria Math" panose="02040503050406030204" pitchFamily="18" charset="0"/>
                        </a:rPr>
                        <m:t>ₜ⁽ᵈ⁾ </m:t>
                      </m:r>
                      <m:box>
                        <m:boxPr>
                          <m:ctrlPr>
                            <a:rPr lang="en-GB" i="1" smtClean="0">
                              <a:latin typeface="Cambria Math" panose="02040503050406030204" pitchFamily="18" charset="0"/>
                            </a:rPr>
                          </m:ctrlPr>
                        </m:boxPr>
                        <m:e>
                          <m:r>
                            <a:rPr lang="en-GB" i="1" smtClean="0">
                              <a:latin typeface="Cambria Math" panose="02040503050406030204" pitchFamily="18" charset="0"/>
                            </a:rPr>
                            <m:t>≔</m:t>
                          </m:r>
                        </m:e>
                      </m:box>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𝑇</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e>
                          </m:d>
                        </m:e>
                        <m:sup>
                          <m:r>
                            <a:rPr lang="ar-AE" b="0" i="1" smtClean="0">
                              <a:latin typeface="Cambria Math" panose="02040503050406030204" pitchFamily="18" charset="0"/>
                            </a:rPr>
                            <m:t>−</m:t>
                          </m:r>
                          <m:r>
                            <a:rPr lang="en-US" b="0" i="1" smtClean="0">
                              <a:latin typeface="Cambria Math" panose="02040503050406030204" pitchFamily="18" charset="0"/>
                            </a:rPr>
                            <m:t>1</m:t>
                          </m:r>
                        </m:sup>
                      </m:sSup>
                      <m:d>
                        <m:dPr>
                          <m:begChr m:val="|"/>
                          <m:endChr m:val="|"/>
                          <m:ctrlPr>
                            <a:rPr lang="ar-AE" i="1" smtClean="0">
                              <a:latin typeface="Cambria Math" panose="02040503050406030204" pitchFamily="18" charset="0"/>
                            </a:rPr>
                          </m:ctrlPr>
                        </m:dPr>
                        <m:e>
                          <m:rad>
                            <m:radPr>
                              <m:degHide m:val="on"/>
                              <m:ctrlPr>
                                <a:rPr lang="ar-AE"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𝑡</m:t>
                                  </m:r>
                                </m:num>
                                <m:den>
                                  <m:r>
                                    <a:rPr lang="en-US" b="0" i="1" smtClean="0">
                                      <a:latin typeface="Cambria Math" panose="02040503050406030204" pitchFamily="18" charset="0"/>
                                    </a:rPr>
                                    <m:t>𝑇𝑡</m:t>
                                  </m:r>
                                </m:den>
                              </m:f>
                            </m:e>
                          </m:rad>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𝑡</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r>
                            <a:rPr lang="en-US" b="0" i="1" smtClean="0">
                              <a:latin typeface="Cambria Math" panose="02040503050406030204" pitchFamily="18" charset="0"/>
                            </a:rPr>
                            <m:t> −</m:t>
                          </m:r>
                          <m:rad>
                            <m:radPr>
                              <m:degHide m:val="on"/>
                              <m:ctrlPr>
                                <a:rPr lang="ar-AE"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𝑡</m:t>
                                  </m:r>
                                </m:num>
                                <m:den>
                                  <m:r>
                                    <a:rPr lang="en-US" b="0" i="1" smtClean="0">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𝑡</m:t>
                                  </m:r>
                                  <m:r>
                                    <a:rPr lang="en-US" b="0" i="1" smtClean="0">
                                      <a:latin typeface="Cambria Math" panose="02040503050406030204" pitchFamily="18" charset="0"/>
                                    </a:rPr>
                                    <m:t>)</m:t>
                                  </m:r>
                                </m:den>
                              </m:f>
                            </m:e>
                          </m:rad>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𝑢</m:t>
                              </m:r>
                              <m:r>
                                <a:rPr lang="en-US" i="1">
                                  <a:latin typeface="Cambria Math" panose="02040503050406030204" pitchFamily="18" charset="0"/>
                                </a:rPr>
                                <m:t>=</m:t>
                              </m:r>
                              <m:r>
                                <a:rPr lang="en-US" b="0" i="1" smtClean="0">
                                  <a:latin typeface="Cambria Math" panose="02040503050406030204" pitchFamily="18" charset="0"/>
                                </a:rPr>
                                <m:t>𝑡</m:t>
                              </m:r>
                            </m:sub>
                            <m:sup>
                              <m:r>
                                <a:rPr lang="en-US" b="0" i="1" smtClean="0">
                                  <a:latin typeface="Cambria Math" panose="02040503050406030204" pitchFamily="18" charset="0"/>
                                </a:rPr>
                                <m:t>𝑇</m:t>
                              </m:r>
                              <m:r>
                                <a:rPr lang="en-US" i="1">
                                  <a:latin typeface="Cambria Math" panose="02040503050406030204" pitchFamily="18" charset="0"/>
                                </a:rPr>
                                <m:t>−1</m:t>
                              </m:r>
                            </m:sup>
                            <m:e>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𝑇</m:t>
                                  </m:r>
                                </m:sub>
                                <m:sup>
                                  <m:r>
                                    <a:rPr lang="en-US" i="1">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up>
                              </m:sSubSup>
                            </m:e>
                          </m:nary>
                        </m:e>
                      </m:d>
                    </m:oMath>
                  </m:oMathPara>
                </a14:m>
                <a:endParaRPr sz="1300" dirty="0"/>
              </a:p>
            </p:txBody>
          </p:sp>
        </mc:Choice>
        <mc:Fallback xmlns="">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269833" y="6342450"/>
                <a:ext cx="7238456" cy="1017330"/>
              </a:xfrm>
              <a:prstGeom prst="rect">
                <a:avLst/>
              </a:prstGeom>
              <a:blipFill>
                <a:blip r:embed="rId2"/>
                <a:stretch>
                  <a:fillRect/>
                </a:stretch>
              </a:blipFill>
            </p:spPr>
            <p:txBody>
              <a:bodyPr/>
              <a:lstStyle/>
              <a:p>
                <a:r>
                  <a:rPr lang="en-GB">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2" name="EDITABLE POWERPOINT EQUATION | Code-grounded LOESS and peak estimates | ROW 1"/>
              <p:cNvSpPr txBox="1"/>
              <p:nvPr/>
            </p:nvSpPr>
            <p:spPr>
              <a:xfrm>
                <a:off x="10168128" y="4297680"/>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ₜᵐᵃˣ)</m:t>
                      </m:r>
                    </m:oMath>
                  </m:oMathPara>
                </a14:m>
                <a:endParaRPr sz="1900" dirty="0"/>
              </a:p>
            </p:txBody>
          </p:sp>
        </mc:Choice>
        <mc:Fallback xmlns="">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4297680"/>
                <a:ext cx="5989320" cy="512064"/>
              </a:xfrm>
              <a:prstGeom prst="rect">
                <a:avLst/>
              </a:prstGeom>
              <a:blipFill>
                <a:blip r:embed="rId4"/>
                <a:stretch>
                  <a:fillRect/>
                </a:stretch>
              </a:blipFill>
            </p:spPr>
            <p:txBody>
              <a:bodyPr/>
              <a:lstStyle/>
              <a:p>
                <a:r>
                  <a:rPr lang="en-GB">
                    <a:noFill/>
                  </a:rPr>
                  <a:t> </a:t>
                </a:r>
              </a:p>
            </p:txBody>
          </p:sp>
        </mc:Fallback>
      </mc:AlternateContent>
      <p:sp>
        <p:nvSpPr>
          <p:cNvPr id="14" name="Slide 8 / title"/>
          <p:cNvSpPr txBox="1"/>
          <p:nvPr/>
        </p:nvSpPr>
        <p:spPr>
          <a:xfrm>
            <a:off x="1124712" y="905256"/>
            <a:ext cx="16322041" cy="754380"/>
          </a:xfrm>
          <a:prstGeom prst="rect">
            <a:avLst/>
          </a:prstGeom>
          <a:noFill/>
        </p:spPr>
        <p:txBody>
          <a:bodyPr wrap="square" lIns="0" tIns="0" rIns="0" bIns="0">
            <a:spAutoFit/>
          </a:bodyPr>
          <a:lstStyle/>
          <a:p>
            <a:pPr algn="l">
              <a:spcAft>
                <a:spcPts val="0"/>
              </a:spcAft>
            </a:pPr>
            <a:r>
              <a:rPr sz="4470" b="1">
                <a:solidFill>
                  <a:srgbClr val="15263E"/>
                </a:solidFill>
                <a:latin typeface="Aptos"/>
              </a:rPr>
              <a:t>From Mean-CUSUM to Mean-Change Confirmation</a:t>
            </a:r>
          </a:p>
        </p:txBody>
      </p:sp>
      <p:sp>
        <p:nvSpPr>
          <p:cNvPr id="15" name="Slide 8 / subtitle"/>
          <p:cNvSpPr txBox="1"/>
          <p:nvPr/>
        </p:nvSpPr>
        <p:spPr>
          <a:xfrm>
            <a:off x="1138428" y="1755648"/>
            <a:ext cx="16184881" cy="342900"/>
          </a:xfrm>
          <a:prstGeom prst="rect">
            <a:avLst/>
          </a:prstGeom>
          <a:noFill/>
        </p:spPr>
        <p:txBody>
          <a:bodyPr wrap="square" lIns="0" tIns="0" rIns="0" bIns="0">
            <a:spAutoFit/>
          </a:bodyPr>
          <a:lstStyle/>
          <a:p>
            <a:pPr algn="l">
              <a:spcAft>
                <a:spcPts val="0"/>
              </a:spcAft>
            </a:pPr>
            <a:r>
              <a:rPr sz="1814" b="1">
                <a:solidFill>
                  <a:srgbClr val="00948A"/>
                </a:solidFill>
                <a:latin typeface="Aptos"/>
              </a:rPr>
              <a:t>PARK ET AL. (2023)  /  §2.3, ALGORITHM 1, STEPS 1–4</a:t>
            </a:r>
          </a:p>
        </p:txBody>
      </p:sp>
      <p:sp>
        <p:nvSpPr>
          <p:cNvPr id="16" name="Slide 8 / step1 / panel"/>
          <p:cNvSpPr/>
          <p:nvPr/>
        </p:nvSpPr>
        <p:spPr>
          <a:xfrm>
            <a:off x="1069848"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lide 8 / step1 / heading"/>
          <p:cNvSpPr txBox="1"/>
          <p:nvPr/>
        </p:nvSpPr>
        <p:spPr>
          <a:xfrm>
            <a:off x="1412748" y="2578608"/>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01   Aggregation Across Channels</a:t>
            </a:r>
          </a:p>
        </p:txBody>
      </p:sp>
      <p:sp>
        <p:nvSpPr>
          <p:cNvPr id="20" name="Slide 8 / step1 / explanation"/>
          <p:cNvSpPr txBox="1"/>
          <p:nvPr/>
        </p:nvSpPr>
        <p:spPr>
          <a:xfrm>
            <a:off x="1447038" y="4629255"/>
            <a:ext cx="7228332" cy="493776"/>
          </a:xfrm>
          <a:prstGeom prst="rect">
            <a:avLst/>
          </a:prstGeom>
          <a:noFill/>
        </p:spPr>
        <p:txBody>
          <a:bodyPr wrap="square" lIns="0" tIns="0" rIns="0" bIns="0">
            <a:spAutoFit/>
          </a:bodyPr>
          <a:lstStyle/>
          <a:p>
            <a:pPr algn="l">
              <a:spcAft>
                <a:spcPts val="0"/>
              </a:spcAft>
            </a:pPr>
            <a:r>
              <a:rPr sz="1754" b="0" dirty="0">
                <a:solidFill>
                  <a:srgbClr val="465972"/>
                </a:solidFill>
                <a:latin typeface="Aptos"/>
              </a:rPr>
              <a:t>Maximum and average combine channelwise mean-CUSUM evidence.</a:t>
            </a:r>
          </a:p>
        </p:txBody>
      </p:sp>
      <mc:AlternateContent xmlns:mc="http://schemas.openxmlformats.org/markup-compatibility/2006">
        <mc:Choice xmlns:a14="http://schemas.microsoft.com/office/drawing/2010/main" Requires="a14">
          <p:sp>
            <p:nvSpPr>
              <p:cNvPr id="21" name="Slide 8 / step2 / panel"/>
              <p:cNvSpPr/>
              <p:nvPr/>
            </p:nvSpPr>
            <p:spPr>
              <a:xfrm>
                <a:off x="9244584"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
                      <m:r>
                        <a:rPr lang="en-GB" b="0" i="0" smtClean="0">
                          <a:solidFill>
                            <a:schemeClr val="tx1"/>
                          </a:solidFill>
                          <a:latin typeface="Cambria Math" panose="02040503050406030204" pitchFamily="18" charset="0"/>
                        </a:rPr>
                        <m:t> </m:t>
                      </m:r>
                    </m:oMath>
                  </m:oMathPara>
                </a14:m>
                <a:endParaRPr lang="en-GB" dirty="0">
                  <a:solidFill>
                    <a:schemeClr val="tx1"/>
                  </a:solidFill>
                </a:endParaRPr>
              </a:p>
            </p:txBody>
          </p:sp>
        </mc:Choice>
        <mc:Fallback>
          <p:sp>
            <p:nvSpPr>
              <p:cNvPr id="21" name="Slide 8 / step2 / panel"/>
              <p:cNvSpPr>
                <a:spLocks noRot="1" noChangeAspect="1" noMove="1" noResize="1" noEditPoints="1" noAdjustHandles="1" noChangeArrowheads="1" noChangeShapeType="1" noTextEdit="1"/>
              </p:cNvSpPr>
              <p:nvPr/>
            </p:nvSpPr>
            <p:spPr>
              <a:xfrm>
                <a:off x="9244584" y="2331720"/>
                <a:ext cx="7982712" cy="2907792"/>
              </a:xfrm>
              <a:prstGeom prst="roundRect">
                <a:avLst>
                  <a:gd name="adj" fmla="val 15000"/>
                </a:avLst>
              </a:prstGeom>
              <a:blipFill>
                <a:blip r:embed="rId5"/>
                <a:stretch>
                  <a:fillRect/>
                </a:stretch>
              </a:blipFill>
              <a:ln w="15240">
                <a:solidFill>
                  <a:srgbClr val="D5E2EE"/>
                </a:solidFill>
              </a:ln>
            </p:spPr>
            <p:txBody>
              <a:bodyPr/>
              <a:lstStyle/>
              <a:p>
                <a:r>
                  <a:rPr lang="en-GB">
                    <a:noFill/>
                  </a:rPr>
                  <a:t> </a:t>
                </a:r>
              </a:p>
            </p:txBody>
          </p:sp>
        </mc:Fallback>
      </mc:AlternateContent>
      <p:sp>
        <p:nvSpPr>
          <p:cNvPr id="22" name="Slide 8 / step2 / heading"/>
          <p:cNvSpPr txBox="1"/>
          <p:nvPr/>
        </p:nvSpPr>
        <p:spPr>
          <a:xfrm>
            <a:off x="9587484" y="2578608"/>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02   Smooth and Locate Peaks</a:t>
            </a:r>
          </a:p>
        </p:txBody>
      </p:sp>
      <p:sp>
        <p:nvSpPr>
          <p:cNvPr id="25" name="Slide 8 / step2 / explanation"/>
          <p:cNvSpPr txBox="1"/>
          <p:nvPr/>
        </p:nvSpPr>
        <p:spPr>
          <a:xfrm>
            <a:off x="9614916" y="456742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Local polynomial span 0.1; peak locations from smoothed curves.</a:t>
            </a:r>
          </a:p>
        </p:txBody>
      </p:sp>
      <p:sp>
        <p:nvSpPr>
          <p:cNvPr id="26" name="Slide 8 / step3 / panel"/>
          <p:cNvSpPr/>
          <p:nvPr/>
        </p:nvSpPr>
        <p:spPr>
          <a:xfrm>
            <a:off x="1069848"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Slide 8 / step3 / heading"/>
          <p:cNvSpPr txBox="1"/>
          <p:nvPr/>
        </p:nvSpPr>
        <p:spPr>
          <a:xfrm>
            <a:off x="1412748" y="5733286"/>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03   Check Unimodality</a:t>
            </a:r>
          </a:p>
        </p:txBody>
      </p:sp>
      <p:sp>
        <p:nvSpPr>
          <p:cNvPr id="29" name="Slide 8 / step3 / explanation"/>
          <p:cNvSpPr txBox="1"/>
          <p:nvPr/>
        </p:nvSpPr>
        <p:spPr>
          <a:xfrm>
            <a:off x="1440180" y="772210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k = 10 interior positions per side; at least one A count must be 0.</a:t>
            </a:r>
          </a:p>
        </p:txBody>
      </p:sp>
      <p:sp>
        <p:nvSpPr>
          <p:cNvPr id="30" name="Slide 8 / step4 / panel"/>
          <p:cNvSpPr/>
          <p:nvPr/>
        </p:nvSpPr>
        <p:spPr>
          <a:xfrm>
            <a:off x="9244584"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Slide 8 / step4 / heading"/>
          <p:cNvSpPr txBox="1"/>
          <p:nvPr/>
        </p:nvSpPr>
        <p:spPr>
          <a:xfrm>
            <a:off x="9587484" y="5733286"/>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04   Confirm and Estimate</a:t>
            </a:r>
          </a:p>
        </p:txBody>
      </p:sp>
      <p:sp>
        <p:nvSpPr>
          <p:cNvPr id="34" name="Slide 8 / step4 / explanation"/>
          <p:cNvSpPr txBox="1"/>
          <p:nvPr/>
        </p:nvSpPr>
        <p:spPr>
          <a:xfrm>
            <a:off x="9614916" y="772210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If both tests pass, estimate the mean change; else test second order.</a:t>
            </a:r>
          </a:p>
        </p:txBody>
      </p:sp>
      <p:sp>
        <p:nvSpPr>
          <p:cNvPr id="35" name="Slide 8 / status"/>
          <p:cNvSpPr txBox="1"/>
          <p:nvPr/>
        </p:nvSpPr>
        <p:spPr>
          <a:xfrm>
            <a:off x="1289304" y="8723376"/>
            <a:ext cx="16322041" cy="466344"/>
          </a:xfrm>
          <a:prstGeom prst="rect">
            <a:avLst/>
          </a:prstGeom>
          <a:noFill/>
        </p:spPr>
        <p:txBody>
          <a:bodyPr wrap="square" lIns="0" tIns="0" rIns="0" bIns="0">
            <a:spAutoFit/>
          </a:bodyPr>
          <a:lstStyle/>
          <a:p>
            <a:pPr algn="l">
              <a:spcAft>
                <a:spcPts val="0"/>
              </a:spcAft>
            </a:pPr>
            <a:r>
              <a:rPr sz="1950" b="1">
                <a:solidFill>
                  <a:srgbClr val="15263E"/>
                </a:solidFill>
                <a:latin typeface="Aptos"/>
              </a:rPr>
              <a:t>Implemented in Python: Steps 1–4  |  Statistical calibration &amp; second-order detection remain open.</a:t>
            </a:r>
          </a:p>
        </p:txBody>
      </p:sp>
      <p:sp>
        <p:nvSpPr>
          <p:cNvPr id="36" name="Slide 8 / citation"/>
          <p:cNvSpPr txBox="1"/>
          <p:nvPr/>
        </p:nvSpPr>
        <p:spPr>
          <a:xfrm>
            <a:off x="1138428" y="9313164"/>
            <a:ext cx="16390621" cy="301752"/>
          </a:xfrm>
          <a:prstGeom prst="rect">
            <a:avLst/>
          </a:prstGeom>
          <a:noFill/>
        </p:spPr>
        <p:txBody>
          <a:bodyPr wrap="square" lIns="0" tIns="0" rIns="0" bIns="0">
            <a:spAutoFit/>
          </a:bodyPr>
          <a:lstStyle/>
          <a:p>
            <a:pPr algn="l">
              <a:spcAft>
                <a:spcPts val="0"/>
              </a:spcAft>
            </a:pPr>
            <a:r>
              <a:rPr sz="1395" b="0">
                <a:solidFill>
                  <a:srgbClr val="465972"/>
                </a:solidFill>
                <a:latin typeface="Aptos"/>
              </a:rPr>
              <a:t>Source: Park et al. (2023), §2.3, Algorithm 1  |  Code: src/detection/stage1/park_mean_cusum.py</a:t>
            </a:r>
          </a:p>
        </p:txBody>
      </p:sp>
      <p:sp>
        <p:nvSpPr>
          <p:cNvPr id="37" name="Slide 8 / footer"/>
          <p:cNvSpPr txBox="1"/>
          <p:nvPr/>
        </p:nvSpPr>
        <p:spPr>
          <a:xfrm>
            <a:off x="1124712" y="9820656"/>
            <a:ext cx="16184881" cy="246888"/>
          </a:xfrm>
          <a:prstGeom prst="rect">
            <a:avLst/>
          </a:prstGeom>
          <a:noFill/>
        </p:spPr>
        <p:txBody>
          <a:bodyPr wrap="square" lIns="0" tIns="0" rIns="0" bIns="0">
            <a:spAutoFit/>
          </a:bodyPr>
          <a:lstStyle/>
          <a:p>
            <a:pPr algn="l">
              <a:spcAft>
                <a:spcPts val="0"/>
              </a:spcAft>
            </a:pPr>
            <a:r>
              <a:rPr sz="1335" b="0">
                <a:solidFill>
                  <a:srgbClr val="465972"/>
                </a:solidFill>
                <a:latin typeface="Aptos"/>
              </a:rPr>
              <a:t>Research progress  |  hlin863/ewma_covariate_shift_demo  |  Oct 2026</a:t>
            </a:r>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4D6C7ADD-3388-004F-C18D-4C4FB7340C0A}"/>
                  </a:ext>
                </a:extLst>
              </p:cNvPr>
              <p:cNvSpPr txBox="1"/>
              <p:nvPr/>
            </p:nvSpPr>
            <p:spPr>
              <a:xfrm>
                <a:off x="3817620" y="3109430"/>
                <a:ext cx="2514600" cy="504241"/>
              </a:xfrm>
              <a:prstGeom prst="rect">
                <a:avLst/>
              </a:prstGeom>
              <a:noFill/>
            </p:spPr>
            <p:txBody>
              <a:bodyPr wrap="square" lIns="0" tIns="0" rIns="0" bIns="0" rtlCol="0">
                <a:spAutoFit/>
              </a:bodyPr>
              <a:lstStyle/>
              <a:p>
                <a14:m>
                  <m:oMathPara xmlns:m="http://schemas.openxmlformats.org/officeDocument/2006/math">
                    <m:oMath>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m:rPr>
                              <m:sty m:val="p"/>
                            </m:rPr>
                            <a:rPr lang="en-GB" sz="2000" b="0" i="1" smtClean="0">
                              <a:latin typeface="Cambria Math" panose="02040503050406030204" pitchFamily="18" charset="0"/>
                            </a:rPr>
                            <m:t>max</m:t>
                          </m:r>
                        </m:sup>
                      </m:sSubSup>
                      <m:r>
                        <a:rPr lang="en-GB" sz="2000" b="0" i="1" smtClean="0">
                          <a:latin typeface="Cambria Math" panose="02040503050406030204" pitchFamily="18" charset="0"/>
                        </a:rPr>
                        <m:t>=</m:t>
                      </m:r>
                      <m:func>
                        <m:funcPr>
                          <m:ctrlPr>
                            <a:rPr lang="en-GB" sz="2000" b="0" i="1" smtClean="0">
                              <a:latin typeface="Cambria Math" panose="02040503050406030204" pitchFamily="18" charset="0"/>
                            </a:rPr>
                          </m:ctrlPr>
                        </m:funcPr>
                        <m:fName>
                          <m:limLow>
                            <m:limLowPr>
                              <m:ctrlPr>
                                <a:rPr lang="en-GB" sz="2000" b="0" i="0" smtClean="0">
                                  <a:latin typeface="Cambria Math" panose="02040503050406030204" pitchFamily="18" charset="0"/>
                                </a:rPr>
                              </m:ctrlPr>
                            </m:limLowPr>
                            <m:e>
                              <m:r>
                                <m:rPr>
                                  <m:sty m:val="p"/>
                                </m:rPr>
                                <a:rPr lang="en-GB" sz="2000" b="0" i="0" smtClean="0">
                                  <a:latin typeface="Cambria Math" panose="02040503050406030204" pitchFamily="18" charset="0"/>
                                </a:rPr>
                                <m:t>max</m:t>
                              </m:r>
                            </m:e>
                            <m:lim>
                              <m:r>
                                <a:rPr lang="en-GB" sz="2000" b="0" i="1" smtClean="0">
                                  <a:latin typeface="Cambria Math" panose="02040503050406030204" pitchFamily="18" charset="0"/>
                                </a:rPr>
                                <m:t>1</m:t>
                              </m:r>
                              <m:r>
                                <a:rPr lang="en-GB" sz="2000" b="0" i="1" smtClean="0">
                                  <a:latin typeface="Cambria Math" panose="02040503050406030204" pitchFamily="18" charset="0"/>
                                  <a:ea typeface="Cambria Math" panose="02040503050406030204" pitchFamily="18" charset="0"/>
                                </a:rPr>
                                <m:t>≤</m:t>
                              </m:r>
                              <m:r>
                                <m:rPr>
                                  <m:sty m:val="p"/>
                                </m:rPr>
                                <a:rPr lang="en-GB" sz="2000" b="0" i="1" smtClean="0">
                                  <a:latin typeface="Cambria Math" panose="02040503050406030204" pitchFamily="18" charset="0"/>
                                  <a:ea typeface="Cambria Math" panose="02040503050406030204" pitchFamily="18" charset="0"/>
                                </a:rPr>
                                <m:t>d</m:t>
                              </m:r>
                              <m:r>
                                <a:rPr lang="en-GB" sz="2000" b="0" i="1" smtClean="0">
                                  <a:latin typeface="Cambria Math" panose="02040503050406030204" pitchFamily="18" charset="0"/>
                                  <a:ea typeface="Cambria Math" panose="02040503050406030204" pitchFamily="18" charset="0"/>
                                </a:rPr>
                                <m:t>≤</m:t>
                              </m:r>
                              <m:r>
                                <m:rPr>
                                  <m:sty m:val="p"/>
                                </m:rPr>
                                <a:rPr lang="en-GB" sz="2000" b="0" i="1" smtClean="0">
                                  <a:latin typeface="Cambria Math" panose="02040503050406030204" pitchFamily="18" charset="0"/>
                                  <a:ea typeface="Cambria Math" panose="02040503050406030204" pitchFamily="18" charset="0"/>
                                </a:rPr>
                                <m:t>p</m:t>
                              </m:r>
                            </m:lim>
                          </m:limLow>
                        </m:fName>
                        <m:e>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a:rPr lang="en-GB" sz="2000" b="0" i="1" smtClean="0">
                                  <a:latin typeface="Cambria Math" panose="02040503050406030204" pitchFamily="18" charset="0"/>
                                </a:rPr>
                                <m:t>(</m:t>
                              </m:r>
                              <m:r>
                                <m:rPr>
                                  <m:sty m:val="p"/>
                                </m:rPr>
                                <a:rPr lang="en-GB" sz="2000" b="0" i="1" smtClean="0">
                                  <a:latin typeface="Cambria Math" panose="02040503050406030204" pitchFamily="18" charset="0"/>
                                </a:rPr>
                                <m:t>d</m:t>
                              </m:r>
                              <m:r>
                                <a:rPr lang="en-GB" sz="2000" b="0" i="1" smtClean="0">
                                  <a:latin typeface="Cambria Math" panose="02040503050406030204" pitchFamily="18" charset="0"/>
                                </a:rPr>
                                <m:t>)</m:t>
                              </m:r>
                            </m:sup>
                          </m:sSubSup>
                        </m:e>
                      </m:func>
                    </m:oMath>
                  </m:oMathPara>
                </a14:m>
                <a:endParaRPr lang="en-GB" sz="2000" dirty="0"/>
              </a:p>
            </p:txBody>
          </p:sp>
        </mc:Choice>
        <mc:Fallback>
          <p:sp>
            <p:nvSpPr>
              <p:cNvPr id="2" name="TextBox 1">
                <a:extLst>
                  <a:ext uri="{FF2B5EF4-FFF2-40B4-BE49-F238E27FC236}">
                    <a16:creationId xmlns:a16="http://schemas.microsoft.com/office/drawing/2014/main" id="{4D6C7ADD-3388-004F-C18D-4C4FB7340C0A}"/>
                  </a:ext>
                </a:extLst>
              </p:cNvPr>
              <p:cNvSpPr txBox="1">
                <a:spLocks noRot="1" noChangeAspect="1" noMove="1" noResize="1" noEditPoints="1" noAdjustHandles="1" noChangeArrowheads="1" noChangeShapeType="1" noTextEdit="1"/>
              </p:cNvSpPr>
              <p:nvPr/>
            </p:nvSpPr>
            <p:spPr>
              <a:xfrm>
                <a:off x="3817620" y="3109430"/>
                <a:ext cx="2514600" cy="504241"/>
              </a:xfrm>
              <a:prstGeom prst="rect">
                <a:avLst/>
              </a:prstGeom>
              <a:blipFill>
                <a:blip r:embed="rId6"/>
                <a:stretch>
                  <a:fillRect t="-1205" b="-10843"/>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93D3D845-3C60-B1B1-3356-A5823AC8806A}"/>
                  </a:ext>
                </a:extLst>
              </p:cNvPr>
              <p:cNvSpPr txBox="1"/>
              <p:nvPr/>
            </p:nvSpPr>
            <p:spPr>
              <a:xfrm>
                <a:off x="4222836" y="3846660"/>
                <a:ext cx="1663019" cy="947760"/>
              </a:xfrm>
              <a:prstGeom prst="rect">
                <a:avLst/>
              </a:prstGeom>
              <a:noFill/>
            </p:spPr>
            <p:txBody>
              <a:bodyPr wrap="none" lIns="0" tIns="0" rIns="0" bIns="0" rtlCol="0">
                <a:spAutoFit/>
              </a:bodyPr>
              <a:lstStyle/>
              <a:p>
                <a14:m>
                  <m:oMathPara xmlns:m="http://schemas.openxmlformats.org/officeDocument/2006/math">
                    <m:oMath>
                      <m:sSubSup>
                        <m:sSubSupPr>
                          <m:ctrlPr>
                            <a:rPr lang="en-GB" i="1">
                              <a:latin typeface="Cambria Math" panose="02040503050406030204" pitchFamily="18" charset="0"/>
                            </a:rPr>
                          </m:ctrlPr>
                        </m:sSubSupPr>
                        <m:e>
                          <m:r>
                            <m:rPr>
                              <m:sty m:val="p"/>
                            </m:rPr>
                            <a:rPr lang="en-GB" i="1">
                              <a:latin typeface="Cambria Math" panose="02040503050406030204" pitchFamily="18" charset="0"/>
                            </a:rPr>
                            <m:t>v</m:t>
                          </m:r>
                        </m:e>
                        <m:sub>
                          <m:r>
                            <m:rPr>
                              <m:sty m:val="p"/>
                            </m:rPr>
                            <a:rPr lang="en-GB" i="1">
                              <a:latin typeface="Cambria Math" panose="02040503050406030204" pitchFamily="18" charset="0"/>
                            </a:rPr>
                            <m:t>t</m:t>
                          </m:r>
                        </m:sub>
                        <m:sup>
                          <m:r>
                            <m:rPr>
                              <m:sty m:val="p"/>
                            </m:rPr>
                            <a:rPr lang="en-GB" b="0" i="1" smtClean="0">
                              <a:latin typeface="Cambria Math" panose="02040503050406030204" pitchFamily="18" charset="0"/>
                            </a:rPr>
                            <m:t>avg</m:t>
                          </m:r>
                        </m:sup>
                      </m:sSubSup>
                      <m:r>
                        <a:rPr lang="en-GB" i="1">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m:rPr>
                              <m:sty m:val="p"/>
                            </m:rPr>
                            <a:rPr lang="en-GB" b="0" i="1" smtClean="0">
                              <a:latin typeface="Cambria Math" panose="02040503050406030204" pitchFamily="18" charset="0"/>
                            </a:rPr>
                            <m:t>p</m:t>
                          </m:r>
                        </m:den>
                      </m:f>
                      <m:nary>
                        <m:naryPr>
                          <m:chr m:val="∑"/>
                          <m:subHide m:val="on"/>
                          <m:supHide m:val="on"/>
                          <m:ctrlPr>
                            <a:rPr lang="en-GB" i="1" smtClean="0">
                              <a:latin typeface="Cambria Math" panose="02040503050406030204" pitchFamily="18" charset="0"/>
                            </a:rPr>
                          </m:ctrlPr>
                        </m:naryPr>
                        <m:sub/>
                        <m:sup/>
                        <m:e>
                          <m:sSubSup>
                            <m:sSubSupPr>
                              <m:ctrlPr>
                                <a:rPr lang="en-GB" b="0" i="1" smtClean="0">
                                  <a:latin typeface="Cambria Math" panose="02040503050406030204" pitchFamily="18" charset="0"/>
                                </a:rPr>
                              </m:ctrlPr>
                            </m:sSubSupPr>
                            <m:e>
                              <m:r>
                                <m:rPr>
                                  <m:sty m:val="p"/>
                                </m:rPr>
                                <a:rPr lang="en-GB" b="0" i="1" smtClean="0">
                                  <a:latin typeface="Cambria Math" panose="02040503050406030204" pitchFamily="18" charset="0"/>
                                </a:rPr>
                                <m:t>v</m:t>
                              </m:r>
                            </m:e>
                            <m:sub>
                              <m:r>
                                <m:rPr>
                                  <m:sty m:val="p"/>
                                </m:rPr>
                                <a:rPr lang="en-GB" b="0" i="1" smtClean="0">
                                  <a:latin typeface="Cambria Math" panose="02040503050406030204" pitchFamily="18" charset="0"/>
                                </a:rPr>
                                <m:t>t</m:t>
                              </m:r>
                            </m:sub>
                            <m:sup>
                              <m:r>
                                <m:rPr>
                                  <m:sty m:val="p"/>
                                </m:rPr>
                                <a:rPr lang="en-GB" b="0" i="1" smtClean="0">
                                  <a:latin typeface="Cambria Math" panose="02040503050406030204" pitchFamily="18" charset="0"/>
                                </a:rPr>
                                <m:t>d</m:t>
                              </m:r>
                            </m:sup>
                          </m:sSubSup>
                        </m:e>
                      </m:nary>
                    </m:oMath>
                  </m:oMathPara>
                </a14:m>
                <a:endParaRPr lang="en-GB" dirty="0"/>
              </a:p>
              <a:p>
                <a:endParaRPr lang="en-GB" dirty="0"/>
              </a:p>
            </p:txBody>
          </p:sp>
        </mc:Choice>
        <mc:Fallback>
          <p:sp>
            <p:nvSpPr>
              <p:cNvPr id="3" name="TextBox 2">
                <a:extLst>
                  <a:ext uri="{FF2B5EF4-FFF2-40B4-BE49-F238E27FC236}">
                    <a16:creationId xmlns:a16="http://schemas.microsoft.com/office/drawing/2014/main" id="{93D3D845-3C60-B1B1-3356-A5823AC8806A}"/>
                  </a:ext>
                </a:extLst>
              </p:cNvPr>
              <p:cNvSpPr txBox="1">
                <a:spLocks noRot="1" noChangeAspect="1" noMove="1" noResize="1" noEditPoints="1" noAdjustHandles="1" noChangeArrowheads="1" noChangeShapeType="1" noTextEdit="1"/>
              </p:cNvSpPr>
              <p:nvPr/>
            </p:nvSpPr>
            <p:spPr>
              <a:xfrm>
                <a:off x="4222836" y="3846660"/>
                <a:ext cx="1663019" cy="947760"/>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B74ACF58-F318-226F-7F44-D3894469CF38}"/>
                  </a:ext>
                </a:extLst>
              </p:cNvPr>
              <p:cNvSpPr txBox="1"/>
              <p:nvPr/>
            </p:nvSpPr>
            <p:spPr>
              <a:xfrm>
                <a:off x="12291748" y="3111381"/>
                <a:ext cx="1742080" cy="310341"/>
              </a:xfrm>
              <a:prstGeom prst="rect">
                <a:avLst/>
              </a:prstGeom>
              <a:noFill/>
            </p:spPr>
            <p:txBody>
              <a:bodyPr wrap="none" lIns="0" tIns="0" rIns="0" bIns="0" rtlCol="0">
                <a:spAutoFit/>
              </a:bodyPr>
              <a:lstStyle/>
              <a:p>
                <a14:m>
                  <m:oMathPara xmlns:m="http://schemas.openxmlformats.org/officeDocument/2006/math">
                    <m:oMath>
                      <m:sSubSup>
                        <m:sSubSupPr>
                          <m:ctrlPr>
                            <a:rPr lang="en-GB" i="1" smtClean="0">
                              <a:latin typeface="Cambria Math" panose="02040503050406030204" pitchFamily="18" charset="0"/>
                            </a:rPr>
                          </m:ctrlPr>
                        </m:sSubSupPr>
                        <m:e>
                          <m:acc>
                            <m:accPr>
                              <m:chr m:val="̃"/>
                              <m:ctrlPr>
                                <a:rPr lang="en-GB" b="0" i="1" smtClean="0">
                                  <a:latin typeface="Cambria Math" panose="02040503050406030204" pitchFamily="18" charset="0"/>
                                </a:rPr>
                              </m:ctrlPr>
                            </m:accPr>
                            <m:e>
                              <m:r>
                                <m:rPr>
                                  <m:sty m:val="p"/>
                                </m:rPr>
                                <a:rPr lang="en-GB" b="0" i="1" smtClean="0">
                                  <a:latin typeface="Cambria Math" panose="02040503050406030204" pitchFamily="18" charset="0"/>
                                </a:rPr>
                                <m:t>v</m:t>
                              </m:r>
                            </m:e>
                          </m:acc>
                        </m:e>
                        <m:sub>
                          <m:r>
                            <m:rPr>
                              <m:sty m:val="p"/>
                            </m:rPr>
                            <a:rPr lang="en-GB" b="0" i="1" smtClean="0">
                              <a:latin typeface="Cambria Math" panose="02040503050406030204" pitchFamily="18" charset="0"/>
                            </a:rPr>
                            <m:t>t</m:t>
                          </m:r>
                        </m:sub>
                        <m:sup>
                          <m:r>
                            <m:rPr>
                              <m:sty m:val="p"/>
                            </m:rPr>
                            <a:rPr lang="en-GB" b="0" i="1" smtClean="0">
                              <a:latin typeface="Cambria Math" panose="02040503050406030204" pitchFamily="18" charset="0"/>
                            </a:rPr>
                            <m:t>g</m:t>
                          </m:r>
                        </m:sup>
                      </m:sSubSup>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m:rPr>
                              <m:sty m:val="p"/>
                            </m:rPr>
                            <a:rPr lang="en-GB" b="0" i="1" smtClean="0">
                              <a:latin typeface="Cambria Math" panose="02040503050406030204" pitchFamily="18" charset="0"/>
                            </a:rPr>
                            <m:t>LP</m:t>
                          </m:r>
                        </m:e>
                        <m:sub>
                          <m:r>
                            <a:rPr lang="en-GB" b="0" i="1" smtClean="0">
                              <a:latin typeface="Cambria Math" panose="02040503050406030204" pitchFamily="18" charset="0"/>
                            </a:rPr>
                            <m:t>0.1</m:t>
                          </m:r>
                        </m:sub>
                      </m:sSub>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v</m:t>
                          </m:r>
                        </m:e>
                        <m:sup>
                          <m:r>
                            <m:rPr>
                              <m:sty m:val="p"/>
                            </m:rPr>
                            <a:rPr lang="en-GB" b="0" i="1" smtClean="0">
                              <a:latin typeface="Cambria Math" panose="02040503050406030204" pitchFamily="18" charset="0"/>
                            </a:rPr>
                            <m:t>g</m:t>
                          </m:r>
                        </m:sup>
                      </m:sSup>
                      <m:r>
                        <a:rPr lang="en-GB" b="0" i="1" smtClean="0">
                          <a:latin typeface="Cambria Math" panose="02040503050406030204" pitchFamily="18" charset="0"/>
                        </a:rPr>
                        <m:t>)(</m:t>
                      </m:r>
                      <m:r>
                        <m:rPr>
                          <m:sty m:val="p"/>
                        </m:rPr>
                        <a:rPr lang="en-GB" b="0" i="1" smtClean="0">
                          <a:latin typeface="Cambria Math" panose="02040503050406030204" pitchFamily="18" charset="0"/>
                        </a:rPr>
                        <m:t>t</m:t>
                      </m:r>
                      <m:r>
                        <a:rPr lang="en-GB" b="0" i="1" smtClean="0">
                          <a:latin typeface="Cambria Math" panose="02040503050406030204" pitchFamily="18" charset="0"/>
                        </a:rPr>
                        <m:t>)</m:t>
                      </m:r>
                    </m:oMath>
                  </m:oMathPara>
                </a14:m>
                <a:endParaRPr lang="en-GB" dirty="0"/>
              </a:p>
            </p:txBody>
          </p:sp>
        </mc:Choice>
        <mc:Fallback>
          <p:sp>
            <p:nvSpPr>
              <p:cNvPr id="4" name="TextBox 3">
                <a:extLst>
                  <a:ext uri="{FF2B5EF4-FFF2-40B4-BE49-F238E27FC236}">
                    <a16:creationId xmlns:a16="http://schemas.microsoft.com/office/drawing/2014/main" id="{B74ACF58-F318-226F-7F44-D3894469CF38}"/>
                  </a:ext>
                </a:extLst>
              </p:cNvPr>
              <p:cNvSpPr txBox="1">
                <a:spLocks noRot="1" noChangeAspect="1" noMove="1" noResize="1" noEditPoints="1" noAdjustHandles="1" noChangeArrowheads="1" noChangeShapeType="1" noTextEdit="1"/>
              </p:cNvSpPr>
              <p:nvPr/>
            </p:nvSpPr>
            <p:spPr>
              <a:xfrm>
                <a:off x="12291748" y="3111381"/>
                <a:ext cx="1742080" cy="310341"/>
              </a:xfrm>
              <a:prstGeom prst="rect">
                <a:avLst/>
              </a:prstGeom>
              <a:blipFill>
                <a:blip r:embed="rId8"/>
                <a:stretch>
                  <a:fillRect l="-1399" r="-4545" b="-27451"/>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9785945A-3E5C-C2B9-7D85-4CA23341699D}"/>
                  </a:ext>
                </a:extLst>
              </p:cNvPr>
              <p:cNvSpPr txBox="1"/>
              <p:nvPr/>
            </p:nvSpPr>
            <p:spPr>
              <a:xfrm>
                <a:off x="12321564" y="3868056"/>
                <a:ext cx="1682448" cy="383759"/>
              </a:xfrm>
              <a:prstGeom prst="rect">
                <a:avLst/>
              </a:prstGeom>
              <a:noFill/>
            </p:spPr>
            <p:txBody>
              <a:bodyPr wrap="none" lIns="0" tIns="0" rIns="0" bIns="0" rtlCol="0">
                <a:spAutoFit/>
              </a:bodyPr>
              <a:lstStyle/>
              <a:p>
                <a14:m>
                  <m:oMathPara xmlns:m="http://schemas.openxmlformats.org/officeDocument/2006/math">
                    <m:oMath>
                      <m:sSub>
                        <m:sSubPr>
                          <m:ctrlPr>
                            <a:rPr lang="en-GB" i="1">
                              <a:latin typeface="Cambria Math" panose="02040503050406030204" pitchFamily="18" charset="0"/>
                            </a:rPr>
                          </m:ctrlPr>
                        </m:sSubPr>
                        <m:e>
                          <m:r>
                            <m:rPr>
                              <m:sty m:val="p"/>
                            </m:rPr>
                            <a:rPr lang="en-GB" i="1">
                              <a:latin typeface="Cambria Math" panose="02040503050406030204" pitchFamily="18" charset="0"/>
                            </a:rPr>
                            <m:t>b</m:t>
                          </m:r>
                        </m:e>
                        <m:sub>
                          <m:r>
                            <m:rPr>
                              <m:sty m:val="p"/>
                            </m:rPr>
                            <a:rPr lang="en-GB" i="1">
                              <a:latin typeface="Cambria Math" panose="02040503050406030204" pitchFamily="18" charset="0"/>
                            </a:rPr>
                            <m:t>g</m:t>
                          </m:r>
                        </m:sub>
                      </m:sSub>
                      <m:r>
                        <a:rPr lang="en-GB">
                          <a:latin typeface="Cambria Math" panose="02040503050406030204" pitchFamily="18" charset="0"/>
                        </a:rPr>
                        <m:t>=</m:t>
                      </m:r>
                      <m:r>
                        <m:rPr>
                          <m:sty m:val="p"/>
                        </m:rPr>
                        <a:rPr lang="en-GB">
                          <a:latin typeface="Cambria Math" panose="02040503050406030204" pitchFamily="18" charset="0"/>
                        </a:rPr>
                        <m:t>arg</m:t>
                      </m:r>
                      <m:r>
                        <a:rPr lang="en-GB">
                          <a:latin typeface="Cambria Math" panose="02040503050406030204" pitchFamily="18" charset="0"/>
                        </a:rPr>
                        <m:t> </m:t>
                      </m:r>
                      <m:func>
                        <m:funcPr>
                          <m:ctrlPr>
                            <a:rPr lang="en-GB" i="1">
                              <a:latin typeface="Cambria Math" panose="02040503050406030204" pitchFamily="18" charset="0"/>
                            </a:rPr>
                          </m:ctrlPr>
                        </m:funcPr>
                        <m:fName>
                          <m:limLow>
                            <m:limLowPr>
                              <m:ctrlPr>
                                <a:rPr lang="en-GB">
                                  <a:latin typeface="Cambria Math" panose="02040503050406030204" pitchFamily="18" charset="0"/>
                                </a:rPr>
                              </m:ctrlPr>
                            </m:limLowPr>
                            <m:e>
                              <m:r>
                                <m:rPr>
                                  <m:sty m:val="p"/>
                                </m:rPr>
                                <a:rPr lang="en-GB">
                                  <a:latin typeface="Cambria Math" panose="02040503050406030204" pitchFamily="18" charset="0"/>
                                </a:rPr>
                                <m:t>max</m:t>
                              </m:r>
                            </m:e>
                            <m:lim>
                              <m:r>
                                <m:rPr>
                                  <m:sty m:val="p"/>
                                </m:rPr>
                                <a:rPr lang="en-GB" i="1">
                                  <a:latin typeface="Cambria Math" panose="02040503050406030204" pitchFamily="18" charset="0"/>
                                </a:rPr>
                                <m:t>t</m:t>
                              </m:r>
                            </m:lim>
                          </m:limLow>
                        </m:fName>
                        <m:e>
                          <m:sSubSup>
                            <m:sSubSupPr>
                              <m:ctrlPr>
                                <a:rPr lang="en-GB" i="1">
                                  <a:latin typeface="Cambria Math" panose="02040503050406030204" pitchFamily="18" charset="0"/>
                                </a:rPr>
                              </m:ctrlPr>
                            </m:sSubSupPr>
                            <m:e>
                              <m:acc>
                                <m:accPr>
                                  <m:chr m:val="̃"/>
                                  <m:ctrlPr>
                                    <a:rPr lang="en-GB" i="1">
                                      <a:latin typeface="Cambria Math" panose="02040503050406030204" pitchFamily="18" charset="0"/>
                                    </a:rPr>
                                  </m:ctrlPr>
                                </m:accPr>
                                <m:e>
                                  <m:r>
                                    <m:rPr>
                                      <m:sty m:val="p"/>
                                    </m:rPr>
                                    <a:rPr lang="en-GB" i="1">
                                      <a:latin typeface="Cambria Math" panose="02040503050406030204" pitchFamily="18" charset="0"/>
                                    </a:rPr>
                                    <m:t>v</m:t>
                                  </m:r>
                                </m:e>
                              </m:acc>
                            </m:e>
                            <m:sub>
                              <m:r>
                                <m:rPr>
                                  <m:sty m:val="p"/>
                                </m:rPr>
                                <a:rPr lang="en-GB" i="1">
                                  <a:latin typeface="Cambria Math" panose="02040503050406030204" pitchFamily="18" charset="0"/>
                                </a:rPr>
                                <m:t>t</m:t>
                              </m:r>
                            </m:sub>
                            <m:sup>
                              <m:r>
                                <m:rPr>
                                  <m:sty m:val="p"/>
                                </m:rPr>
                                <a:rPr lang="en-GB" i="1">
                                  <a:latin typeface="Cambria Math" panose="02040503050406030204" pitchFamily="18" charset="0"/>
                                </a:rPr>
                                <m:t>g</m:t>
                              </m:r>
                            </m:sup>
                          </m:sSubSup>
                        </m:e>
                      </m:func>
                    </m:oMath>
                  </m:oMathPara>
                </a14:m>
                <a:endParaRPr lang="en-GB" dirty="0"/>
              </a:p>
            </p:txBody>
          </p:sp>
        </mc:Choice>
        <mc:Fallback>
          <p:sp>
            <p:nvSpPr>
              <p:cNvPr id="5" name="TextBox 4">
                <a:extLst>
                  <a:ext uri="{FF2B5EF4-FFF2-40B4-BE49-F238E27FC236}">
                    <a16:creationId xmlns:a16="http://schemas.microsoft.com/office/drawing/2014/main" id="{9785945A-3E5C-C2B9-7D85-4CA23341699D}"/>
                  </a:ext>
                </a:extLst>
              </p:cNvPr>
              <p:cNvSpPr txBox="1">
                <a:spLocks noRot="1" noChangeAspect="1" noMove="1" noResize="1" noEditPoints="1" noAdjustHandles="1" noChangeArrowheads="1" noChangeShapeType="1" noTextEdit="1"/>
              </p:cNvSpPr>
              <p:nvPr/>
            </p:nvSpPr>
            <p:spPr>
              <a:xfrm>
                <a:off x="12321564" y="3868056"/>
                <a:ext cx="1682448" cy="383759"/>
              </a:xfrm>
              <a:prstGeom prst="rect">
                <a:avLst/>
              </a:prstGeom>
              <a:blipFill>
                <a:blip r:embed="rId9"/>
                <a:stretch>
                  <a:fillRect l="-2899" t="-1613" r="-10870" b="-12903"/>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B6CCCE71-7DBF-D2F3-EED4-F7793981E5CA}"/>
                  </a:ext>
                </a:extLst>
              </p:cNvPr>
              <p:cNvSpPr txBox="1"/>
              <p:nvPr/>
            </p:nvSpPr>
            <p:spPr>
              <a:xfrm>
                <a:off x="4212866" y="6369406"/>
                <a:ext cx="1408462" cy="276999"/>
              </a:xfrm>
              <a:prstGeom prst="rect">
                <a:avLst/>
              </a:prstGeom>
              <a:noFill/>
            </p:spPr>
            <p:txBody>
              <a:bodyPr wrap="none" lIns="0" tIns="0" rIns="0" bIns="0" rtlCol="0">
                <a:spAutoFit/>
              </a:bodyPr>
              <a:lstStyle/>
              <a:p>
                <a14:m>
                  <m:oMathPara xmlns:m="http://schemas.openxmlformats.org/officeDocument/2006/math">
                    <m:oMath>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A</m:t>
                          </m:r>
                        </m:e>
                        <m:sup>
                          <m:r>
                            <m:rPr>
                              <m:sty m:val="p"/>
                            </m:rPr>
                            <a:rPr lang="en-GB" b="0" i="1" smtClean="0">
                              <a:latin typeface="Cambria Math" panose="02040503050406030204" pitchFamily="18" charset="0"/>
                            </a:rPr>
                            <m:t>max</m:t>
                          </m:r>
                        </m:sup>
                      </m:sSup>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A</m:t>
                          </m:r>
                        </m:e>
                        <m:sup>
                          <m:r>
                            <m:rPr>
                              <m:sty m:val="p"/>
                            </m:rPr>
                            <a:rPr lang="en-GB" b="0" i="1" smtClean="0">
                              <a:latin typeface="Cambria Math" panose="02040503050406030204" pitchFamily="18" charset="0"/>
                            </a:rPr>
                            <m:t>avg</m:t>
                          </m:r>
                        </m:sup>
                      </m:sSup>
                      <m:r>
                        <a:rPr lang="en-GB" b="0" i="1" smtClean="0">
                          <a:latin typeface="Cambria Math" panose="02040503050406030204" pitchFamily="18" charset="0"/>
                        </a:rPr>
                        <m:t>=0</m:t>
                      </m:r>
                    </m:oMath>
                  </m:oMathPara>
                </a14:m>
                <a:endParaRPr lang="en-GB" dirty="0"/>
              </a:p>
            </p:txBody>
          </p:sp>
        </mc:Choice>
        <mc:Fallback>
          <p:sp>
            <p:nvSpPr>
              <p:cNvPr id="6" name="TextBox 5">
                <a:extLst>
                  <a:ext uri="{FF2B5EF4-FFF2-40B4-BE49-F238E27FC236}">
                    <a16:creationId xmlns:a16="http://schemas.microsoft.com/office/drawing/2014/main" id="{B6CCCE71-7DBF-D2F3-EED4-F7793981E5CA}"/>
                  </a:ext>
                </a:extLst>
              </p:cNvPr>
              <p:cNvSpPr txBox="1">
                <a:spLocks noRot="1" noChangeAspect="1" noMove="1" noResize="1" noEditPoints="1" noAdjustHandles="1" noChangeArrowheads="1" noChangeShapeType="1" noTextEdit="1"/>
              </p:cNvSpPr>
              <p:nvPr/>
            </p:nvSpPr>
            <p:spPr>
              <a:xfrm>
                <a:off x="4212866" y="6369406"/>
                <a:ext cx="1408462" cy="276999"/>
              </a:xfrm>
              <a:prstGeom prst="rect">
                <a:avLst/>
              </a:prstGeom>
              <a:blipFill>
                <a:blip r:embed="rId10"/>
                <a:stretch>
                  <a:fillRect l="-3463" r="-3896" b="-6667"/>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1852BE43-2F6F-8188-6965-45F605812247}"/>
                  </a:ext>
                </a:extLst>
              </p:cNvPr>
              <p:cNvSpPr txBox="1"/>
              <p:nvPr/>
            </p:nvSpPr>
            <p:spPr>
              <a:xfrm>
                <a:off x="12205372" y="6223100"/>
                <a:ext cx="2047420" cy="593752"/>
              </a:xfrm>
              <a:prstGeom prst="rect">
                <a:avLst/>
              </a:prstGeom>
              <a:noFill/>
            </p:spPr>
            <p:txBody>
              <a:bodyPr wrap="none" lIns="0" tIns="0" rIns="0" bIns="0" rtlCol="0">
                <a:spAutoFit/>
              </a:bodyPr>
              <a:lstStyle/>
              <a:p>
                <a14:m>
                  <m:oMathPara xmlns:m="http://schemas.openxmlformats.org/officeDocument/2006/math">
                    <m:oMath>
                      <m:d>
                        <m:dPr>
                          <m:begChr m:val="|"/>
                          <m:endChr m:val="|"/>
                          <m:ctrlPr>
                            <a:rPr lang="en-GB" i="1" smtClean="0">
                              <a:latin typeface="Cambria Math" panose="02040503050406030204" pitchFamily="18" charset="0"/>
                            </a:rPr>
                          </m:ctrlPr>
                        </m:dPr>
                        <m:e>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max</m:t>
                              </m:r>
                            </m:sup>
                          </m:sSup>
                          <m:r>
                            <a:rPr lang="en-GB" i="1" smtClean="0">
                              <a:latin typeface="Cambria Math" panose="02040503050406030204" pitchFamily="18" charset="0"/>
                              <a:ea typeface="Cambria Math" panose="02040503050406030204" pitchFamily="18" charset="0"/>
                            </a:rPr>
                            <m:t>−</m:t>
                          </m:r>
                          <m:sSup>
                            <m:sSupPr>
                              <m:ctrlPr>
                                <a:rPr lang="en-GB" b="0" i="1" smtClean="0">
                                  <a:latin typeface="Cambria Math" panose="02040503050406030204" pitchFamily="18" charset="0"/>
                                  <a:ea typeface="Cambria Math" panose="02040503050406030204" pitchFamily="18" charset="0"/>
                                </a:rPr>
                              </m:ctrlPr>
                            </m:sSupPr>
                            <m:e>
                              <m:r>
                                <m:rPr>
                                  <m:sty m:val="p"/>
                                </m:rPr>
                                <a:rPr lang="en-GB" b="0" i="1" smtClean="0">
                                  <a:latin typeface="Cambria Math" panose="02040503050406030204" pitchFamily="18" charset="0"/>
                                  <a:ea typeface="Cambria Math" panose="02040503050406030204" pitchFamily="18" charset="0"/>
                                </a:rPr>
                                <m:t>b</m:t>
                              </m:r>
                            </m:e>
                            <m:sup>
                              <m:r>
                                <m:rPr>
                                  <m:sty m:val="p"/>
                                </m:rPr>
                                <a:rPr lang="en-GB" b="0" i="1" smtClean="0">
                                  <a:latin typeface="Cambria Math" panose="02040503050406030204" pitchFamily="18" charset="0"/>
                                  <a:ea typeface="Cambria Math" panose="02040503050406030204" pitchFamily="18" charset="0"/>
                                </a:rPr>
                                <m:t>avg</m:t>
                              </m:r>
                            </m:sup>
                          </m:sSup>
                        </m:e>
                      </m:d>
                      <m:r>
                        <a:rPr lang="en-GB" b="0" i="1" smtClean="0">
                          <a:latin typeface="Cambria Math" panose="02040503050406030204" pitchFamily="18" charset="0"/>
                        </a:rPr>
                        <m:t>&lt;</m:t>
                      </m:r>
                      <m:f>
                        <m:fPr>
                          <m:ctrlPr>
                            <a:rPr lang="en-GB" b="0" i="1" smtClean="0">
                              <a:latin typeface="Cambria Math" panose="02040503050406030204" pitchFamily="18" charset="0"/>
                            </a:rPr>
                          </m:ctrlPr>
                        </m:fPr>
                        <m:num>
                          <m:rad>
                            <m:radPr>
                              <m:degHide m:val="on"/>
                              <m:ctrlPr>
                                <a:rPr lang="en-GB" b="0" i="1" smtClean="0">
                                  <a:latin typeface="Cambria Math" panose="02040503050406030204" pitchFamily="18" charset="0"/>
                                </a:rPr>
                              </m:ctrlPr>
                            </m:radPr>
                            <m:deg/>
                            <m:e>
                              <m:r>
                                <m:rPr>
                                  <m:sty m:val="p"/>
                                </m:rPr>
                                <a:rPr lang="en-GB" b="0" i="1" smtClean="0">
                                  <a:latin typeface="Cambria Math" panose="02040503050406030204" pitchFamily="18" charset="0"/>
                                </a:rPr>
                                <m:t>T</m:t>
                              </m:r>
                            </m:e>
                          </m:rad>
                        </m:num>
                        <m:den>
                          <m:r>
                            <a:rPr lang="en-GB" b="0" i="1" smtClean="0">
                              <a:latin typeface="Cambria Math" panose="02040503050406030204" pitchFamily="18" charset="0"/>
                            </a:rPr>
                            <m:t>2</m:t>
                          </m:r>
                        </m:den>
                      </m:f>
                    </m:oMath>
                  </m:oMathPara>
                </a14:m>
                <a:endParaRPr lang="en-GB" dirty="0"/>
              </a:p>
            </p:txBody>
          </p:sp>
        </mc:Choice>
        <mc:Fallback>
          <p:sp>
            <p:nvSpPr>
              <p:cNvPr id="7" name="TextBox 6">
                <a:extLst>
                  <a:ext uri="{FF2B5EF4-FFF2-40B4-BE49-F238E27FC236}">
                    <a16:creationId xmlns:a16="http://schemas.microsoft.com/office/drawing/2014/main" id="{1852BE43-2F6F-8188-6965-45F605812247}"/>
                  </a:ext>
                </a:extLst>
              </p:cNvPr>
              <p:cNvSpPr txBox="1">
                <a:spLocks noRot="1" noChangeAspect="1" noMove="1" noResize="1" noEditPoints="1" noAdjustHandles="1" noChangeArrowheads="1" noChangeShapeType="1" noTextEdit="1"/>
              </p:cNvSpPr>
              <p:nvPr/>
            </p:nvSpPr>
            <p:spPr>
              <a:xfrm>
                <a:off x="12205372" y="6223100"/>
                <a:ext cx="2047420" cy="593752"/>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C5D486AB-7F08-9276-3F9B-1DEB420806F3}"/>
                  </a:ext>
                </a:extLst>
              </p:cNvPr>
              <p:cNvSpPr txBox="1"/>
              <p:nvPr/>
            </p:nvSpPr>
            <p:spPr>
              <a:xfrm>
                <a:off x="12205372" y="6994415"/>
                <a:ext cx="1664815" cy="531428"/>
              </a:xfrm>
              <a:prstGeom prst="rect">
                <a:avLst/>
              </a:prstGeom>
              <a:noFill/>
            </p:spPr>
            <p:txBody>
              <a:bodyPr wrap="none" lIns="0" tIns="0" rIns="0" bIns="0" rtlCol="0">
                <a:spAutoFit/>
              </a:bodyPr>
              <a:lstStyle/>
              <a:p>
                <a14:m>
                  <m:oMathPara xmlns:m="http://schemas.openxmlformats.org/officeDocument/2006/math">
                    <m:oMath>
                      <m:acc>
                        <m:accPr>
                          <m:chr m:val="̂"/>
                          <m:ctrlPr>
                            <a:rPr lang="en-GB" b="0" i="1" smtClean="0">
                              <a:latin typeface="Cambria Math" panose="02040503050406030204" pitchFamily="18" charset="0"/>
                            </a:rPr>
                          </m:ctrlPr>
                        </m:accPr>
                        <m:e>
                          <m:r>
                            <m:rPr>
                              <m:sty m:val="p"/>
                            </m:rPr>
                            <a:rPr lang="en-GB" b="0" i="1" smtClean="0">
                              <a:latin typeface="Cambria Math" panose="02040503050406030204" pitchFamily="18" charset="0"/>
                            </a:rPr>
                            <m:t>b</m:t>
                          </m:r>
                        </m:e>
                      </m:acc>
                      <m:r>
                        <a:rPr lang="en-GB" b="0" i="1" smtClean="0">
                          <a:latin typeface="Cambria Math" panose="02040503050406030204" pitchFamily="18" charset="0"/>
                        </a:rPr>
                        <m:t>=</m:t>
                      </m:r>
                      <m:f>
                        <m:fPr>
                          <m:ctrlPr>
                            <a:rPr lang="en-GB" b="0" i="1" smtClean="0">
                              <a:latin typeface="Cambria Math" panose="02040503050406030204" pitchFamily="18" charset="0"/>
                            </a:rPr>
                          </m:ctrlPr>
                        </m:fPr>
                        <m:num>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max</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avg</m:t>
                              </m:r>
                            </m:sup>
                          </m:sSup>
                        </m:num>
                        <m:den>
                          <m:r>
                            <a:rPr lang="en-GB" b="0" i="1" smtClean="0">
                              <a:latin typeface="Cambria Math" panose="02040503050406030204" pitchFamily="18" charset="0"/>
                            </a:rPr>
                            <m:t>2</m:t>
                          </m:r>
                        </m:den>
                      </m:f>
                    </m:oMath>
                  </m:oMathPara>
                </a14:m>
                <a:endParaRPr lang="en-GB" dirty="0"/>
              </a:p>
            </p:txBody>
          </p:sp>
        </mc:Choice>
        <mc:Fallback>
          <p:sp>
            <p:nvSpPr>
              <p:cNvPr id="8" name="TextBox 7">
                <a:extLst>
                  <a:ext uri="{FF2B5EF4-FFF2-40B4-BE49-F238E27FC236}">
                    <a16:creationId xmlns:a16="http://schemas.microsoft.com/office/drawing/2014/main" id="{C5D486AB-7F08-9276-3F9B-1DEB420806F3}"/>
                  </a:ext>
                </a:extLst>
              </p:cNvPr>
              <p:cNvSpPr txBox="1">
                <a:spLocks noRot="1" noChangeAspect="1" noMove="1" noResize="1" noEditPoints="1" noAdjustHandles="1" noChangeArrowheads="1" noChangeShapeType="1" noTextEdit="1"/>
              </p:cNvSpPr>
              <p:nvPr/>
            </p:nvSpPr>
            <p:spPr>
              <a:xfrm>
                <a:off x="12205372" y="6994415"/>
                <a:ext cx="1664815" cy="531428"/>
              </a:xfrm>
              <a:prstGeom prst="rect">
                <a:avLst/>
              </a:prstGeom>
              <a:blipFill>
                <a:blip r:embed="rId12"/>
                <a:stretch>
                  <a:fillRect/>
                </a:stretch>
              </a:blipFill>
            </p:spPr>
            <p:txBody>
              <a:bodyPr/>
              <a:lstStyle/>
              <a:p>
                <a:r>
                  <a:rPr lang="en-GB">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641201"/>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Kronecker Delta: Index Equality and the Identity Matrix</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mc:AlternateContent xmlns:mc="http://schemas.openxmlformats.org/markup-compatibility/2006" xmlns:a14="http://schemas.microsoft.com/office/drawing/2010/main">
        <mc:Choice Requires="a14">
          <p:sp>
            <p:nvSpPr>
              <p:cNvPr id="10" name="EDITABLE POWERPOINT EQUATION | Kronecker delta"/>
              <p:cNvSpPr txBox="1"/>
              <p:nvPr/>
            </p:nvSpPr>
            <p:spPr>
              <a:xfrm>
                <a:off x="2209800" y="3182425"/>
                <a:ext cx="4343400" cy="1098506"/>
              </a:xfrm>
              <a:prstGeom prst="rect">
                <a:avLst/>
              </a:prstGeom>
              <a:noFill/>
            </p:spPr>
            <p:txBody>
              <a:bodyPr wrap="square" lIns="0" tIns="0" rIns="0" bIns="0" anchor="ctr">
                <a:spAutoFit/>
              </a:bodyPr>
              <a:lstStyle/>
              <a:p>
                <a:pPr algn="ctr"/>
                <a14:m>
                  <m:oMathPara xmlns:m="http://schemas.openxmlformats.org/officeDocument/2006/math">
                    <m:oMath>
                      <m:sSub>
                        <m:sSubPr>
                          <m:ctrlPr>
                            <a:rPr sz="3200">
                              <a:latin typeface="Cambria Math" panose="02040503050406030204" pitchFamily="18" charset="0"/>
                            </a:rPr>
                          </m:ctrlPr>
                        </m:sSubPr>
                        <m:e>
                          <m:r>
                            <a:rPr sz="3200">
                              <a:latin typeface="Cambria Math" panose="02040503050406030204" pitchFamily="18" charset="0"/>
                            </a:rPr>
                            <m:t>𝛿</m:t>
                          </m:r>
                        </m:e>
                        <m:sub>
                          <m:r>
                            <a:rPr sz="3200">
                              <a:latin typeface="Cambria Math" panose="02040503050406030204" pitchFamily="18" charset="0"/>
                            </a:rPr>
                            <m:t>𝑖𝑗</m:t>
                          </m:r>
                        </m:sub>
                      </m:sSub>
                      <m:r>
                        <a:rPr lang="en-GB" sz="3200" b="0" i="1" smtClean="0">
                          <a:latin typeface="Cambria Math" panose="02040503050406030204" pitchFamily="18" charset="0"/>
                        </a:rPr>
                        <m:t>=</m:t>
                      </m:r>
                      <m:d>
                        <m:dPr>
                          <m:begChr m:val="{"/>
                          <m:endChr m:val=""/>
                          <m:ctrlPr>
                            <a:rPr lang="en-GB" sz="3200" b="0" i="1" smtClean="0">
                              <a:latin typeface="Cambria Math" panose="02040503050406030204" pitchFamily="18" charset="0"/>
                            </a:rPr>
                          </m:ctrlPr>
                        </m:dPr>
                        <m:e>
                          <m:eqArr>
                            <m:eqArrPr>
                              <m:ctrlPr>
                                <a:rPr lang="en-GB" sz="3200" b="0" i="1" smtClean="0">
                                  <a:latin typeface="Cambria Math" panose="02040503050406030204" pitchFamily="18" charset="0"/>
                                </a:rPr>
                              </m:ctrlPr>
                            </m:eqArrPr>
                            <m:e>
                              <m:r>
                                <a:rPr lang="en-GB" sz="3200" b="0" i="1" smtClean="0">
                                  <a:latin typeface="Cambria Math" panose="02040503050406030204" pitchFamily="18" charset="0"/>
                                </a:rPr>
                                <m:t>0,  </m:t>
                              </m:r>
                              <m:r>
                                <m:rPr>
                                  <m:sty m:val="p"/>
                                </m:rPr>
                                <a:rPr lang="en-GB" sz="3200" b="0" i="1" smtClean="0">
                                  <a:latin typeface="Cambria Math" panose="02040503050406030204" pitchFamily="18" charset="0"/>
                                </a:rPr>
                                <m:t>i</m:t>
                              </m:r>
                              <m:r>
                                <a:rPr lang="en-GB" sz="3200" b="0" i="1" smtClean="0">
                                  <a:latin typeface="Cambria Math" panose="02040503050406030204" pitchFamily="18" charset="0"/>
                                  <a:ea typeface="Cambria Math" panose="02040503050406030204" pitchFamily="18" charset="0"/>
                                </a:rPr>
                                <m:t>≠</m:t>
                              </m:r>
                              <m:r>
                                <m:rPr>
                                  <m:sty m:val="p"/>
                                </m:rPr>
                                <a:rPr lang="en-GB" sz="3200" b="0" i="1" smtClean="0">
                                  <a:latin typeface="Cambria Math" panose="02040503050406030204" pitchFamily="18" charset="0"/>
                                  <a:ea typeface="Cambria Math" panose="02040503050406030204" pitchFamily="18" charset="0"/>
                                </a:rPr>
                                <m:t>j</m:t>
                              </m:r>
                            </m:e>
                            <m:e>
                              <m:r>
                                <a:rPr lang="en-GB" sz="3200" b="0" i="1" smtClean="0">
                                  <a:latin typeface="Cambria Math" panose="02040503050406030204" pitchFamily="18" charset="0"/>
                                </a:rPr>
                                <m:t>&amp;1,  </m:t>
                              </m:r>
                              <m:r>
                                <m:rPr>
                                  <m:sty m:val="p"/>
                                </m:rPr>
                                <a:rPr lang="en-GB" sz="3200" b="0" i="1" smtClean="0">
                                  <a:latin typeface="Cambria Math" panose="02040503050406030204" pitchFamily="18" charset="0"/>
                                </a:rPr>
                                <m:t>i</m:t>
                              </m:r>
                              <m:r>
                                <a:rPr lang="en-GB" sz="3200" b="0" i="1" smtClean="0">
                                  <a:latin typeface="Cambria Math" panose="02040503050406030204" pitchFamily="18" charset="0"/>
                                </a:rPr>
                                <m:t>=</m:t>
                              </m:r>
                              <m:r>
                                <m:rPr>
                                  <m:sty m:val="p"/>
                                </m:rPr>
                                <a:rPr lang="en-GB" sz="3200" b="0" i="1" smtClean="0">
                                  <a:latin typeface="Cambria Math" panose="02040503050406030204" pitchFamily="18" charset="0"/>
                                </a:rPr>
                                <m:t>j</m:t>
                              </m:r>
                            </m:e>
                          </m:eqArr>
                        </m:e>
                      </m:d>
                    </m:oMath>
                  </m:oMathPara>
                </a14:m>
                <a:endParaRPr lang="en-GB" sz="3200" dirty="0">
                  <a:solidFill>
                    <a:srgbClr val="14233B"/>
                  </a:solidFill>
                </a:endParaRPr>
              </a:p>
            </p:txBody>
          </p:sp>
        </mc:Choice>
        <mc:Fallback xmlns="">
          <p:sp>
            <p:nvSpPr>
              <p:cNvPr id="10" name="EDITABLE POWERPOINT EQUATION | Kronecker delta"/>
              <p:cNvSpPr txBox="1">
                <a:spLocks noRot="1" noChangeAspect="1" noMove="1" noResize="1" noEditPoints="1" noAdjustHandles="1" noChangeArrowheads="1" noChangeShapeType="1" noTextEdit="1"/>
              </p:cNvSpPr>
              <p:nvPr/>
            </p:nvSpPr>
            <p:spPr>
              <a:xfrm>
                <a:off x="2209800" y="3182425"/>
                <a:ext cx="4343400" cy="1098506"/>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71600" y="5123571"/>
            <a:ext cx="6446520" cy="964688"/>
          </a:xfrm>
          <a:prstGeom prst="rect">
            <a:avLst/>
          </a:prstGeom>
        </p:spPr>
        <p:txBody>
          <a:bodyPr wrap="square" lIns="0" tIns="0" rIns="0" bIns="0" rtlCol="0" anchor="t">
            <a:spAutoFit/>
          </a:bodyPr>
          <a:lstStyle/>
          <a:p>
            <a:pPr algn="l">
              <a:lnSpc>
                <a:spcPts val="3779"/>
              </a:lnSpc>
            </a:pPr>
            <a:r>
              <a:rPr lang="en-US" sz="2800" dirty="0" err="1">
                <a:solidFill>
                  <a:srgbClr val="12233B"/>
                </a:solidFill>
                <a:latin typeface="Aptos"/>
                <a:ea typeface="Aptos"/>
                <a:cs typeface="Aptos"/>
                <a:sym typeface="Aptos"/>
              </a:rPr>
              <a:t>i</a:t>
            </a:r>
            <a:r>
              <a:rPr lang="en-US" sz="2800" dirty="0">
                <a:solidFill>
                  <a:srgbClr val="12233B"/>
                </a:solidFill>
                <a:latin typeface="Aptos"/>
                <a:ea typeface="Aptos"/>
                <a:cs typeface="Aptos"/>
                <a:sym typeface="Aptos"/>
              </a:rPr>
              <a:t> and j label coordinates or components for comparison</a:t>
            </a:r>
          </a:p>
        </p:txBody>
      </p:sp>
      <p:sp>
        <p:nvSpPr>
          <p:cNvPr id="9" name="TextBox 9"/>
          <p:cNvSpPr txBox="1"/>
          <p:nvPr/>
        </p:nvSpPr>
        <p:spPr>
          <a:xfrm>
            <a:off x="9601200" y="3175121"/>
            <a:ext cx="7086600" cy="3200400"/>
          </a:xfrm>
          <a:prstGeom prst="rect">
            <a:avLst/>
          </a:prstGeom>
          <a:noFill/>
          <a:ln>
            <a:noFill/>
          </a:ln>
        </p:spPr>
        <p:style>
          <a:lnRef idx="2">
            <a:schemeClr val="accent1"/>
          </a:lnRef>
          <a:fillRef idx="1">
            <a:schemeClr val="lt1"/>
          </a:fillRef>
          <a:effectRef idx="0">
            <a:schemeClr val="accent1"/>
          </a:effectRef>
          <a:fontRef idx="minor">
            <a:schemeClr val="dk1"/>
          </a:fontRef>
        </p:style>
        <p:txBody>
          <a:bodyPr lIns="0" tIns="0" rIns="0" bIns="0" rtlCol="0" anchor="t">
            <a:spAutoFit/>
          </a:bodyPr>
          <a:lstStyle/>
          <a:p>
            <a:pPr algn="l">
              <a:lnSpc>
                <a:spcPts val="3779"/>
              </a:lnSpc>
            </a:pPr>
            <a:r>
              <a:rPr lang="en-US" sz="3150" dirty="0">
                <a:solidFill>
                  <a:srgbClr val="12233B"/>
                </a:solidFill>
                <a:latin typeface="Aptos"/>
                <a:ea typeface="Aptos"/>
                <a:cs typeface="Aptos"/>
                <a:sym typeface="Aptos"/>
              </a:rPr>
              <a:t>The matrix [δᵢⱼ] is the identity matrix.</a:t>
            </a:r>
          </a:p>
          <a:p>
            <a:pPr algn="l">
              <a:lnSpc>
                <a:spcPts val="3779"/>
              </a:lnSpc>
            </a:pPr>
            <a:r>
              <a:rPr lang="en-US" sz="3150" dirty="0">
                <a:solidFill>
                  <a:srgbClr val="12233B"/>
                </a:solidFill>
                <a:latin typeface="Aptos"/>
                <a:ea typeface="Aptos"/>
                <a:cs typeface="Aptos"/>
                <a:sym typeface="Aptos"/>
              </a:rPr>
              <a:t>A delta expression alone does not specify a random variable’s variance or independence.</a:t>
            </a:r>
          </a:p>
        </p:txBody>
      </p:sp>
      <p:sp>
        <p:nvSpPr>
          <p:cNvPr id="7" name="TextBox 6">
            <a:extLst>
              <a:ext uri="{FF2B5EF4-FFF2-40B4-BE49-F238E27FC236}">
                <a16:creationId xmlns:a16="http://schemas.microsoft.com/office/drawing/2014/main" id="{BEA13770-EE76-CB4C-F26C-C981B27477CA}"/>
              </a:ext>
            </a:extLst>
          </p:cNvPr>
          <p:cNvSpPr txBox="1"/>
          <p:nvPr/>
        </p:nvSpPr>
        <p:spPr>
          <a:xfrm>
            <a:off x="1234440" y="9258300"/>
            <a:ext cx="9144000" cy="646331"/>
          </a:xfrm>
          <a:prstGeom prst="rect">
            <a:avLst/>
          </a:prstGeom>
          <a:noFill/>
        </p:spPr>
        <p:txBody>
          <a:bodyPr wrap="square">
            <a:spAutoFit/>
          </a:bodyPr>
          <a:lstStyle/>
          <a:p>
            <a:r>
              <a:rPr lang="en-GB" dirty="0"/>
              <a:t>Source: Park et al. (2023) reading annotations, 12 October 2026; Kronecker-delta definition and standard linear-algebra interpretation.</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29EB340-25BD-4456-9471-B2C0D55C7E4C}"/>
                  </a:ext>
                </a:extLst>
              </p:cNvPr>
              <p:cNvSpPr txBox="1"/>
              <p:nvPr/>
            </p:nvSpPr>
            <p:spPr>
              <a:xfrm>
                <a:off x="9601200" y="6113047"/>
                <a:ext cx="7086600" cy="1068947"/>
              </a:xfrm>
              <a:prstGeom prst="rect">
                <a:avLst/>
              </a:prstGeom>
              <a:noFill/>
            </p:spPr>
            <p:txBody>
              <a:bodyPr wrap="square"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m:rPr>
                              <m:sty m:val="p"/>
                            </m:rPr>
                            <a:rPr lang="en-GB" sz="2400" b="0" i="1" smtClean="0">
                              <a:latin typeface="Cambria Math" panose="02040503050406030204" pitchFamily="18" charset="0"/>
                            </a:rPr>
                            <m:t>I</m:t>
                          </m:r>
                        </m:e>
                        <m:sub>
                          <m:r>
                            <a:rPr lang="en-GB" sz="2400" b="0" i="1" smtClean="0">
                              <a:latin typeface="Cambria Math" panose="02040503050406030204" pitchFamily="18" charset="0"/>
                            </a:rPr>
                            <m:t>3</m:t>
                          </m:r>
                        </m:sub>
                      </m:sSub>
                      <m:r>
                        <a:rPr lang="en-GB" sz="2400" b="0" i="1" smtClean="0">
                          <a:latin typeface="Cambria Math" panose="02040503050406030204" pitchFamily="18" charset="0"/>
                        </a:rPr>
                        <m:t>=</m:t>
                      </m:r>
                      <m:sSubSup>
                        <m:sSubSupPr>
                          <m:ctrlPr>
                            <a:rPr lang="en-GB" sz="2400" i="1" smtClean="0">
                              <a:latin typeface="Cambria Math" panose="02040503050406030204" pitchFamily="18" charset="0"/>
                              <a:ea typeface="Cambria Math" panose="02040503050406030204" pitchFamily="18" charset="0"/>
                            </a:rPr>
                          </m:ctrlPr>
                        </m:sSubSupPr>
                        <m:e>
                          <m:d>
                            <m:dPr>
                              <m:begChr m:val="⌈"/>
                              <m:endChr m:val="⌉"/>
                              <m:ctrlPr>
                                <a:rPr lang="en-GB" sz="2400" i="1" smtClean="0">
                                  <a:latin typeface="Cambria Math" panose="02040503050406030204" pitchFamily="18" charset="0"/>
                                  <a:ea typeface="Cambria Math" panose="02040503050406030204" pitchFamily="18" charset="0"/>
                                </a:rPr>
                              </m:ctrlPr>
                            </m:dPr>
                            <m:e>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𝛿</m:t>
                                  </m:r>
                                </m:e>
                                <m:sub>
                                  <m:r>
                                    <m:rPr>
                                      <m:sty m:val="p"/>
                                    </m:rPr>
                                    <a:rPr lang="en-GB" sz="2400" b="0" i="1" smtClean="0">
                                      <a:latin typeface="Cambria Math" panose="02040503050406030204" pitchFamily="18" charset="0"/>
                                    </a:rPr>
                                    <m:t>ij</m:t>
                                  </m:r>
                                </m:sub>
                              </m:sSub>
                            </m:e>
                          </m:d>
                        </m:e>
                        <m:sub>
                          <m:r>
                            <m:rPr>
                              <m:sty m:val="p"/>
                            </m:rPr>
                            <a:rPr lang="en-GB" sz="2400" b="0" i="1" smtClean="0">
                              <a:latin typeface="Cambria Math" panose="02040503050406030204" pitchFamily="18" charset="0"/>
                            </a:rPr>
                            <m:t>i</m:t>
                          </m:r>
                          <m:r>
                            <a:rPr lang="en-GB" sz="2400" b="0" i="1" smtClean="0">
                              <a:latin typeface="Cambria Math" panose="02040503050406030204" pitchFamily="18" charset="0"/>
                            </a:rPr>
                            <m:t>,</m:t>
                          </m:r>
                          <m:r>
                            <m:rPr>
                              <m:sty m:val="p"/>
                            </m:rPr>
                            <a:rPr lang="en-GB" sz="2400" b="0" i="1" smtClean="0">
                              <a:latin typeface="Cambria Math" panose="02040503050406030204" pitchFamily="18" charset="0"/>
                            </a:rPr>
                            <m:t>j</m:t>
                          </m:r>
                          <m:r>
                            <a:rPr lang="en-GB" sz="2400" b="0" i="1" smtClean="0">
                              <a:latin typeface="Cambria Math" panose="02040503050406030204" pitchFamily="18" charset="0"/>
                            </a:rPr>
                            <m:t>=1</m:t>
                          </m:r>
                        </m:sub>
                        <m:sup>
                          <m:r>
                            <a:rPr lang="en-GB" sz="2400" b="0" i="1" smtClean="0">
                              <a:latin typeface="Cambria Math" panose="02040503050406030204" pitchFamily="18" charset="0"/>
                            </a:rPr>
                            <m:t>3</m:t>
                          </m:r>
                        </m:sup>
                      </m:sSubSup>
                      <m:r>
                        <a:rPr lang="en-GB" sz="2400" b="0" i="1" smtClean="0">
                          <a:latin typeface="Cambria Math" panose="02040503050406030204" pitchFamily="18" charset="0"/>
                        </a:rPr>
                        <m:t>=</m:t>
                      </m:r>
                      <m:d>
                        <m:dPr>
                          <m:ctrlPr>
                            <a:rPr lang="en-GB" sz="2400" b="0" i="1" smtClean="0">
                              <a:latin typeface="Cambria Math" panose="02040503050406030204" pitchFamily="18" charset="0"/>
                            </a:rPr>
                          </m:ctrlPr>
                        </m:dPr>
                        <m:e>
                          <m:m>
                            <m:mPr>
                              <m:mcs>
                                <m:mc>
                                  <m:mcPr>
                                    <m:count m:val="3"/>
                                    <m:mcJc m:val="center"/>
                                  </m:mcPr>
                                </m:mc>
                              </m:mcs>
                              <m:ctrlPr>
                                <a:rPr lang="en-GB" sz="2400" b="0" i="1" smtClean="0">
                                  <a:latin typeface="Cambria Math" panose="02040503050406030204" pitchFamily="18" charset="0"/>
                                </a:rPr>
                              </m:ctrlPr>
                            </m:mPr>
                            <m:mr>
                              <m:e>
                                <m:r>
                                  <m:rPr>
                                    <m:brk m:alnAt="7"/>
                                  </m:rPr>
                                  <a:rPr lang="en-GB" sz="2400" b="0" i="1" smtClean="0">
                                    <a:latin typeface="Cambria Math" panose="02040503050406030204" pitchFamily="18" charset="0"/>
                                  </a:rPr>
                                  <m:t>1</m:t>
                                </m:r>
                              </m:e>
                              <m:e>
                                <m:r>
                                  <a:rPr lang="en-GB" sz="2400" b="0" i="1" smtClean="0">
                                    <a:latin typeface="Cambria Math" panose="02040503050406030204" pitchFamily="18" charset="0"/>
                                  </a:rPr>
                                  <m:t>0</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1</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0</m:t>
                                </m:r>
                              </m:e>
                              <m:e>
                                <m:r>
                                  <a:rPr lang="en-GB" sz="2400" b="0" i="1" smtClean="0">
                                    <a:latin typeface="Cambria Math" panose="02040503050406030204" pitchFamily="18" charset="0"/>
                                  </a:rPr>
                                  <m:t>1</m:t>
                                </m:r>
                              </m:e>
                            </m:mr>
                          </m:m>
                        </m:e>
                      </m:d>
                    </m:oMath>
                  </m:oMathPara>
                </a14:m>
                <a:endParaRPr lang="en-GB" sz="2400" dirty="0"/>
              </a:p>
            </p:txBody>
          </p:sp>
        </mc:Choice>
        <mc:Fallback xmlns="">
          <p:sp>
            <p:nvSpPr>
              <p:cNvPr id="11" name="TextBox 10">
                <a:extLst>
                  <a:ext uri="{FF2B5EF4-FFF2-40B4-BE49-F238E27FC236}">
                    <a16:creationId xmlns:a16="http://schemas.microsoft.com/office/drawing/2014/main" id="{B29EB340-25BD-4456-9471-B2C0D55C7E4C}"/>
                  </a:ext>
                </a:extLst>
              </p:cNvPr>
              <p:cNvSpPr txBox="1">
                <a:spLocks noRot="1" noChangeAspect="1" noMove="1" noResize="1" noEditPoints="1" noAdjustHandles="1" noChangeArrowheads="1" noChangeShapeType="1" noTextEdit="1"/>
              </p:cNvSpPr>
              <p:nvPr/>
            </p:nvSpPr>
            <p:spPr>
              <a:xfrm>
                <a:off x="9601200" y="6113047"/>
                <a:ext cx="7086600" cy="1068947"/>
              </a:xfrm>
              <a:prstGeom prst="rect">
                <a:avLst/>
              </a:prstGeom>
              <a:blipFill>
                <a:blip r:embed="rId4"/>
                <a:stretch>
                  <a:fillRect/>
                </a:stretch>
              </a:blipFill>
            </p:spPr>
            <p:txBody>
              <a:bodyPr/>
              <a:lstStyle/>
              <a:p>
                <a:r>
                  <a:rPr lang="en-GB">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xmlns:a14="http://schemas.microsoft.com/office/drawing/2010/main">
        <mc:Choice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xmlns:a14="http://schemas.microsoft.com/office/drawing/2010/main">
        <mc:Choice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
                      <m:f>
                        <m:fPr>
                          <m:ctrlPr>
                            <a:rPr>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xmlns="">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xmlns:a14="http://schemas.microsoft.com/office/drawing/2010/main">
        <mc:Choice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 = </m:t>
                      </m:r>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xmlns="">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xmlns:a14="http://schemas.microsoft.com/office/drawing/2010/main">
        <mc:Choice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 </m:t>
                      </m:r>
                      <m:sSup>
                        <m:sSupPr>
                          <m:ctrlPr>
                            <a:rPr>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0,     </m:t>
                      </m:r>
                      <m:r>
                        <a:rPr>
                          <a:latin typeface="Cambria Math" panose="02040503050406030204" pitchFamily="18" charset="0"/>
                        </a:rPr>
                        <m:t>𝑚</m:t>
                      </m:r>
                      <m:r>
                        <a:rPr>
                          <a:latin typeface="Cambria Math" panose="02040503050406030204" pitchFamily="18" charset="0"/>
                        </a:rPr>
                        <m:t> = 0,…,</m:t>
                      </m:r>
                      <m:r>
                        <a:rPr>
                          <a:latin typeface="Cambria Math" panose="02040503050406030204" pitchFamily="18" charset="0"/>
                        </a:rPr>
                        <m:t>𝑁</m:t>
                      </m:r>
                      <m:r>
                        <a:rPr>
                          <a:latin typeface="Cambria Math" panose="02040503050406030204" pitchFamily="18" charset="0"/>
                        </a:rPr>
                        <m:t> − 1</m:t>
                      </m:r>
                    </m:oMath>
                  </m:oMathPara>
                </a14:m>
                <a:endParaRPr lang="en-GB" sz="2400">
                  <a:solidFill>
                    <a:srgbClr val="14233B"/>
                  </a:solidFill>
                </a:endParaRPr>
              </a:p>
            </p:txBody>
          </p:sp>
        </mc:Choice>
        <mc:Fallback xmlns="">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xmlns:a14="http://schemas.microsoft.com/office/drawing/2010/main">
        <mc:Choice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xmlns="">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xmlns="">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1"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xmlns="">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xmlns="">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xmlns:a14="http://schemas.microsoft.com/office/drawing/2010/main">
        <mc:Choice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𝑔</m:t>
                          </m:r>
                        </m:e>
                        <m:sub>
                          <m:sSub>
                            <m:sSubPr>
                              <m:ctrlPr>
                                <a:rPr>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xmlns="">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(1−</m:t>
                      </m:r>
                      <m:r>
                        <a:rPr>
                          <a:latin typeface="Cambria Math" panose="02040503050406030204" pitchFamily="18" charset="0"/>
                        </a:rPr>
                        <m:t>𝜆</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(1−</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xmlns="">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xmlns="">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𝑝</m:t>
                      </m:r>
                      <m:r>
                        <a:rPr>
                          <a:latin typeface="Cambria Math" panose="02040503050406030204" pitchFamily="18" charset="0"/>
                        </a:rPr>
                        <m:t> &lt;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− 1 &gt; 0</m:t>
                      </m:r>
                    </m:oMath>
                  </m:oMathPara>
                </a14:m>
                <a:endParaRPr lang="en-GB" sz="1800">
                  <a:solidFill>
                    <a:srgbClr val="14233B"/>
                  </a:solidFill>
                </a:endParaRPr>
              </a:p>
            </p:txBody>
          </p:sp>
        </mc:Choice>
        <mc:Fallback xmlns="">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xmlns:a14="http://schemas.microsoft.com/office/drawing/2010/main">
        <mc:Choice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−1</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xmlns="">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xmlns:a14="http://schemas.microsoft.com/office/drawing/2010/main">
        <mc:Choice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xmlns="">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xmlns:a14="http://schemas.microsoft.com/office/drawing/2010/main">
        <mc:Choice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a:solidFill>
                    <a:srgbClr val="14233B"/>
                  </a:solidFill>
                </a:endParaRPr>
              </a:p>
            </p:txBody>
          </p:sp>
        </mc:Choice>
        <mc:Fallback xmlns="">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xmlns:a14="http://schemas.microsoft.com/office/drawing/2010/main">
        <mc:Choice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xmlns="">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1204</TotalTime>
  <Words>9290</Words>
  <Application>Microsoft Office PowerPoint</Application>
  <PresentationFormat>Custom</PresentationFormat>
  <Paragraphs>1102</Paragraphs>
  <Slides>44</Slides>
  <Notes>34</Notes>
  <HiddenSlides>0</HiddenSlides>
  <MMClips>0</MMClips>
  <ScaleCrop>false</ScaleCrop>
  <HeadingPairs>
    <vt:vector size="6" baseType="variant">
      <vt:variant>
        <vt:lpstr>Fonts Used</vt:lpstr>
      </vt:variant>
      <vt:variant>
        <vt:i4>18</vt:i4>
      </vt:variant>
      <vt:variant>
        <vt:lpstr>Theme</vt:lpstr>
      </vt:variant>
      <vt:variant>
        <vt:i4>1</vt:i4>
      </vt:variant>
      <vt:variant>
        <vt:lpstr>Slide Titles</vt:lpstr>
      </vt:variant>
      <vt:variant>
        <vt:i4>44</vt:i4>
      </vt:variant>
    </vt:vector>
  </HeadingPairs>
  <TitlesOfParts>
    <vt:vector size="63" baseType="lpstr">
      <vt:lpstr>Calibri (MS) Bold</vt:lpstr>
      <vt:lpstr>Roboto</vt:lpstr>
      <vt:lpstr>DejaVu Sans Bold</vt:lpstr>
      <vt:lpstr>Calibri (MS)</vt:lpstr>
      <vt:lpstr>DejaVu Sans Light</vt:lpstr>
      <vt:lpstr>Inter Semi-Bold</vt:lpstr>
      <vt:lpstr>Inter</vt:lpstr>
      <vt:lpstr>Inter Bold</vt:lpstr>
      <vt:lpstr>Aptos Bold</vt:lpstr>
      <vt:lpstr>Segoe UI</vt:lpstr>
      <vt:lpstr>Cambria Math</vt:lpstr>
      <vt:lpstr>Consolas</vt:lpstr>
      <vt:lpstr>Calibri</vt:lpstr>
      <vt:lpstr>Inter Medium</vt:lpstr>
      <vt:lpstr>Roboto Bold</vt:lpstr>
      <vt:lpstr>Arial</vt:lpstr>
      <vt:lpstr>Inter Italics</vt:lpstr>
      <vt:lpstr>Aptos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93</cp:revision>
  <dcterms:created xsi:type="dcterms:W3CDTF">2006-08-16T00:00:00Z</dcterms:created>
  <dcterms:modified xsi:type="dcterms:W3CDTF">2026-10-18T13:29:54Z</dcterms:modified>
  <dc:identifier>DAHYBaR-K0c</dc:identifier>
</cp:coreProperties>
</file>