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52.xml" ContentType="application/vnd.openxmlformats-officedocument.presentationml.slide+xml"/>
  <Override PartName="/ppt/slides/slide5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7"/>
  </p:notesMasterIdLst>
  <p:sldIdLst>
    <p:sldId id="256" r:id="rId2"/>
    <p:sldId id="257" r:id="rId3"/>
    <p:sldId id="300" r:id="rId4"/>
    <p:sldId id="302" r:id="rId6"/>
    <p:sldId id="304" r:id="rId9"/>
    <p:sldId id="305" r:id="rId10"/>
    <p:sldId id="268" r:id="rId26"/>
    <p:sldId id="307" r:id="rId12"/>
    <p:sldId id="275" r:id="rId33"/>
    <p:sldId id="276" r:id="rId34"/>
    <p:sldId id="282" r:id="rId40"/>
    <p:sldId id="279" r:id="rId37"/>
    <p:sldId id="309" r:id="rId14"/>
    <p:sldId id="286" r:id="rId44"/>
    <p:sldId id="289" r:id="rId47"/>
    <p:sldId id="290" r:id="rId48"/>
    <p:sldId id="291" r:id="rId49"/>
    <p:sldId id="308" r:id="rId13"/>
    <p:sldId id="310" r:id="rId51"/>
    <p:sldId id="299" r:id="rId53"/>
    <p:sldId id="295" r:id="rId55"/>
  </p:sldIdLst>
  <p:sldSz cx="18288000" cy="10287000"/>
  <p:notesSz cx="6858000" cy="9144000"/>
  <p:embeddedFontLst>
    <p:embeddedFont>
      <p:font typeface="Aptos Bold" panose="020B0004020202020204" charset="0"/>
      <p:regular r:id="rId58"/>
      <p:bold r:id="rId59"/>
    </p:embeddedFont>
    <p:embeddedFont>
      <p:font typeface="Calibri (MS)" panose="020B0604020202020204" charset="0"/>
      <p:regular r:id="rId60"/>
    </p:embeddedFont>
    <p:embeddedFont>
      <p:font typeface="Calibri (MS) Bold" panose="020B0604020202020204" charset="0"/>
      <p:regular r:id="rId61"/>
    </p:embeddedFont>
    <p:embeddedFont>
      <p:font typeface="Cambria Math" panose="02040503050406030204" pitchFamily="18" charset="0"/>
      <p:regular r:id="rId62"/>
    </p:embeddedFont>
    <p:embeddedFont>
      <p:font typeface="Consolas" panose="020B0609020204030204" pitchFamily="49" charset="0"/>
      <p:regular r:id="rId63"/>
      <p:bold r:id="rId64"/>
      <p:italic r:id="rId65"/>
      <p:boldItalic r:id="rId66"/>
    </p:embeddedFont>
    <p:embeddedFont>
      <p:font typeface="DejaVu Sans Bold" panose="020B0604020202020204" charset="0"/>
      <p:regular r:id="rId67"/>
    </p:embeddedFont>
    <p:embeddedFont>
      <p:font typeface="DejaVu Sans Light" panose="020B0604020202020204" charset="0"/>
      <p:regular r:id="rId68"/>
    </p:embeddedFont>
    <p:embeddedFont>
      <p:font typeface="Inter" panose="020B0604020202020204" charset="0"/>
      <p:regular r:id="rId69"/>
    </p:embeddedFont>
    <p:embeddedFont>
      <p:font typeface="Inter Bold" panose="020B0604020202020204" charset="0"/>
      <p:regular r:id="rId70"/>
    </p:embeddedFont>
    <p:embeddedFont>
      <p:font typeface="Inter Italics" panose="020B0604020202020204" charset="0"/>
      <p:regular r:id="rId71"/>
    </p:embeddedFont>
    <p:embeddedFont>
      <p:font typeface="Inter Medium" panose="020B0604020202020204" charset="0"/>
      <p:regular r:id="rId72"/>
    </p:embeddedFont>
    <p:embeddedFont>
      <p:font typeface="Inter Semi-Bold" panose="020B0604020202020204" charset="0"/>
      <p:regular r:id="rId73"/>
    </p:embeddedFont>
    <p:embeddedFont>
      <p:font typeface="Roboto" panose="02000000000000000000" pitchFamily="2" charset="0"/>
      <p:regular r:id="rId74"/>
    </p:embeddedFont>
    <p:embeddedFont>
      <p:font typeface="Roboto Bold" panose="02000000000000000000" charset="0"/>
      <p:regular r:id="rId75"/>
      <p:bold r:id="rId76"/>
    </p:embeddedFont>
    <p:embeddedFont>
      <p:font typeface="Segoe UI" panose="020B0502040204020203" pitchFamily="34" charset="0"/>
      <p:regular r:id="rId77"/>
      <p:bold r:id="rId78"/>
      <p:italic r:id="rId79"/>
      <p:boldItalic r:id="rId8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6671" autoAdjust="0"/>
  </p:normalViewPr>
  <p:slideViewPr>
    <p:cSldViewPr>
      <p:cViewPr varScale="1">
        <p:scale>
          <a:sx n="56" d="100"/>
          <a:sy n="56" d="100"/>
        </p:scale>
        <p:origin x="621"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609"/>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26" Type="http://schemas.openxmlformats.org/officeDocument/2006/relationships/slide" Target="slides/slide25.xml"/><Relationship Id="rId33" Type="http://schemas.openxmlformats.org/officeDocument/2006/relationships/slide" Target="slides/slide32.xml"/><Relationship Id="rId34" Type="http://schemas.openxmlformats.org/officeDocument/2006/relationships/slide" Target="slides/slide33.xml"/><Relationship Id="rId37" Type="http://schemas.openxmlformats.org/officeDocument/2006/relationships/slide" Target="slides/slide36.xml"/><Relationship Id="rId40" Type="http://schemas.openxmlformats.org/officeDocument/2006/relationships/slide" Target="slides/slide39.xml"/><Relationship Id="rId44" Type="http://schemas.openxmlformats.org/officeDocument/2006/relationships/slide" Target="slides/slide43.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1" Type="http://schemas.openxmlformats.org/officeDocument/2006/relationships/slide" Target="slides/slide21.xml"/><Relationship Id="rId53" Type="http://schemas.openxmlformats.org/officeDocument/2006/relationships/slide" Target="slides/slide52.xml"/><Relationship Id="rId55" Type="http://schemas.openxmlformats.org/officeDocument/2006/relationships/slide" Target="slides/slide54.xml"/><Relationship Id="rId57" Type="http://schemas.openxmlformats.org/officeDocument/2006/relationships/notesMaster" Target="notesMasters/notesMaster1.xml"/><Relationship Id="rId58" Type="http://schemas.openxmlformats.org/officeDocument/2006/relationships/font" Target="fonts/font1.fntdata"/><Relationship Id="rId59" Type="http://schemas.openxmlformats.org/officeDocument/2006/relationships/font" Target="fonts/font2.fntdata"/><Relationship Id="rId60" Type="http://schemas.openxmlformats.org/officeDocument/2006/relationships/font" Target="fonts/font3.fntdata"/><Relationship Id="rId61" Type="http://schemas.openxmlformats.org/officeDocument/2006/relationships/font" Target="fonts/font4.fntdata"/><Relationship Id="rId62" Type="http://schemas.openxmlformats.org/officeDocument/2006/relationships/font" Target="fonts/font5.fntdata"/><Relationship Id="rId63" Type="http://schemas.openxmlformats.org/officeDocument/2006/relationships/font" Target="fonts/font6.fntdata"/><Relationship Id="rId64" Type="http://schemas.openxmlformats.org/officeDocument/2006/relationships/font" Target="fonts/font7.fntdata"/><Relationship Id="rId65" Type="http://schemas.openxmlformats.org/officeDocument/2006/relationships/font" Target="fonts/font8.fntdata"/><Relationship Id="rId66" Type="http://schemas.openxmlformats.org/officeDocument/2006/relationships/font" Target="fonts/font9.fntdata"/><Relationship Id="rId67" Type="http://schemas.openxmlformats.org/officeDocument/2006/relationships/font" Target="fonts/font10.fntdata"/><Relationship Id="rId68" Type="http://schemas.openxmlformats.org/officeDocument/2006/relationships/font" Target="fonts/font11.fntdata"/><Relationship Id="rId69" Type="http://schemas.openxmlformats.org/officeDocument/2006/relationships/font" Target="fonts/font12.fntdata"/><Relationship Id="rId70" Type="http://schemas.openxmlformats.org/officeDocument/2006/relationships/font" Target="fonts/font13.fntdata"/><Relationship Id="rId71" Type="http://schemas.openxmlformats.org/officeDocument/2006/relationships/font" Target="fonts/font14.fntdata"/><Relationship Id="rId72" Type="http://schemas.openxmlformats.org/officeDocument/2006/relationships/font" Target="fonts/font15.fntdata"/><Relationship Id="rId73" Type="http://schemas.openxmlformats.org/officeDocument/2006/relationships/font" Target="fonts/font16.fntdata"/><Relationship Id="rId74" Type="http://schemas.openxmlformats.org/officeDocument/2006/relationships/font" Target="fonts/font17.fntdata"/><Relationship Id="rId75" Type="http://schemas.openxmlformats.org/officeDocument/2006/relationships/font" Target="fonts/font18.fntdata"/><Relationship Id="rId76" Type="http://schemas.openxmlformats.org/officeDocument/2006/relationships/font" Target="fonts/font19.fntdata"/><Relationship Id="rId77" Type="http://schemas.openxmlformats.org/officeDocument/2006/relationships/font" Target="fonts/font20.fntdata"/><Relationship Id="rId78" Type="http://schemas.openxmlformats.org/officeDocument/2006/relationships/font" Target="fonts/font21.fntdata"/><Relationship Id="rId79" Type="http://schemas.openxmlformats.org/officeDocument/2006/relationships/font" Target="fonts/font22.fntdata"/><Relationship Id="rId80" Type="http://schemas.openxmlformats.org/officeDocument/2006/relationships/font" Target="fonts/font23.fntdata"/><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 Id="rId8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S::lin-h4@ulster.ac.uk::767fb433-d2fc-427c-8bc7-41e4ac3fef66" providerId="AD" clId="Web-{6BEAE5FE-03B2-8A61-65AF-E2F4F0D0A0E6}"/>
    <pc:docChg chg="modSld">
      <pc:chgData name="Haocheng Lin" userId="S::lin-h4@ulster.ac.uk::767fb433-d2fc-427c-8bc7-41e4ac3fef66" providerId="AD" clId="Web-{6BEAE5FE-03B2-8A61-65AF-E2F4F0D0A0E6}" dt="2026-10-15T15:41:29.624" v="29" actId="20577"/>
      <pc:docMkLst>
        <pc:docMk/>
      </pc:docMkLst>
      <pc:sldChg chg="modSp">
        <pc:chgData name="Haocheng Lin" userId="S::lin-h4@ulster.ac.uk::767fb433-d2fc-427c-8bc7-41e4ac3fef66" providerId="AD" clId="Web-{6BEAE5FE-03B2-8A61-65AF-E2F4F0D0A0E6}" dt="2026-10-15T15:41:29.624" v="29" actId="20577"/>
        <pc:sldMkLst>
          <pc:docMk/>
          <pc:sldMk cId="0" sldId="256"/>
        </pc:sldMkLst>
        <pc:spChg chg="mod">
          <ac:chgData name="Haocheng Lin" userId="S::lin-h4@ulster.ac.uk::767fb433-d2fc-427c-8bc7-41e4ac3fef66" providerId="AD" clId="Web-{6BEAE5FE-03B2-8A61-65AF-E2F4F0D0A0E6}" dt="2026-10-15T15:41:29.624" v="29" actId="20577"/>
          <ac:spMkLst>
            <pc:docMk/>
            <pc:sldMk cId="0" sldId="256"/>
            <ac:spMk id="6" creationId="{00000000-0000-0000-0000-000000000000}"/>
          </ac:spMkLst>
        </pc:spChg>
      </pc:sldChg>
      <pc:sldChg chg="addSp delSp modSp">
        <pc:chgData name="Haocheng Lin" userId="S::lin-h4@ulster.ac.uk::767fb433-d2fc-427c-8bc7-41e4ac3fef66" providerId="AD" clId="Web-{6BEAE5FE-03B2-8A61-65AF-E2F4F0D0A0E6}" dt="2026-10-15T15:41:04.874" v="24"/>
        <pc:sldMkLst>
          <pc:docMk/>
          <pc:sldMk cId="0" sldId="257"/>
        </pc:sldMkLst>
        <pc:spChg chg="mod">
          <ac:chgData name="Haocheng Lin" userId="S::lin-h4@ulster.ac.uk::767fb433-d2fc-427c-8bc7-41e4ac3fef66" providerId="AD" clId="Web-{6BEAE5FE-03B2-8A61-65AF-E2F4F0D0A0E6}" dt="2026-10-15T15:21:52.128" v="17" actId="20577"/>
          <ac:spMkLst>
            <pc:docMk/>
            <pc:sldMk cId="0" sldId="257"/>
            <ac:spMk id="10" creationId="{00000000-0000-0000-0000-000000000000}"/>
          </ac:spMkLst>
        </pc:spChg>
      </pc:sldChg>
    </pc:docChg>
  </pc:docChgLst>
  <pc:docChgLst>
    <pc:chgData name="Haocheng Lin" userId="S::lin-h4@ulster.ac.uk::767fb433-d2fc-427c-8bc7-41e4ac3fef66" providerId="AD" clId="Web-{05486E0C-B03F-E6B6-D148-CBF2EF1C8897}"/>
    <pc:docChg chg="modSld">
      <pc:chgData name="Haocheng Lin" userId="S::lin-h4@ulster.ac.uk::767fb433-d2fc-427c-8bc7-41e4ac3fef66" providerId="AD" clId="Web-{05486E0C-B03F-E6B6-D148-CBF2EF1C8897}" dt="2026-10-16T15:01:17.869" v="249" actId="20577"/>
      <pc:docMkLst>
        <pc:docMk/>
      </pc:docMkLst>
      <pc:sldChg chg="modSp">
        <pc:chgData name="Haocheng Lin" userId="S::lin-h4@ulster.ac.uk::767fb433-d2fc-427c-8bc7-41e4ac3fef66" providerId="AD" clId="Web-{05486E0C-B03F-E6B6-D148-CBF2EF1C8897}" dt="2026-10-16T15:00:15.367" v="243"/>
        <pc:sldMkLst>
          <pc:docMk/>
          <pc:sldMk cId="0" sldId="259"/>
        </pc:sldMkLst>
        <pc:spChg chg="mod">
          <ac:chgData name="Haocheng Lin" userId="S::lin-h4@ulster.ac.uk::767fb433-d2fc-427c-8bc7-41e4ac3fef66" providerId="AD" clId="Web-{05486E0C-B03F-E6B6-D148-CBF2EF1C8897}" dt="2026-10-16T14:48:00.008" v="238" actId="14100"/>
          <ac:spMkLst>
            <pc:docMk/>
            <pc:sldMk cId="0" sldId="259"/>
            <ac:spMk id="8" creationId="{00000000-0000-0000-0000-000000000000}"/>
          </ac:spMkLst>
        </pc:spChg>
        <pc:spChg chg="mod">
          <ac:chgData name="Haocheng Lin" userId="S::lin-h4@ulster.ac.uk::767fb433-d2fc-427c-8bc7-41e4ac3fef66" providerId="AD" clId="Web-{05486E0C-B03F-E6B6-D148-CBF2EF1C8897}" dt="2026-10-16T15:00:15.367" v="243"/>
          <ac:spMkLst>
            <pc:docMk/>
            <pc:sldMk cId="0" sldId="259"/>
            <ac:spMk id="9" creationId="{00000000-0000-0000-0000-000000000000}"/>
          </ac:spMkLst>
        </pc:spChg>
        <pc:spChg chg="mod">
          <ac:chgData name="Haocheng Lin" userId="S::lin-h4@ulster.ac.uk::767fb433-d2fc-427c-8bc7-41e4ac3fef66" providerId="AD" clId="Web-{05486E0C-B03F-E6B6-D148-CBF2EF1C8897}" dt="2026-10-16T14:48:15.056" v="241" actId="1076"/>
          <ac:spMkLst>
            <pc:docMk/>
            <pc:sldMk cId="0" sldId="259"/>
            <ac:spMk id="12" creationId="{00000000-0000-0000-0000-000000000000}"/>
          </ac:spMkLst>
        </pc:spChg>
        <pc:spChg chg="mod">
          <ac:chgData name="Haocheng Lin" userId="S::lin-h4@ulster.ac.uk::767fb433-d2fc-427c-8bc7-41e4ac3fef66" providerId="AD" clId="Web-{05486E0C-B03F-E6B6-D148-CBF2EF1C8897}" dt="2026-10-16T14:47:50.633" v="236" actId="20577"/>
          <ac:spMkLst>
            <pc:docMk/>
            <pc:sldMk cId="0" sldId="259"/>
            <ac:spMk id="13" creationId="{00000000-0000-0000-0000-000000000000}"/>
          </ac:spMkLst>
        </pc:spChg>
      </pc:sldChg>
      <pc:sldChg chg="modSp">
        <pc:chgData name="Haocheng Lin" userId="S::lin-h4@ulster.ac.uk::767fb433-d2fc-427c-8bc7-41e4ac3fef66" providerId="AD" clId="Web-{05486E0C-B03F-E6B6-D148-CBF2EF1C8897}" dt="2026-10-16T15:01:17.869" v="249" actId="20577"/>
        <pc:sldMkLst>
          <pc:docMk/>
          <pc:sldMk cId="387455802" sldId="300"/>
        </pc:sldMkLst>
        <pc:spChg chg="mod">
          <ac:chgData name="Haocheng Lin" userId="S::lin-h4@ulster.ac.uk::767fb433-d2fc-427c-8bc7-41e4ac3fef66" providerId="AD" clId="Web-{05486E0C-B03F-E6B6-D148-CBF2EF1C8897}" dt="2026-10-16T15:01:17.869" v="249" actId="20577"/>
          <ac:spMkLst>
            <pc:docMk/>
            <pc:sldMk cId="387455802" sldId="300"/>
            <ac:spMk id="77" creationId="{00000000-0000-0000-0000-000000000000}"/>
          </ac:spMkLst>
        </pc:spChg>
      </pc:sldChg>
    </pc:docChg>
  </pc:docChgLst>
  <pc:docChgLst>
    <pc:chgData name="Haocheng Lin" userId="3c9af17cd41df8cf" providerId="LiveId" clId="{E85DCD58-ED75-4D29-A2F4-F018EE94DF03}"/>
    <pc:docChg chg="undo redo custSel addSld delSld modSld">
      <pc:chgData name="Haocheng Lin" userId="3c9af17cd41df8cf" providerId="LiveId" clId="{E85DCD58-ED75-4D29-A2F4-F018EE94DF03}" dt="2026-10-24T10:45:45.093" v="1283" actId="26606"/>
      <pc:docMkLst>
        <pc:docMk/>
      </pc:docMkLst>
      <pc:sldChg chg="modSp mod">
        <pc:chgData name="Haocheng Lin" userId="3c9af17cd41df8cf" providerId="LiveId" clId="{E85DCD58-ED75-4D29-A2F4-F018EE94DF03}" dt="2026-10-19T22:10:52.510" v="1280" actId="20577"/>
        <pc:sldMkLst>
          <pc:docMk/>
          <pc:sldMk cId="0" sldId="256"/>
        </pc:sldMkLst>
        <pc:spChg chg="mod">
          <ac:chgData name="Haocheng Lin" userId="3c9af17cd41df8cf" providerId="LiveId" clId="{E85DCD58-ED75-4D29-A2F4-F018EE94DF03}" dt="2026-10-19T22:10:52.510" v="1280" actId="20577"/>
          <ac:spMkLst>
            <pc:docMk/>
            <pc:sldMk cId="0" sldId="256"/>
            <ac:spMk id="7" creationId="{00000000-0000-0000-0000-000000000000}"/>
          </ac:spMkLst>
        </pc:spChg>
      </pc:sldChg>
      <pc:sldChg chg="delSp modSp mod">
        <pc:chgData name="Haocheng Lin" userId="3c9af17cd41df8cf" providerId="LiveId" clId="{E85DCD58-ED75-4D29-A2F4-F018EE94DF03}" dt="2026-10-17T11:23:37.501" v="29" actId="21"/>
        <pc:sldMkLst>
          <pc:docMk/>
          <pc:sldMk cId="0" sldId="257"/>
        </pc:sldMkLst>
        <pc:spChg chg="mod">
          <ac:chgData name="Haocheng Lin" userId="3c9af17cd41df8cf" providerId="LiveId" clId="{E85DCD58-ED75-4D29-A2F4-F018EE94DF03}" dt="2026-10-14T22:01:23.443" v="19" actId="1076"/>
          <ac:spMkLst>
            <pc:docMk/>
            <pc:sldMk cId="0" sldId="257"/>
            <ac:spMk id="10" creationId="{00000000-0000-0000-0000-000000000000}"/>
          </ac:spMkLst>
        </pc:spChg>
        <pc:spChg chg="mod">
          <ac:chgData name="Haocheng Lin" userId="3c9af17cd41df8cf" providerId="LiveId" clId="{E85DCD58-ED75-4D29-A2F4-F018EE94DF03}" dt="2026-10-14T22:01:16.948" v="18" actId="1076"/>
          <ac:spMkLst>
            <pc:docMk/>
            <pc:sldMk cId="0" sldId="257"/>
            <ac:spMk id="15" creationId="{00000000-0000-0000-0000-000000000000}"/>
          </ac:spMkLst>
        </pc:spChg>
        <pc:spChg chg="mod">
          <ac:chgData name="Haocheng Lin" userId="3c9af17cd41df8cf" providerId="LiveId" clId="{E85DCD58-ED75-4D29-A2F4-F018EE94DF03}" dt="2026-10-14T22:00:54.316" v="14" actId="1076"/>
          <ac:spMkLst>
            <pc:docMk/>
            <pc:sldMk cId="0" sldId="257"/>
            <ac:spMk id="20" creationId="{00000000-0000-0000-0000-000000000000}"/>
          </ac:spMkLst>
        </pc:spChg>
        <pc:spChg chg="mod">
          <ac:chgData name="Haocheng Lin" userId="3c9af17cd41df8cf" providerId="LiveId" clId="{E85DCD58-ED75-4D29-A2F4-F018EE94DF03}" dt="2026-10-14T22:01:06.476" v="17" actId="1076"/>
          <ac:spMkLst>
            <pc:docMk/>
            <pc:sldMk cId="0" sldId="257"/>
            <ac:spMk id="25" creationId="{00000000-0000-0000-0000-000000000000}"/>
          </ac:spMkLst>
        </pc:spChg>
      </pc:sldChg>
      <pc:sldChg chg="add modNotesTx">
        <pc:chgData name="Haocheng Lin" userId="3c9af17cd41df8cf" providerId="LiveId" clId="{E85DCD58-ED75-4D29-A2F4-F018EE94DF03}" dt="2026-10-19T21:58:12.041" v="1253" actId="20577"/>
        <pc:sldMkLst>
          <pc:docMk/>
          <pc:sldMk cId="2123576139" sldId="258"/>
        </pc:sldMkLst>
      </pc:sldChg>
      <pc:sldChg chg="addSp modSp">
        <pc:chgData name="Haocheng Lin" userId="3c9af17cd41df8cf" providerId="LiveId" clId="{E85DCD58-ED75-4D29-A2F4-F018EE94DF03}" dt="2026-10-17T12:08:40.748" v="52"/>
        <pc:sldMkLst>
          <pc:docMk/>
          <pc:sldMk cId="0" sldId="259"/>
        </pc:sldMkLst>
        <pc:spChg chg="mod">
          <ac:chgData name="Haocheng Lin" userId="3c9af17cd41df8cf" providerId="LiveId" clId="{E85DCD58-ED75-4D29-A2F4-F018EE94DF03}" dt="2026-10-17T12:08:40.748" v="52"/>
          <ac:spMkLst>
            <pc:docMk/>
            <pc:sldMk cId="0" sldId="259"/>
            <ac:spMk id="16" creationId="{34BA6D41-7B81-8B54-734B-FA7EBF2AB680}"/>
          </ac:spMkLst>
        </pc:spChg>
        <pc:grpChg chg="add mod">
          <ac:chgData name="Haocheng Lin" userId="3c9af17cd41df8cf" providerId="LiveId" clId="{E85DCD58-ED75-4D29-A2F4-F018EE94DF03}" dt="2026-10-17T12:08:40.748" v="52"/>
          <ac:grpSpMkLst>
            <pc:docMk/>
            <pc:sldMk cId="0" sldId="259"/>
            <ac:grpSpMk id="15" creationId="{ADB27E2A-3720-B97D-3A2D-63B6D4F2D654}"/>
          </ac:grpSpMkLst>
        </pc:grpChg>
      </pc:sldChg>
      <pc:sldChg chg="addSp modSp mod">
        <pc:chgData name="Haocheng Lin" userId="3c9af17cd41df8cf" providerId="LiveId" clId="{E85DCD58-ED75-4D29-A2F4-F018EE94DF03}" dt="2026-10-17T12:07:21.094" v="51" actId="114"/>
        <pc:sldMkLst>
          <pc:docMk/>
          <pc:sldMk cId="0" sldId="260"/>
        </pc:sldMkLst>
        <pc:spChg chg="mod">
          <ac:chgData name="Haocheng Lin" userId="3c9af17cd41df8cf" providerId="LiveId" clId="{E85DCD58-ED75-4D29-A2F4-F018EE94DF03}" dt="2026-10-17T12:07:17.487" v="50" actId="1076"/>
          <ac:spMkLst>
            <pc:docMk/>
            <pc:sldMk cId="0" sldId="260"/>
            <ac:spMk id="14" creationId="{00000000-0000-0000-0000-000000000000}"/>
          </ac:spMkLst>
        </pc:spChg>
        <pc:grpChg chg="mod">
          <ac:chgData name="Haocheng Lin" userId="3c9af17cd41df8cf" providerId="LiveId" clId="{E85DCD58-ED75-4D29-A2F4-F018EE94DF03}" dt="2026-10-17T12:05:30.407" v="33" actId="14100"/>
          <ac:grpSpMkLst>
            <pc:docMk/>
            <pc:sldMk cId="0" sldId="260"/>
            <ac:grpSpMk id="6" creationId="{00000000-0000-0000-0000-000000000000}"/>
          </ac:grpSpMkLst>
        </pc:grpChg>
        <pc:grpChg chg="mod">
          <ac:chgData name="Haocheng Lin" userId="3c9af17cd41df8cf" providerId="LiveId" clId="{E85DCD58-ED75-4D29-A2F4-F018EE94DF03}" dt="2026-10-17T12:05:33.488" v="34" actId="14100"/>
          <ac:grpSpMkLst>
            <pc:docMk/>
            <pc:sldMk cId="0" sldId="260"/>
            <ac:grpSpMk id="10" creationId="{00000000-0000-0000-0000-000000000000}"/>
          </ac:grpSpMkLst>
        </pc:grpChg>
        <pc:graphicFrameChg chg="add mod modGraphic">
          <ac:chgData name="Haocheng Lin" userId="3c9af17cd41df8cf" providerId="LiveId" clId="{E85DCD58-ED75-4D29-A2F4-F018EE94DF03}" dt="2026-10-17T12:07:21.094" v="51" actId="114"/>
          <ac:graphicFrameMkLst>
            <pc:docMk/>
            <pc:sldMk cId="0" sldId="260"/>
            <ac:graphicFrameMk id="15" creationId="{CF5BDFAE-2FE3-65A6-D290-7C14729AE725}"/>
          </ac:graphicFrameMkLst>
        </pc:graphicFrameChg>
      </pc:sldChg>
      <pc:sldChg chg="modSp mod">
        <pc:chgData name="Haocheng Lin" userId="3c9af17cd41df8cf" providerId="LiveId" clId="{E85DCD58-ED75-4D29-A2F4-F018EE94DF03}" dt="2026-10-18T11:28:41.298" v="490" actId="1076"/>
        <pc:sldMkLst>
          <pc:docMk/>
          <pc:sldMk cId="0" sldId="261"/>
        </pc:sldMkLst>
        <pc:spChg chg="mod">
          <ac:chgData name="Haocheng Lin" userId="3c9af17cd41df8cf" providerId="LiveId" clId="{E85DCD58-ED75-4D29-A2F4-F018EE94DF03}" dt="2026-10-18T11:26:37.621" v="457" actId="1076"/>
          <ac:spMkLst>
            <pc:docMk/>
            <pc:sldMk cId="0" sldId="261"/>
            <ac:spMk id="9" creationId="{00000000-0000-0000-0000-000000000000}"/>
          </ac:spMkLst>
        </pc:spChg>
        <pc:spChg chg="mod">
          <ac:chgData name="Haocheng Lin" userId="3c9af17cd41df8cf" providerId="LiveId" clId="{E85DCD58-ED75-4D29-A2F4-F018EE94DF03}" dt="2026-10-18T11:27:41.385" v="468" actId="20577"/>
          <ac:spMkLst>
            <pc:docMk/>
            <pc:sldMk cId="0" sldId="261"/>
            <ac:spMk id="12" creationId="{00000000-0000-0000-0000-000000000000}"/>
          </ac:spMkLst>
        </pc:spChg>
        <pc:spChg chg="mod">
          <ac:chgData name="Haocheng Lin" userId="3c9af17cd41df8cf" providerId="LiveId" clId="{E85DCD58-ED75-4D29-A2F4-F018EE94DF03}" dt="2026-10-18T11:28:41.298" v="490" actId="1076"/>
          <ac:spMkLst>
            <pc:docMk/>
            <pc:sldMk cId="0" sldId="261"/>
            <ac:spMk id="13" creationId="{00000000-0000-0000-0000-000000000000}"/>
          </ac:spMkLst>
        </pc:spChg>
        <pc:spChg chg="mod">
          <ac:chgData name="Haocheng Lin" userId="3c9af17cd41df8cf" providerId="LiveId" clId="{E85DCD58-ED75-4D29-A2F4-F018EE94DF03}" dt="2026-10-18T11:26:54.754" v="459" actId="1076"/>
          <ac:spMkLst>
            <pc:docMk/>
            <pc:sldMk cId="0" sldId="261"/>
            <ac:spMk id="15" creationId="{00000000-0000-0000-0000-000000000000}"/>
          </ac:spMkLst>
        </pc:spChg>
        <pc:spChg chg="mod">
          <ac:chgData name="Haocheng Lin" userId="3c9af17cd41df8cf" providerId="LiveId" clId="{E85DCD58-ED75-4D29-A2F4-F018EE94DF03}" dt="2026-10-18T11:26:57.376" v="460" actId="1076"/>
          <ac:spMkLst>
            <pc:docMk/>
            <pc:sldMk cId="0" sldId="261"/>
            <ac:spMk id="6070" creationId="{00000000-0000-0000-0000-000000000000}"/>
          </ac:spMkLst>
        </pc:spChg>
        <pc:grpChg chg="mod">
          <ac:chgData name="Haocheng Lin" userId="3c9af17cd41df8cf" providerId="LiveId" clId="{E85DCD58-ED75-4D29-A2F4-F018EE94DF03}" dt="2026-10-18T11:26:08.622" v="454" actId="1076"/>
          <ac:grpSpMkLst>
            <pc:docMk/>
            <pc:sldMk cId="0" sldId="261"/>
            <ac:grpSpMk id="6" creationId="{00000000-0000-0000-0000-000000000000}"/>
          </ac:grpSpMkLst>
        </pc:grpChg>
        <pc:grpChg chg="mod">
          <ac:chgData name="Haocheng Lin" userId="3c9af17cd41df8cf" providerId="LiveId" clId="{E85DCD58-ED75-4D29-A2F4-F018EE94DF03}" dt="2026-10-18T11:27:29.019" v="463" actId="1076"/>
          <ac:grpSpMkLst>
            <pc:docMk/>
            <pc:sldMk cId="0" sldId="261"/>
            <ac:grpSpMk id="10" creationId="{00000000-0000-0000-0000-000000000000}"/>
          </ac:grpSpMkLst>
        </pc:grpChg>
      </pc:sldChg>
      <pc:sldChg chg="addSp delSp modSp mod">
        <pc:chgData name="Haocheng Lin" userId="3c9af17cd41df8cf" providerId="LiveId" clId="{E85DCD58-ED75-4D29-A2F4-F018EE94DF03}" dt="2026-10-18T13:29:53.081" v="739" actId="21"/>
        <pc:sldMkLst>
          <pc:docMk/>
          <pc:sldMk cId="0" sldId="262"/>
        </pc:sldMkLst>
        <pc:spChg chg="add mod">
          <ac:chgData name="Haocheng Lin" userId="3c9af17cd41df8cf" providerId="LiveId" clId="{E85DCD58-ED75-4D29-A2F4-F018EE94DF03}" dt="2026-10-18T11:59:03.186" v="548" actId="1076"/>
          <ac:spMkLst>
            <pc:docMk/>
            <pc:sldMk cId="0" sldId="262"/>
            <ac:spMk id="2" creationId="{4D6C7ADD-3388-004F-C18D-4C4FB7340C0A}"/>
          </ac:spMkLst>
        </pc:spChg>
        <pc:spChg chg="add mod">
          <ac:chgData name="Haocheng Lin" userId="3c9af17cd41df8cf" providerId="LiveId" clId="{E85DCD58-ED75-4D29-A2F4-F018EE94DF03}" dt="2026-10-18T11:59:55.780" v="572" actId="1076"/>
          <ac:spMkLst>
            <pc:docMk/>
            <pc:sldMk cId="0" sldId="262"/>
            <ac:spMk id="3" creationId="{93D3D845-3C60-B1B1-3356-A5823AC8806A}"/>
          </ac:spMkLst>
        </pc:spChg>
        <pc:spChg chg="add mod">
          <ac:chgData name="Haocheng Lin" userId="3c9af17cd41df8cf" providerId="LiveId" clId="{E85DCD58-ED75-4D29-A2F4-F018EE94DF03}" dt="2026-10-18T13:21:06.815" v="607" actId="1076"/>
          <ac:spMkLst>
            <pc:docMk/>
            <pc:sldMk cId="0" sldId="262"/>
            <ac:spMk id="4" creationId="{B74ACF58-F318-226F-7F44-D3894469CF38}"/>
          </ac:spMkLst>
        </pc:spChg>
        <pc:spChg chg="add mod">
          <ac:chgData name="Haocheng Lin" userId="3c9af17cd41df8cf" providerId="LiveId" clId="{E85DCD58-ED75-4D29-A2F4-F018EE94DF03}" dt="2026-10-18T13:23:22.744" v="648" actId="1076"/>
          <ac:spMkLst>
            <pc:docMk/>
            <pc:sldMk cId="0" sldId="262"/>
            <ac:spMk id="5" creationId="{9785945A-3E5C-C2B9-7D85-4CA23341699D}"/>
          </ac:spMkLst>
        </pc:spChg>
        <pc:spChg chg="add mod">
          <ac:chgData name="Haocheng Lin" userId="3c9af17cd41df8cf" providerId="LiveId" clId="{E85DCD58-ED75-4D29-A2F4-F018EE94DF03}" dt="2026-10-18T13:27:08.630" v="672" actId="1076"/>
          <ac:spMkLst>
            <pc:docMk/>
            <pc:sldMk cId="0" sldId="262"/>
            <ac:spMk id="6" creationId="{B6CCCE71-7DBF-D2F3-EED4-F7793981E5CA}"/>
          </ac:spMkLst>
        </pc:spChg>
        <pc:spChg chg="add mod">
          <ac:chgData name="Haocheng Lin" userId="3c9af17cd41df8cf" providerId="LiveId" clId="{E85DCD58-ED75-4D29-A2F4-F018EE94DF03}" dt="2026-10-18T13:28:30.655" v="707" actId="1076"/>
          <ac:spMkLst>
            <pc:docMk/>
            <pc:sldMk cId="0" sldId="262"/>
            <ac:spMk id="7" creationId="{1852BE43-2F6F-8188-6965-45F605812247}"/>
          </ac:spMkLst>
        </pc:spChg>
        <pc:spChg chg="add mod">
          <ac:chgData name="Haocheng Lin" userId="3c9af17cd41df8cf" providerId="LiveId" clId="{E85DCD58-ED75-4D29-A2F4-F018EE94DF03}" dt="2026-10-18T13:29:41.271" v="737" actId="1076"/>
          <ac:spMkLst>
            <pc:docMk/>
            <pc:sldMk cId="0" sldId="262"/>
            <ac:spMk id="8" creationId="{C5D486AB-7F08-9276-3F9B-1DEB420806F3}"/>
          </ac:spMkLst>
        </pc:spChg>
        <pc:spChg chg="mod">
          <ac:chgData name="Haocheng Lin" userId="3c9af17cd41df8cf" providerId="LiveId" clId="{E85DCD58-ED75-4D29-A2F4-F018EE94DF03}" dt="2026-10-18T13:28:45.334" v="713" actId="1076"/>
          <ac:spMkLst>
            <pc:docMk/>
            <pc:sldMk cId="0" sldId="262"/>
            <ac:spMk id="16" creationId="{00000000-0000-0000-0000-000000000000}"/>
          </ac:spMkLst>
        </pc:spChg>
        <pc:spChg chg="mod">
          <ac:chgData name="Haocheng Lin" userId="3c9af17cd41df8cf" providerId="LiveId" clId="{E85DCD58-ED75-4D29-A2F4-F018EE94DF03}" dt="2026-10-18T11:58:53.908" v="547" actId="1076"/>
          <ac:spMkLst>
            <pc:docMk/>
            <pc:sldMk cId="0" sldId="262"/>
            <ac:spMk id="17" creationId="{00000000-0000-0000-0000-000000000000}"/>
          </ac:spMkLst>
        </pc:spChg>
        <pc:spChg chg="mod">
          <ac:chgData name="Haocheng Lin" userId="3c9af17cd41df8cf" providerId="LiveId" clId="{E85DCD58-ED75-4D29-A2F4-F018EE94DF03}" dt="2026-10-18T12:00:01.677" v="573" actId="1076"/>
          <ac:spMkLst>
            <pc:docMk/>
            <pc:sldMk cId="0" sldId="262"/>
            <ac:spMk id="20" creationId="{00000000-0000-0000-0000-000000000000}"/>
          </ac:spMkLst>
        </pc:spChg>
        <pc:spChg chg="mod">
          <ac:chgData name="Haocheng Lin" userId="3c9af17cd41df8cf" providerId="LiveId" clId="{E85DCD58-ED75-4D29-A2F4-F018EE94DF03}" dt="2026-10-18T13:23:12.010" v="644" actId="21"/>
          <ac:spMkLst>
            <pc:docMk/>
            <pc:sldMk cId="0" sldId="262"/>
            <ac:spMk id="21" creationId="{00000000-0000-0000-0000-000000000000}"/>
          </ac:spMkLst>
        </pc:spChg>
        <pc:spChg chg="mod">
          <ac:chgData name="Haocheng Lin" userId="3c9af17cd41df8cf" providerId="LiveId" clId="{E85DCD58-ED75-4D29-A2F4-F018EE94DF03}" dt="2026-10-18T13:29:36.177" v="736" actId="1076"/>
          <ac:spMkLst>
            <pc:docMk/>
            <pc:sldMk cId="0" sldId="262"/>
            <ac:spMk id="30" creationId="{00000000-0000-0000-0000-000000000000}"/>
          </ac:spMkLst>
        </pc:spChg>
      </pc:sldChg>
      <pc:sldChg chg="addSp delSp modSp mod modNotesTx">
        <pc:chgData name="Haocheng Lin" userId="3c9af17cd41df8cf" providerId="LiveId" clId="{E85DCD58-ED75-4D29-A2F4-F018EE94DF03}" dt="2026-10-17T15:42:52.463" v="447" actId="20577"/>
        <pc:sldMkLst>
          <pc:docMk/>
          <pc:sldMk cId="0" sldId="263"/>
        </pc:sldMkLst>
        <pc:spChg chg="mod">
          <ac:chgData name="Haocheng Lin" userId="3c9af17cd41df8cf" providerId="LiveId" clId="{E85DCD58-ED75-4D29-A2F4-F018EE94DF03}" dt="2026-10-17T15:29:18.775" v="253"/>
          <ac:spMkLst>
            <pc:docMk/>
            <pc:sldMk cId="0" sldId="263"/>
            <ac:spMk id="3" creationId="{00000000-0000-0000-0000-000000000000}"/>
          </ac:spMkLst>
        </pc:spChg>
        <pc:spChg chg="add mod">
          <ac:chgData name="Haocheng Lin" userId="3c9af17cd41df8cf" providerId="LiveId" clId="{E85DCD58-ED75-4D29-A2F4-F018EE94DF03}" dt="2026-10-17T15:22:48.882" v="252" actId="1076"/>
          <ac:spMkLst>
            <pc:docMk/>
            <pc:sldMk cId="0" sldId="263"/>
            <ac:spMk id="7" creationId="{BEA13770-EE76-CB4C-F26C-C981B27477CA}"/>
          </ac:spMkLst>
        </pc:spChg>
        <pc:spChg chg="mod">
          <ac:chgData name="Haocheng Lin" userId="3c9af17cd41df8cf" providerId="LiveId" clId="{E85DCD58-ED75-4D29-A2F4-F018EE94DF03}" dt="2026-10-17T15:32:16.986" v="315" actId="1076"/>
          <ac:spMkLst>
            <pc:docMk/>
            <pc:sldMk cId="0" sldId="263"/>
            <ac:spMk id="8" creationId="{00000000-0000-0000-0000-000000000000}"/>
          </ac:spMkLst>
        </pc:spChg>
        <pc:spChg chg="mod">
          <ac:chgData name="Haocheng Lin" userId="3c9af17cd41df8cf" providerId="LiveId" clId="{E85DCD58-ED75-4D29-A2F4-F018EE94DF03}" dt="2026-10-17T15:33:46.876" v="319" actId="207"/>
          <ac:spMkLst>
            <pc:docMk/>
            <pc:sldMk cId="0" sldId="263"/>
            <ac:spMk id="9" creationId="{00000000-0000-0000-0000-000000000000}"/>
          </ac:spMkLst>
        </pc:spChg>
        <pc:spChg chg="mod">
          <ac:chgData name="Haocheng Lin" userId="3c9af17cd41df8cf" providerId="LiveId" clId="{E85DCD58-ED75-4D29-A2F4-F018EE94DF03}" dt="2026-10-17T15:31:32.006" v="294" actId="1076"/>
          <ac:spMkLst>
            <pc:docMk/>
            <pc:sldMk cId="0" sldId="263"/>
            <ac:spMk id="10" creationId="{00000000-0000-0000-0000-000000000000}"/>
          </ac:spMkLst>
        </pc:spChg>
        <pc:spChg chg="add mod">
          <ac:chgData name="Haocheng Lin" userId="3c9af17cd41df8cf" providerId="LiveId" clId="{E85DCD58-ED75-4D29-A2F4-F018EE94DF03}" dt="2026-10-17T15:42:08.658" v="367" actId="1076"/>
          <ac:spMkLst>
            <pc:docMk/>
            <pc:sldMk cId="0" sldId="263"/>
            <ac:spMk id="11" creationId="{B29EB340-25BD-4456-9471-B2C0D55C7E4C}"/>
          </ac:spMkLst>
        </pc:spChg>
      </pc:sldChg>
      <pc:sldChg chg="modSp mod">
        <pc:chgData name="Haocheng Lin" userId="3c9af17cd41df8cf" providerId="LiveId" clId="{E85DCD58-ED75-4D29-A2F4-F018EE94DF03}" dt="2026-10-14T21:41:09.367" v="2" actId="207"/>
        <pc:sldMkLst>
          <pc:docMk/>
          <pc:sldMk cId="0" sldId="281"/>
        </pc:sldMkLst>
        <pc:graphicFrameChg chg="modGraphic">
          <ac:chgData name="Haocheng Lin" userId="3c9af17cd41df8cf" providerId="LiveId" clId="{E85DCD58-ED75-4D29-A2F4-F018EE94DF03}" dt="2026-10-14T21:41:09.367" v="2" actId="207"/>
          <ac:graphicFrameMkLst>
            <pc:docMk/>
            <pc:sldMk cId="0" sldId="281"/>
            <ac:graphicFrameMk id="6" creationId="{00000000-0000-0000-0000-000000000000}"/>
          </ac:graphicFrameMkLst>
        </pc:graphicFrameChg>
      </pc:sldChg>
      <pc:sldChg chg="modSp mod">
        <pc:chgData name="Haocheng Lin" userId="3c9af17cd41df8cf" providerId="LiveId" clId="{E85DCD58-ED75-4D29-A2F4-F018EE94DF03}" dt="2026-10-14T21:40:55.645" v="0" actId="207"/>
        <pc:sldMkLst>
          <pc:docMk/>
          <pc:sldMk cId="0" sldId="283"/>
        </pc:sldMkLst>
        <pc:graphicFrameChg chg="modGraphic">
          <ac:chgData name="Haocheng Lin" userId="3c9af17cd41df8cf" providerId="LiveId" clId="{E85DCD58-ED75-4D29-A2F4-F018EE94DF03}" dt="2026-10-14T21:40:55.645" v="0" actId="207"/>
          <ac:graphicFrameMkLst>
            <pc:docMk/>
            <pc:sldMk cId="0" sldId="283"/>
            <ac:graphicFrameMk id="6" creationId="{00000000-0000-0000-0000-000000000000}"/>
          </ac:graphicFrameMkLst>
        </pc:graphicFrameChg>
      </pc:sldChg>
      <pc:sldChg chg="modSp mod">
        <pc:chgData name="Haocheng Lin" userId="3c9af17cd41df8cf" providerId="LiveId" clId="{E85DCD58-ED75-4D29-A2F4-F018EE94DF03}" dt="2026-10-14T21:41:02.247" v="1" actId="207"/>
        <pc:sldMkLst>
          <pc:docMk/>
          <pc:sldMk cId="0" sldId="284"/>
        </pc:sldMkLst>
        <pc:graphicFrameChg chg="modGraphic">
          <ac:chgData name="Haocheng Lin" userId="3c9af17cd41df8cf" providerId="LiveId" clId="{E85DCD58-ED75-4D29-A2F4-F018EE94DF03}" dt="2026-10-14T21:41:02.247" v="1" actId="207"/>
          <ac:graphicFrameMkLst>
            <pc:docMk/>
            <pc:sldMk cId="0" sldId="284"/>
            <ac:graphicFrameMk id="6" creationId="{00000000-0000-0000-0000-000000000000}"/>
          </ac:graphicFrameMkLst>
        </pc:graphicFrameChg>
      </pc:sldChg>
      <pc:sldChg chg="modSp mod">
        <pc:chgData name="Haocheng Lin" userId="3c9af17cd41df8cf" providerId="LiveId" clId="{E85DCD58-ED75-4D29-A2F4-F018EE94DF03}" dt="2026-10-14T21:46:37.066" v="4" actId="207"/>
        <pc:sldMkLst>
          <pc:docMk/>
          <pc:sldMk cId="0" sldId="286"/>
        </pc:sldMkLst>
        <pc:graphicFrameChg chg="modGraphic">
          <ac:chgData name="Haocheng Lin" userId="3c9af17cd41df8cf" providerId="LiveId" clId="{E85DCD58-ED75-4D29-A2F4-F018EE94DF03}" dt="2026-10-14T21:46:37.066" v="4" actId="207"/>
          <ac:graphicFrameMkLst>
            <pc:docMk/>
            <pc:sldMk cId="0" sldId="286"/>
            <ac:graphicFrameMk id="6" creationId="{00000000-0000-0000-0000-000000000000}"/>
          </ac:graphicFrameMkLst>
        </pc:graphicFrameChg>
      </pc:sldChg>
      <pc:sldChg chg="modSp mod">
        <pc:chgData name="Haocheng Lin" userId="3c9af17cd41df8cf" providerId="LiveId" clId="{E85DCD58-ED75-4D29-A2F4-F018EE94DF03}" dt="2026-10-14T22:03:12.651" v="20" actId="207"/>
        <pc:sldMkLst>
          <pc:docMk/>
          <pc:sldMk cId="0" sldId="289"/>
        </pc:sldMkLst>
        <pc:graphicFrameChg chg="modGraphic">
          <ac:chgData name="Haocheng Lin" userId="3c9af17cd41df8cf" providerId="LiveId" clId="{E85DCD58-ED75-4D29-A2F4-F018EE94DF03}" dt="2026-10-14T22:03:12.651" v="20" actId="207"/>
          <ac:graphicFrameMkLst>
            <pc:docMk/>
            <pc:sldMk cId="0" sldId="289"/>
            <ac:graphicFrameMk id="5" creationId="{00000000-0000-0000-0000-000000000000}"/>
          </ac:graphicFrameMkLst>
        </pc:graphicFrameChg>
      </pc:sldChg>
      <pc:sldChg chg="modSp mod">
        <pc:chgData name="Haocheng Lin" userId="3c9af17cd41df8cf" providerId="LiveId" clId="{E85DCD58-ED75-4D29-A2F4-F018EE94DF03}" dt="2026-10-14T22:03:21.041" v="21" actId="207"/>
        <pc:sldMkLst>
          <pc:docMk/>
          <pc:sldMk cId="0" sldId="291"/>
        </pc:sldMkLst>
        <pc:graphicFrameChg chg="modGraphic">
          <ac:chgData name="Haocheng Lin" userId="3c9af17cd41df8cf" providerId="LiveId" clId="{E85DCD58-ED75-4D29-A2F4-F018EE94DF03}" dt="2026-10-14T22:03:21.041" v="21" actId="207"/>
          <ac:graphicFrameMkLst>
            <pc:docMk/>
            <pc:sldMk cId="0" sldId="291"/>
            <ac:graphicFrameMk id="6" creationId="{00000000-0000-0000-0000-000000000000}"/>
          </ac:graphicFrameMkLst>
        </pc:graphicFrameChg>
      </pc:sldChg>
      <pc:sldChg chg="modSp mod">
        <pc:chgData name="Haocheng Lin" userId="3c9af17cd41df8cf" providerId="LiveId" clId="{E85DCD58-ED75-4D29-A2F4-F018EE94DF03}" dt="2026-10-14T22:03:28.190" v="22" actId="207"/>
        <pc:sldMkLst>
          <pc:docMk/>
          <pc:sldMk cId="0" sldId="292"/>
        </pc:sldMkLst>
        <pc:graphicFrameChg chg="modGraphic">
          <ac:chgData name="Haocheng Lin" userId="3c9af17cd41df8cf" providerId="LiveId" clId="{E85DCD58-ED75-4D29-A2F4-F018EE94DF03}" dt="2026-10-14T22:03:28.190" v="22" actId="207"/>
          <ac:graphicFrameMkLst>
            <pc:docMk/>
            <pc:sldMk cId="0" sldId="292"/>
            <ac:graphicFrameMk id="6" creationId="{00000000-0000-0000-0000-000000000000}"/>
          </ac:graphicFrameMkLst>
        </pc:graphicFrameChg>
      </pc:sldChg>
      <pc:sldChg chg="modSp mod">
        <pc:chgData name="Haocheng Lin" userId="3c9af17cd41df8cf" providerId="LiveId" clId="{E85DCD58-ED75-4D29-A2F4-F018EE94DF03}" dt="2026-10-14T21:41:28.527" v="3" actId="207"/>
        <pc:sldMkLst>
          <pc:docMk/>
          <pc:sldMk cId="0" sldId="293"/>
        </pc:sldMkLst>
        <pc:graphicFrameChg chg="modGraphic">
          <ac:chgData name="Haocheng Lin" userId="3c9af17cd41df8cf" providerId="LiveId" clId="{E85DCD58-ED75-4D29-A2F4-F018EE94DF03}" dt="2026-10-14T21:41:28.527" v="3" actId="207"/>
          <ac:graphicFrameMkLst>
            <pc:docMk/>
            <pc:sldMk cId="0" sldId="293"/>
            <ac:graphicFrameMk id="5" creationId="{00000000-0000-0000-0000-000000000000}"/>
          </ac:graphicFrameMkLst>
        </pc:graphicFrameChg>
      </pc:sldChg>
      <pc:sldChg chg="addSp delSp modSp mod">
        <pc:chgData name="Haocheng Lin" userId="3c9af17cd41df8cf" providerId="LiveId" clId="{E85DCD58-ED75-4D29-A2F4-F018EE94DF03}" dt="2026-10-19T22:06:34.951" v="1260" actId="20577"/>
        <pc:sldMkLst>
          <pc:docMk/>
          <pc:sldMk cId="0" sldId="296"/>
        </pc:sldMkLst>
        <pc:spChg chg="mod">
          <ac:chgData name="Haocheng Lin" userId="3c9af17cd41df8cf" providerId="LiveId" clId="{E85DCD58-ED75-4D29-A2F4-F018EE94DF03}" dt="2026-10-19T22:06:16.235" v="1256" actId="164"/>
          <ac:spMkLst>
            <pc:docMk/>
            <pc:sldMk cId="0" sldId="296"/>
            <ac:spMk id="6" creationId="{00000000-0000-0000-0000-000000000000}"/>
          </ac:spMkLst>
        </pc:spChg>
        <pc:spChg chg="mod">
          <ac:chgData name="Haocheng Lin" userId="3c9af17cd41df8cf" providerId="LiveId" clId="{E85DCD58-ED75-4D29-A2F4-F018EE94DF03}" dt="2026-10-19T22:06:32.538" v="1259" actId="20577"/>
          <ac:spMkLst>
            <pc:docMk/>
            <pc:sldMk cId="0" sldId="296"/>
            <ac:spMk id="7" creationId="{00000000-0000-0000-0000-000000000000}"/>
          </ac:spMkLst>
        </pc:spChg>
        <pc:spChg chg="mod">
          <ac:chgData name="Haocheng Lin" userId="3c9af17cd41df8cf" providerId="LiveId" clId="{E85DCD58-ED75-4D29-A2F4-F018EE94DF03}" dt="2026-10-19T22:06:16.235" v="1256" actId="164"/>
          <ac:spMkLst>
            <pc:docMk/>
            <pc:sldMk cId="0" sldId="296"/>
            <ac:spMk id="8" creationId="{00000000-0000-0000-0000-000000000000}"/>
          </ac:spMkLst>
        </pc:spChg>
        <pc:spChg chg="mod">
          <ac:chgData name="Haocheng Lin" userId="3c9af17cd41df8cf" providerId="LiveId" clId="{E85DCD58-ED75-4D29-A2F4-F018EE94DF03}" dt="2026-10-19T22:06:29.395" v="1258" actId="20577"/>
          <ac:spMkLst>
            <pc:docMk/>
            <pc:sldMk cId="0" sldId="296"/>
            <ac:spMk id="9" creationId="{00000000-0000-0000-0000-000000000000}"/>
          </ac:spMkLst>
        </pc:spChg>
        <pc:spChg chg="mod">
          <ac:chgData name="Haocheng Lin" userId="3c9af17cd41df8cf" providerId="LiveId" clId="{E85DCD58-ED75-4D29-A2F4-F018EE94DF03}" dt="2026-10-19T22:06:16.235" v="1256" actId="164"/>
          <ac:spMkLst>
            <pc:docMk/>
            <pc:sldMk cId="0" sldId="296"/>
            <ac:spMk id="10" creationId="{00000000-0000-0000-0000-000000000000}"/>
          </ac:spMkLst>
        </pc:spChg>
        <pc:spChg chg="mod">
          <ac:chgData name="Haocheng Lin" userId="3c9af17cd41df8cf" providerId="LiveId" clId="{E85DCD58-ED75-4D29-A2F4-F018EE94DF03}" dt="2026-10-19T22:06:34.951" v="1260" actId="20577"/>
          <ac:spMkLst>
            <pc:docMk/>
            <pc:sldMk cId="0" sldId="296"/>
            <ac:spMk id="11" creationId="{00000000-0000-0000-0000-000000000000}"/>
          </ac:spMkLst>
        </pc:spChg>
        <pc:grpChg chg="add mod">
          <ac:chgData name="Haocheng Lin" userId="3c9af17cd41df8cf" providerId="LiveId" clId="{E85DCD58-ED75-4D29-A2F4-F018EE94DF03}" dt="2026-10-19T22:06:20.709" v="1257" actId="1076"/>
          <ac:grpSpMkLst>
            <pc:docMk/>
            <pc:sldMk cId="0" sldId="296"/>
            <ac:grpSpMk id="12" creationId="{48E8EF99-F310-66E3-459B-B42ACE723AA4}"/>
          </ac:grpSpMkLst>
        </pc:grpChg>
      </pc:sldChg>
      <pc:sldChg chg="modSp add mod">
        <pc:chgData name="Haocheng Lin" userId="3c9af17cd41df8cf" providerId="LiveId" clId="{E85DCD58-ED75-4D29-A2F4-F018EE94DF03}" dt="2026-10-14T22:03:59.258" v="27" actId="1076"/>
        <pc:sldMkLst>
          <pc:docMk/>
          <pc:sldMk cId="2467281668" sldId="298"/>
        </pc:sldMkLst>
        <pc:spChg chg="mod">
          <ac:chgData name="Haocheng Lin" userId="3c9af17cd41df8cf" providerId="LiveId" clId="{E85DCD58-ED75-4D29-A2F4-F018EE94DF03}" dt="2026-10-14T21:55:08.476" v="13" actId="255"/>
          <ac:spMkLst>
            <pc:docMk/>
            <pc:sldMk cId="2467281668" sldId="298"/>
            <ac:spMk id="3" creationId="{00000000-0000-0000-0000-000000000000}"/>
          </ac:spMkLst>
        </pc:spChg>
        <pc:spChg chg="mod">
          <ac:chgData name="Haocheng Lin" userId="3c9af17cd41df8cf" providerId="LiveId" clId="{E85DCD58-ED75-4D29-A2F4-F018EE94DF03}" dt="2026-10-14T21:54:48.681" v="9" actId="255"/>
          <ac:spMkLst>
            <pc:docMk/>
            <pc:sldMk cId="2467281668" sldId="298"/>
            <ac:spMk id="5" creationId="{00000000-0000-0000-0000-000000000000}"/>
          </ac:spMkLst>
        </pc:spChg>
        <pc:spChg chg="mod">
          <ac:chgData name="Haocheng Lin" userId="3c9af17cd41df8cf" providerId="LiveId" clId="{E85DCD58-ED75-4D29-A2F4-F018EE94DF03}" dt="2026-10-14T21:54:57.016" v="11" actId="20577"/>
          <ac:spMkLst>
            <pc:docMk/>
            <pc:sldMk cId="2467281668" sldId="298"/>
            <ac:spMk id="6" creationId="{00000000-0000-0000-0000-000000000000}"/>
          </ac:spMkLst>
        </pc:spChg>
        <pc:spChg chg="mod">
          <ac:chgData name="Haocheng Lin" userId="3c9af17cd41df8cf" providerId="LiveId" clId="{E85DCD58-ED75-4D29-A2F4-F018EE94DF03}" dt="2026-10-14T22:03:52.111" v="24" actId="1076"/>
          <ac:spMkLst>
            <pc:docMk/>
            <pc:sldMk cId="2467281668" sldId="298"/>
            <ac:spMk id="7" creationId="{00000000-0000-0000-0000-000000000000}"/>
          </ac:spMkLst>
        </pc:spChg>
        <pc:spChg chg="mod">
          <ac:chgData name="Haocheng Lin" userId="3c9af17cd41df8cf" providerId="LiveId" clId="{E85DCD58-ED75-4D29-A2F4-F018EE94DF03}" dt="2026-10-14T22:03:54.137" v="25" actId="14100"/>
          <ac:spMkLst>
            <pc:docMk/>
            <pc:sldMk cId="2467281668" sldId="298"/>
            <ac:spMk id="9" creationId="{00000000-0000-0000-0000-000000000000}"/>
          </ac:spMkLst>
        </pc:spChg>
        <pc:spChg chg="mod">
          <ac:chgData name="Haocheng Lin" userId="3c9af17cd41df8cf" providerId="LiveId" clId="{E85DCD58-ED75-4D29-A2F4-F018EE94DF03}" dt="2026-10-14T22:03:59.258" v="27" actId="1076"/>
          <ac:spMkLst>
            <pc:docMk/>
            <pc:sldMk cId="2467281668" sldId="298"/>
            <ac:spMk id="11" creationId="{00000000-0000-0000-0000-000000000000}"/>
          </ac:spMkLst>
        </pc:spChg>
        <pc:spChg chg="mod">
          <ac:chgData name="Haocheng Lin" userId="3c9af17cd41df8cf" providerId="LiveId" clId="{E85DCD58-ED75-4D29-A2F4-F018EE94DF03}" dt="2026-10-14T21:54:39.924" v="8" actId="255"/>
          <ac:spMkLst>
            <pc:docMk/>
            <pc:sldMk cId="2467281668" sldId="298"/>
            <ac:spMk id="14" creationId="{00000000-0000-0000-0000-000000000000}"/>
          </ac:spMkLst>
        </pc:spChg>
        <pc:spChg chg="mod">
          <ac:chgData name="Haocheng Lin" userId="3c9af17cd41df8cf" providerId="LiveId" clId="{E85DCD58-ED75-4D29-A2F4-F018EE94DF03}" dt="2026-10-14T21:54:32.427" v="7" actId="1076"/>
          <ac:spMkLst>
            <pc:docMk/>
            <pc:sldMk cId="2467281668" sldId="298"/>
            <ac:spMk id="15" creationId="{00000000-0000-0000-0000-000000000000}"/>
          </ac:spMkLst>
        </pc:spChg>
      </pc:sldChg>
      <pc:sldChg chg="add">
        <pc:chgData name="Haocheng Lin" userId="3c9af17cd41df8cf" providerId="LiveId" clId="{E85DCD58-ED75-4D29-A2F4-F018EE94DF03}" dt="2026-10-14T22:05:59.512" v="28"/>
        <pc:sldMkLst>
          <pc:docMk/>
          <pc:sldMk cId="2539382702" sldId="299"/>
        </pc:sldMkLst>
      </pc:sldChg>
      <pc:sldChg chg="addSp delSp modSp add mod">
        <pc:chgData name="Haocheng Lin" userId="3c9af17cd41df8cf" providerId="LiveId" clId="{E85DCD58-ED75-4D29-A2F4-F018EE94DF03}" dt="2026-10-18T15:07:22.066" v="995" actId="6549"/>
        <pc:sldMkLst>
          <pc:docMk/>
          <pc:sldMk cId="2362586608" sldId="301"/>
        </pc:sldMkLst>
        <pc:spChg chg="mod">
          <ac:chgData name="Haocheng Lin" userId="3c9af17cd41df8cf" providerId="LiveId" clId="{E85DCD58-ED75-4D29-A2F4-F018EE94DF03}" dt="2026-10-18T14:57:04.931" v="938" actId="1076"/>
          <ac:spMkLst>
            <pc:docMk/>
            <pc:sldMk cId="2362586608" sldId="301"/>
            <ac:spMk id="2" creationId="{90B6BF9D-50B6-F534-8130-8B2D5EBAF546}"/>
          </ac:spMkLst>
        </pc:spChg>
        <pc:spChg chg="mod">
          <ac:chgData name="Haocheng Lin" userId="3c9af17cd41df8cf" providerId="LiveId" clId="{E85DCD58-ED75-4D29-A2F4-F018EE94DF03}" dt="2026-10-18T14:57:21.583" v="939" actId="1076"/>
          <ac:spMkLst>
            <pc:docMk/>
            <pc:sldMk cId="2362586608" sldId="301"/>
            <ac:spMk id="3" creationId="{031A46FA-5644-B21B-51EC-B65E5B8669F4}"/>
          </ac:spMkLst>
        </pc:spChg>
        <pc:spChg chg="add mod">
          <ac:chgData name="Haocheng Lin" userId="3c9af17cd41df8cf" providerId="LiveId" clId="{E85DCD58-ED75-4D29-A2F4-F018EE94DF03}" dt="2026-10-18T14:59:27.217" v="950" actId="207"/>
          <ac:spMkLst>
            <pc:docMk/>
            <pc:sldMk cId="2362586608" sldId="301"/>
            <ac:spMk id="15" creationId="{E82A2E68-0111-80EF-6BBD-8868517D96E1}"/>
          </ac:spMkLst>
        </pc:spChg>
        <pc:spChg chg="add mod">
          <ac:chgData name="Haocheng Lin" userId="3c9af17cd41df8cf" providerId="LiveId" clId="{E85DCD58-ED75-4D29-A2F4-F018EE94DF03}" dt="2026-10-18T15:05:18.518" v="957" actId="20577"/>
          <ac:spMkLst>
            <pc:docMk/>
            <pc:sldMk cId="2362586608" sldId="301"/>
            <ac:spMk id="17" creationId="{9A79190E-7FED-6E83-F30E-9248D0FAC75C}"/>
          </ac:spMkLst>
        </pc:spChg>
        <pc:spChg chg="add mod">
          <ac:chgData name="Haocheng Lin" userId="3c9af17cd41df8cf" providerId="LiveId" clId="{E85DCD58-ED75-4D29-A2F4-F018EE94DF03}" dt="2026-10-18T15:07:22.066" v="995" actId="6549"/>
          <ac:spMkLst>
            <pc:docMk/>
            <pc:sldMk cId="2362586608" sldId="301"/>
            <ac:spMk id="19" creationId="{95F7D17C-2A9A-DEB0-1F29-BD97DE53FE1A}"/>
          </ac:spMkLst>
        </pc:spChg>
        <pc:graphicFrameChg chg="add mod modGraphic">
          <ac:chgData name="Haocheng Lin" userId="3c9af17cd41df8cf" providerId="LiveId" clId="{E85DCD58-ED75-4D29-A2F4-F018EE94DF03}" dt="2026-10-18T14:58:02.032" v="941" actId="1076"/>
          <ac:graphicFrameMkLst>
            <pc:docMk/>
            <pc:sldMk cId="2362586608" sldId="301"/>
            <ac:graphicFrameMk id="14" creationId="{818B685D-994C-ADA3-FF7E-F97592350F7C}"/>
          </ac:graphicFrameMkLst>
        </pc:graphicFrameChg>
        <pc:picChg chg="add mod">
          <ac:chgData name="Haocheng Lin" userId="3c9af17cd41df8cf" providerId="LiveId" clId="{E85DCD58-ED75-4D29-A2F4-F018EE94DF03}" dt="2026-10-18T14:57:46.160" v="940" actId="1076"/>
          <ac:picMkLst>
            <pc:docMk/>
            <pc:sldMk cId="2362586608" sldId="301"/>
            <ac:picMk id="13" creationId="{8A733F1E-7B60-290E-C004-3B666A75EEDB}"/>
          </ac:picMkLst>
        </pc:picChg>
      </pc:sldChg>
      <pc:sldChg chg="modSp add mod">
        <pc:chgData name="Haocheng Lin" userId="3c9af17cd41df8cf" providerId="LiveId" clId="{E85DCD58-ED75-4D29-A2F4-F018EE94DF03}" dt="2026-10-19T21:23:22.791" v="1001" actId="27636"/>
        <pc:sldMkLst>
          <pc:docMk/>
          <pc:sldMk cId="3007442168" sldId="302"/>
        </pc:sldMkLst>
        <pc:spChg chg="mod">
          <ac:chgData name="Haocheng Lin" userId="3c9af17cd41df8cf" providerId="LiveId" clId="{E85DCD58-ED75-4D29-A2F4-F018EE94DF03}" dt="2026-10-19T21:23:22.791" v="1001" actId="27636"/>
          <ac:spMkLst>
            <pc:docMk/>
            <pc:sldMk cId="3007442168" sldId="302"/>
            <ac:spMk id="253" creationId="{00000000-0000-0000-0000-000000000000}"/>
          </ac:spMkLst>
        </pc:spChg>
        <pc:spChg chg="mod">
          <ac:chgData name="Haocheng Lin" userId="3c9af17cd41df8cf" providerId="LiveId" clId="{E85DCD58-ED75-4D29-A2F4-F018EE94DF03}" dt="2026-10-19T21:23:22.789" v="998" actId="27636"/>
          <ac:spMkLst>
            <pc:docMk/>
            <pc:sldMk cId="3007442168" sldId="302"/>
            <ac:spMk id="256" creationId="{00000000-0000-0000-0000-000000000000}"/>
          </ac:spMkLst>
        </pc:spChg>
        <pc:spChg chg="mod">
          <ac:chgData name="Haocheng Lin" userId="3c9af17cd41df8cf" providerId="LiveId" clId="{E85DCD58-ED75-4D29-A2F4-F018EE94DF03}" dt="2026-10-19T21:23:22.790" v="1000" actId="27636"/>
          <ac:spMkLst>
            <pc:docMk/>
            <pc:sldMk cId="3007442168" sldId="302"/>
            <ac:spMk id="259" creationId="{00000000-0000-0000-0000-000000000000}"/>
          </ac:spMkLst>
        </pc:spChg>
        <pc:spChg chg="mod">
          <ac:chgData name="Haocheng Lin" userId="3c9af17cd41df8cf" providerId="LiveId" clId="{E85DCD58-ED75-4D29-A2F4-F018EE94DF03}" dt="2026-10-19T21:23:22.790" v="999" actId="27636"/>
          <ac:spMkLst>
            <pc:docMk/>
            <pc:sldMk cId="3007442168" sldId="302"/>
            <ac:spMk id="262" creationId="{00000000-0000-0000-0000-000000000000}"/>
          </ac:spMkLst>
        </pc:spChg>
      </pc:sldChg>
      <pc:sldChg chg="delSp modSp add mod">
        <pc:chgData name="Haocheng Lin" userId="3c9af17cd41df8cf" providerId="LiveId" clId="{E85DCD58-ED75-4D29-A2F4-F018EE94DF03}" dt="2026-10-19T21:31:55.335" v="1023" actId="21"/>
        <pc:sldMkLst>
          <pc:docMk/>
          <pc:sldMk cId="1267809421" sldId="303"/>
        </pc:sldMkLst>
      </pc:sldChg>
      <pc:sldChg chg="modSp add mod">
        <pc:chgData name="Haocheng Lin" userId="3c9af17cd41df8cf" providerId="LiveId" clId="{E85DCD58-ED75-4D29-A2F4-F018EE94DF03}" dt="2026-10-19T21:23:31.559" v="1008" actId="27636"/>
        <pc:sldMkLst>
          <pc:docMk/>
          <pc:sldMk cId="1503053728" sldId="304"/>
        </pc:sldMkLst>
        <pc:spChg chg="mod">
          <ac:chgData name="Haocheng Lin" userId="3c9af17cd41df8cf" providerId="LiveId" clId="{E85DCD58-ED75-4D29-A2F4-F018EE94DF03}" dt="2026-10-19T21:23:31.559" v="1008" actId="27636"/>
          <ac:spMkLst>
            <pc:docMk/>
            <pc:sldMk cId="1503053728" sldId="304"/>
            <ac:spMk id="355" creationId="{00000000-0000-0000-0000-000000000000}"/>
          </ac:spMkLst>
        </pc:spChg>
        <pc:spChg chg="mod">
          <ac:chgData name="Haocheng Lin" userId="3c9af17cd41df8cf" providerId="LiveId" clId="{E85DCD58-ED75-4D29-A2F4-F018EE94DF03}" dt="2026-10-19T21:23:31.548" v="1005" actId="27636"/>
          <ac:spMkLst>
            <pc:docMk/>
            <pc:sldMk cId="1503053728" sldId="304"/>
            <ac:spMk id="362" creationId="{00000000-0000-0000-0000-000000000000}"/>
          </ac:spMkLst>
        </pc:spChg>
        <pc:spChg chg="mod">
          <ac:chgData name="Haocheng Lin" userId="3c9af17cd41df8cf" providerId="LiveId" clId="{E85DCD58-ED75-4D29-A2F4-F018EE94DF03}" dt="2026-10-19T21:23:31.551" v="1006" actId="27636"/>
          <ac:spMkLst>
            <pc:docMk/>
            <pc:sldMk cId="1503053728" sldId="304"/>
            <ac:spMk id="369" creationId="{00000000-0000-0000-0000-000000000000}"/>
          </ac:spMkLst>
        </pc:spChg>
        <pc:spChg chg="mod">
          <ac:chgData name="Haocheng Lin" userId="3c9af17cd41df8cf" providerId="LiveId" clId="{E85DCD58-ED75-4D29-A2F4-F018EE94DF03}" dt="2026-10-19T21:23:31.554" v="1007" actId="27636"/>
          <ac:spMkLst>
            <pc:docMk/>
            <pc:sldMk cId="1503053728" sldId="304"/>
            <ac:spMk id="376" creationId="{00000000-0000-0000-0000-000000000000}"/>
          </ac:spMkLst>
        </pc:spChg>
      </pc:sldChg>
      <pc:sldChg chg="modSp add mod">
        <pc:chgData name="Haocheng Lin" userId="3c9af17cd41df8cf" providerId="LiveId" clId="{E85DCD58-ED75-4D29-A2F4-F018EE94DF03}" dt="2026-10-19T21:23:33.044" v="1012" actId="27636"/>
        <pc:sldMkLst>
          <pc:docMk/>
          <pc:sldMk cId="2541129372" sldId="305"/>
        </pc:sldMkLst>
        <pc:spChg chg="mod">
          <ac:chgData name="Haocheng Lin" userId="3c9af17cd41df8cf" providerId="LiveId" clId="{E85DCD58-ED75-4D29-A2F4-F018EE94DF03}" dt="2026-10-19T21:23:33.044" v="1012" actId="27636"/>
          <ac:spMkLst>
            <pc:docMk/>
            <pc:sldMk cId="2541129372" sldId="305"/>
            <ac:spMk id="400" creationId="{00000000-0000-0000-0000-000000000000}"/>
          </ac:spMkLst>
        </pc:spChg>
        <pc:spChg chg="mod">
          <ac:chgData name="Haocheng Lin" userId="3c9af17cd41df8cf" providerId="LiveId" clId="{E85DCD58-ED75-4D29-A2F4-F018EE94DF03}" dt="2026-10-19T21:23:33.034" v="1010" actId="27636"/>
          <ac:spMkLst>
            <pc:docMk/>
            <pc:sldMk cId="2541129372" sldId="305"/>
            <ac:spMk id="412" creationId="{00000000-0000-0000-0000-000000000000}"/>
          </ac:spMkLst>
        </pc:spChg>
        <pc:spChg chg="mod">
          <ac:chgData name="Haocheng Lin" userId="3c9af17cd41df8cf" providerId="LiveId" clId="{E85DCD58-ED75-4D29-A2F4-F018EE94DF03}" dt="2026-10-19T21:23:33.038" v="1011" actId="27636"/>
          <ac:spMkLst>
            <pc:docMk/>
            <pc:sldMk cId="2541129372" sldId="305"/>
            <ac:spMk id="439" creationId="{00000000-0000-0000-0000-000000000000}"/>
          </ac:spMkLst>
        </pc:spChg>
      </pc:sldChg>
      <pc:sldChg chg="modSp add mod">
        <pc:chgData name="Haocheng Lin" userId="3c9af17cd41df8cf" providerId="LiveId" clId="{E85DCD58-ED75-4D29-A2F4-F018EE94DF03}" dt="2026-10-19T21:33:15.101" v="1025" actId="20577"/>
        <pc:sldMkLst>
          <pc:docMk/>
          <pc:sldMk cId="846086885" sldId="306"/>
        </pc:sldMkLst>
        <pc:spChg chg="mod">
          <ac:chgData name="Haocheng Lin" userId="3c9af17cd41df8cf" providerId="LiveId" clId="{E85DCD58-ED75-4D29-A2F4-F018EE94DF03}" dt="2026-10-19T21:33:15.101" v="1025" actId="20577"/>
          <ac:spMkLst>
            <pc:docMk/>
            <pc:sldMk cId="846086885" sldId="306"/>
            <ac:spMk id="500" creationId="{00000000-0000-0000-0000-000000000000}"/>
          </ac:spMkLst>
        </pc:spChg>
      </pc:sldChg>
      <pc:sldChg chg="add">
        <pc:chgData name="Haocheng Lin" userId="3c9af17cd41df8cf" providerId="LiveId" clId="{E85DCD58-ED75-4D29-A2F4-F018EE94DF03}" dt="2026-10-19T21:23:35.273" v="1014"/>
        <pc:sldMkLst>
          <pc:docMk/>
          <pc:sldMk cId="1715068608" sldId="307"/>
        </pc:sldMkLst>
      </pc:sldChg>
      <pc:sldChg chg="delSp add mod">
        <pc:chgData name="Haocheng Lin" userId="3c9af17cd41df8cf" providerId="LiveId" clId="{E85DCD58-ED75-4D29-A2F4-F018EE94DF03}" dt="2026-10-19T21:52:15.168" v="1026" actId="21"/>
        <pc:sldMkLst>
          <pc:docMk/>
          <pc:sldMk cId="3905643270" sldId="308"/>
        </pc:sldMkLst>
      </pc:sldChg>
      <pc:sldChg chg="modSp add mod">
        <pc:chgData name="Haocheng Lin" userId="3c9af17cd41df8cf" providerId="LiveId" clId="{E85DCD58-ED75-4D29-A2F4-F018EE94DF03}" dt="2026-10-19T21:23:41.098" v="1017" actId="27636"/>
        <pc:sldMkLst>
          <pc:docMk/>
          <pc:sldMk cId="3489999299" sldId="309"/>
        </pc:sldMkLst>
        <pc:spChg chg="mod">
          <ac:chgData name="Haocheng Lin" userId="3c9af17cd41df8cf" providerId="LiveId" clId="{E85DCD58-ED75-4D29-A2F4-F018EE94DF03}" dt="2026-10-19T21:23:41.098" v="1017" actId="27636"/>
          <ac:spMkLst>
            <pc:docMk/>
            <pc:sldMk cId="3489999299" sldId="309"/>
            <ac:spMk id="621" creationId="{00000000-0000-0000-0000-000000000000}"/>
          </ac:spMkLst>
        </pc:spChg>
      </pc:sldChg>
      <pc:sldChg chg="add">
        <pc:chgData name="Haocheng Lin" userId="3c9af17cd41df8cf" providerId="LiveId" clId="{E85DCD58-ED75-4D29-A2F4-F018EE94DF03}" dt="2026-10-19T21:23:42.918" v="1018"/>
        <pc:sldMkLst>
          <pc:docMk/>
          <pc:sldMk cId="3595759491" sldId="310"/>
        </pc:sldMkLst>
      </pc:sldChg>
      <pc:sldChg chg="modSp add mod">
        <pc:chgData name="Haocheng Lin" userId="3c9af17cd41df8cf" providerId="LiveId" clId="{E85DCD58-ED75-4D29-A2F4-F018EE94DF03}" dt="2026-10-19T21:23:44.176" v="1020" actId="27636"/>
        <pc:sldMkLst>
          <pc:docMk/>
          <pc:sldMk cId="4077256788" sldId="311"/>
        </pc:sldMkLst>
        <pc:spChg chg="mod">
          <ac:chgData name="Haocheng Lin" userId="3c9af17cd41df8cf" providerId="LiveId" clId="{E85DCD58-ED75-4D29-A2F4-F018EE94DF03}" dt="2026-10-19T21:23:44.176" v="1020" actId="27636"/>
          <ac:spMkLst>
            <pc:docMk/>
            <pc:sldMk cId="4077256788" sldId="311"/>
            <ac:spMk id="706" creationId="{00000000-0000-0000-0000-000000000000}"/>
          </ac:spMkLst>
        </pc:spChg>
      </pc:sldChg>
      <pc:sldChg chg="addSp modSp new mod setBg">
        <pc:chgData name="Haocheng Lin" userId="3c9af17cd41df8cf" providerId="LiveId" clId="{E85DCD58-ED75-4D29-A2F4-F018EE94DF03}" dt="2026-10-24T10:45:45.093" v="1283" actId="26606"/>
        <pc:sldMkLst>
          <pc:docMk/>
          <pc:sldMk cId="1659855615" sldId="312"/>
        </pc:sldMkLst>
        <pc:spChg chg="add">
          <ac:chgData name="Haocheng Lin" userId="3c9af17cd41df8cf" providerId="LiveId" clId="{E85DCD58-ED75-4D29-A2F4-F018EE94DF03}" dt="2026-10-24T10:45:45.093" v="1283" actId="26606"/>
          <ac:spMkLst>
            <pc:docMk/>
            <pc:sldMk cId="1659855615" sldId="312"/>
            <ac:spMk id="8" creationId="{F3060C83-F051-4F0E-ABAD-AA0DFC48B218}"/>
          </ac:spMkLst>
        </pc:spChg>
        <pc:spChg chg="add">
          <ac:chgData name="Haocheng Lin" userId="3c9af17cd41df8cf" providerId="LiveId" clId="{E85DCD58-ED75-4D29-A2F4-F018EE94DF03}" dt="2026-10-24T10:45:45.093" v="1283" actId="26606"/>
          <ac:spMkLst>
            <pc:docMk/>
            <pc:sldMk cId="1659855615" sldId="312"/>
            <ac:spMk id="10" creationId="{83C98ABE-055B-441F-B07E-44F97F083C39}"/>
          </ac:spMkLst>
        </pc:spChg>
        <pc:spChg chg="add">
          <ac:chgData name="Haocheng Lin" userId="3c9af17cd41df8cf" providerId="LiveId" clId="{E85DCD58-ED75-4D29-A2F4-F018EE94DF03}" dt="2026-10-24T10:45:45.093" v="1283" actId="26606"/>
          <ac:spMkLst>
            <pc:docMk/>
            <pc:sldMk cId="1659855615" sldId="312"/>
            <ac:spMk id="12" creationId="{29FDB030-9B49-4CED-8CCD-4D99382388AC}"/>
          </ac:spMkLst>
        </pc:spChg>
        <pc:spChg chg="add">
          <ac:chgData name="Haocheng Lin" userId="3c9af17cd41df8cf" providerId="LiveId" clId="{E85DCD58-ED75-4D29-A2F4-F018EE94DF03}" dt="2026-10-24T10:45:45.093" v="1283" actId="26606"/>
          <ac:spMkLst>
            <pc:docMk/>
            <pc:sldMk cId="1659855615" sldId="312"/>
            <ac:spMk id="14" creationId="{3783CA14-24A1-485C-8B30-D6A5D87987AD}"/>
          </ac:spMkLst>
        </pc:spChg>
        <pc:spChg chg="add">
          <ac:chgData name="Haocheng Lin" userId="3c9af17cd41df8cf" providerId="LiveId" clId="{E85DCD58-ED75-4D29-A2F4-F018EE94DF03}" dt="2026-10-24T10:45:45.093" v="1283" actId="26606"/>
          <ac:spMkLst>
            <pc:docMk/>
            <pc:sldMk cId="1659855615" sldId="312"/>
            <ac:spMk id="16" creationId="{9A97C86A-04D6-40F7-AE84-31AB43E6A846}"/>
          </ac:spMkLst>
        </pc:spChg>
        <pc:spChg chg="add">
          <ac:chgData name="Haocheng Lin" userId="3c9af17cd41df8cf" providerId="LiveId" clId="{E85DCD58-ED75-4D29-A2F4-F018EE94DF03}" dt="2026-10-24T10:45:45.093" v="1283" actId="26606"/>
          <ac:spMkLst>
            <pc:docMk/>
            <pc:sldMk cId="1659855615" sldId="312"/>
            <ac:spMk id="18" creationId="{FF9F2414-84E8-453E-B1F3-389FDE8192D9}"/>
          </ac:spMkLst>
        </pc:spChg>
        <pc:spChg chg="add">
          <ac:chgData name="Haocheng Lin" userId="3c9af17cd41df8cf" providerId="LiveId" clId="{E85DCD58-ED75-4D29-A2F4-F018EE94DF03}" dt="2026-10-24T10:45:45.093" v="1283" actId="26606"/>
          <ac:spMkLst>
            <pc:docMk/>
            <pc:sldMk cId="1659855615" sldId="312"/>
            <ac:spMk id="20" creationId="{3ECA69A1-7536-43AC-85EF-C7106179F5ED}"/>
          </ac:spMkLst>
        </pc:spChg>
        <pc:picChg chg="add mod">
          <ac:chgData name="Haocheng Lin" userId="3c9af17cd41df8cf" providerId="LiveId" clId="{E85DCD58-ED75-4D29-A2F4-F018EE94DF03}" dt="2026-10-24T10:45:45.093" v="1283" actId="26606"/>
          <ac:picMkLst>
            <pc:docMk/>
            <pc:sldMk cId="1659855615" sldId="312"/>
            <ac:picMk id="3" creationId="{833B2B6B-E2BD-AFB7-1233-5F6C5182918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Opening</a:t>
            </a:r>
          </a:p>
          <a:p>
            <a:endParaRPr lang="en-US"/>
          </a:p>
          <a:p>
            <a:r>
              <a:rPr lang="en-US"/>
              <a:t>Suggested explanation (30–60 seconds):</a:t>
            </a:r>
          </a:p>
          <a:p>
            <a:r>
              <a:rPr lang="en-US"/>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lang="en-US"/>
          </a:p>
          <a:p>
            <a:r>
              <a:rPr lang="en-US"/>
              <a:t>Likely question and answer:</a:t>
            </a:r>
          </a:p>
          <a:p>
            <a:r>
              <a:rPr lang="en-US"/>
              <a:t>What is the contribution? An auditable reconstruction and experimental framework; validated novelty and general adaptive gains are still research goals.</a:t>
            </a:r>
          </a:p>
          <a:p>
            <a:endParaRPr lang="en-US"/>
          </a:p>
          <a:p>
            <a:r>
              <a:rPr lang="en-US"/>
              <a:t>Evidence and cautions:</a:t>
            </a:r>
          </a:p>
          <a:p>
            <a:r>
              <a:rPr lang="en-US"/>
              <a:t>Roadmap: literature, implementation, evidence,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Topic-led ordering for a PhD progress discussion. Distinguish published findings, implemented components, saved experiment evidence, and unvalidated research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GB"/>
          </a:p>
        </p:txBody>
      </p:sp>
      <p:sp>
        <p:nvSpPr>
          <p:cNvPr id="7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23"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9707D4F-840E-4FD0-83E6-867363175DBB}"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981098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GB"/>
          </a:p>
        </p:txBody>
      </p:sp>
      <p:sp>
        <p:nvSpPr>
          <p:cNvPr id="7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32"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112539-FE5A-4CE5-92DF-DA9CC0716876}"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245542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GB"/>
          </a:p>
        </p:txBody>
      </p:sp>
      <p:sp>
        <p:nvSpPr>
          <p:cNvPr id="7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35"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90D786-699B-4F64-8952-AC67E19E5A7E}"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4108436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 name="PlaceHolder 1"/>
          <p:cNvSpPr>
            <a:spLocks noGrp="1" noRot="1" noChangeAspect="1"/>
          </p:cNvSpPr>
          <p:nvPr>
            <p:ph type="sldImg"/>
          </p:nvPr>
        </p:nvSpPr>
        <p:spPr>
          <a:xfrm>
            <a:off x="685800" y="1143000"/>
            <a:ext cx="5486040" cy="3085920"/>
          </a:xfrm>
          <a:prstGeom prst="rect">
            <a:avLst/>
          </a:prstGeom>
          <a:ln w="0">
            <a:noFill/>
          </a:ln>
        </p:spPr>
        <p:txBody>
          <a:bodyPr/>
          <a:lstStyle/>
          <a:p>
            <a:endParaRPr lang="en-GB"/>
          </a:p>
        </p:txBody>
      </p:sp>
      <p:sp>
        <p:nvSpPr>
          <p:cNvPr id="7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1"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50BDC50-7A43-4DA8-9970-9AA029416A71}"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423085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GB"/>
          </a:p>
        </p:txBody>
      </p:sp>
      <p:sp>
        <p:nvSpPr>
          <p:cNvPr id="7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4"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E4BA4D-1650-47D2-A333-870D9BDFCDE1}"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3472177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GB"/>
          </a:p>
        </p:txBody>
      </p:sp>
      <p:sp>
        <p:nvSpPr>
          <p:cNvPr id="7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747"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C7489B-45A4-4128-8ED5-1DC627110C2A}"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417256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Chowdhury protocol</a:t>
            </a:r>
          </a:p>
          <a:p>
            <a:endParaRPr lang="en-US"/>
          </a:p>
          <a:p>
            <a:r>
              <a:rPr lang="en-US"/>
              <a:t>Suggested explanation (30–60 seconds):</a:t>
            </a:r>
          </a:p>
          <a:p>
            <a:r>
              <a:rPr lang="en-US"/>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lang="en-US"/>
          </a:p>
          <a:p>
            <a:r>
              <a:rPr lang="en-US"/>
              <a:t>Likely question and answer:</a:t>
            </a:r>
          </a:p>
          <a:p>
            <a:r>
              <a:rPr lang="en-US"/>
              <a:t>Did your repository reproduce the clinical system? No. It uses BCI Competition data and a different feature pipeline; the paper provides methodological context.</a:t>
            </a:r>
          </a:p>
          <a:p>
            <a:endParaRPr lang="en-US"/>
          </a:p>
          <a:p>
            <a:r>
              <a:rPr lang="en-US"/>
              <a:t>Evidence and cautions:</a:t>
            </a:r>
          </a:p>
          <a:p>
            <a:r>
              <a:rPr lang="en-US"/>
              <a:t>Chowdhury II.B p1072; II.D–E p1073; II.E.3 pp1074–1075.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Protocol separation</a:t>
            </a:r>
          </a:p>
          <a:p>
            <a:endParaRPr lang="en-US"/>
          </a:p>
          <a:p>
            <a:r>
              <a:rPr lang="en-US"/>
              <a:t>Suggested explanation (30–60 seconds):</a:t>
            </a:r>
          </a:p>
          <a:p>
            <a:r>
              <a:rPr lang="en-US"/>
              <a:t>Fit preprocessing only on development training data and reuse it for held-out evaluation. CSE reproduction and classifier benchmarking have distinct split contracts.</a:t>
            </a:r>
          </a:p>
          <a:p>
            <a:endParaRPr lang="en-US"/>
          </a:p>
          <a:p>
            <a:r>
              <a:rPr lang="en-US"/>
              <a:t>Likely question and answer:</a:t>
            </a:r>
          </a:p>
          <a:p>
            <a:r>
              <a:rPr lang="en-US"/>
              <a:t>Why does 2B use different sessions in different slides? Different experiments answer different questions. Use the protocol table on slide16 to keep them explicit.</a:t>
            </a:r>
          </a:p>
          <a:p>
            <a:endParaRPr lang="en-US"/>
          </a:p>
          <a:p>
            <a:r>
              <a:rPr lang="en-US"/>
              <a:t>Evidence and cautions:</a:t>
            </a:r>
          </a:p>
          <a:p>
            <a:r>
              <a:rPr lang="en-US"/>
              <a:t>Repository dataset runners and stored bagging evaluation_scope fields.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Controlled scenarios</a:t>
            </a:r>
          </a:p>
          <a:p>
            <a:endParaRPr lang="en-US"/>
          </a:p>
          <a:p>
            <a:r>
              <a:rPr lang="en-US"/>
              <a:t>Suggested explanation (30–60 seconds):</a:t>
            </a:r>
          </a:p>
          <a:p>
            <a:r>
              <a:rPr lang="en-US"/>
              <a:t>No shift measures baseline burden. Feature shift changes inputs while preserving the label rule. Relationship shift changes the label rule with the same input stream, so input monitoring can miss performance deterioration.</a:t>
            </a:r>
          </a:p>
          <a:p>
            <a:endParaRPr lang="en-US"/>
          </a:p>
          <a:p>
            <a:r>
              <a:rPr lang="en-US"/>
              <a:t>Likely question and answer:</a:t>
            </a:r>
          </a:p>
          <a:p>
            <a:r>
              <a:rPr lang="en-US"/>
              <a:t>When are labels available? Immediately after prediction, before any update. The validated policy waits for validation_time, not the earlier warning time.</a:t>
            </a:r>
          </a:p>
          <a:p>
            <a:endParaRPr lang="en-US"/>
          </a:p>
          <a:p>
            <a:r>
              <a:rPr lang="en-US"/>
              <a:t>Evidence and cautions:</a:t>
            </a:r>
          </a:p>
          <a:p>
            <a:r>
              <a:rPr lang="en-US"/>
              <a:t>DietheConfig: 120 training, 80 validation, 240 evaluation observations by default. These are feature vectors, not raw EEG.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First Diethe result</a:t>
            </a:r>
          </a:p>
          <a:p>
            <a:endParaRPr lang="en-US"/>
          </a:p>
          <a:p>
            <a:r>
              <a:rPr lang="en-US"/>
              <a:t>Suggested explanation (30–60 seconds):</a:t>
            </a:r>
          </a:p>
          <a:p>
            <a:r>
              <a:rPr lang="en-US"/>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lang="en-US"/>
          </a:p>
          <a:p>
            <a:r>
              <a:rPr lang="en-US"/>
              <a:t>Likely question and answer:</a:t>
            </a:r>
          </a:p>
          <a:p>
            <a:r>
              <a:rPr lang="en-US"/>
              <a:t>Is periodic best? Not established from one seed. Post-change accuracy is 99.17% for never and performance-drop versus 98.33% for the other three. The one-prediction overall advantage does not establish post-shift benefit.</a:t>
            </a:r>
          </a:p>
          <a:p>
            <a:endParaRPr lang="en-US"/>
          </a:p>
          <a:p>
            <a:r>
              <a:rPr lang="en-US"/>
              <a:t>Evidence and cautions:</a:t>
            </a:r>
          </a:p>
          <a:p>
            <a:r>
              <a:rPr lang="en-US"/>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Stored benchmark evidence</a:t>
            </a:r>
          </a:p>
          <a:p>
            <a:endParaRPr lang="en-US"/>
          </a:p>
          <a:p>
            <a:r>
              <a:rPr lang="en-US"/>
              <a:t>Suggested explanation (30–60 seconds):</a:t>
            </a:r>
          </a:p>
          <a:p>
            <a:r>
              <a:rPr lang="en-US"/>
              <a:t>Bagging changes accuracy only slightly and inconsistently across datasets. In synthetic monitoring, residuals detect orthogonal shifts missed by PC1, but combination has sensitivity and alarm-burden trade-offs.</a:t>
            </a:r>
          </a:p>
          <a:p>
            <a:endParaRPr lang="en-US"/>
          </a:p>
          <a:p>
            <a:r>
              <a:rPr lang="en-US"/>
              <a:t>Likely question and answer:</a:t>
            </a:r>
          </a:p>
          <a:p>
            <a:r>
              <a:rPr lang="en-US"/>
              <a:t>Does 100% PC2 detection establish superiority? Only for the specified synthetic conditions. The no-change window alarm rate and PC1 trade-off must also be reported.</a:t>
            </a:r>
          </a:p>
          <a:p>
            <a:endParaRPr lang="en-US"/>
          </a:p>
          <a:p>
            <a:r>
              <a:rPr lang="en-US"/>
              <a:t>Evidence and cautions:</a:t>
            </a:r>
          </a:p>
          <a:p>
            <a:r>
              <a:rPr lang="en-US"/>
              <a:t>outputs/metrics/bagging_bci_real.csv; outputs/complementary_100/summary.csv; magnitude6 summary. CI numbers on slide are explicitly the 2a8d20b snapshot, not a new test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B01 discrepancy</a:t>
            </a:r>
          </a:p>
          <a:p>
            <a:endParaRPr lang="en-US"/>
          </a:p>
          <a:p>
            <a:r>
              <a:rPr lang="en-US"/>
              <a:t>Suggested explanation (30–60 seconds):</a:t>
            </a:r>
          </a:p>
          <a:p>
            <a:r>
              <a:rPr lang="en-US"/>
              <a:t>Two committed files agree on 17 warnings but disagree on validated totals, five versus zero. This is why result provenance matters. I cannot infer that one run supersedes the other from these tables alone.</a:t>
            </a:r>
          </a:p>
          <a:p>
            <a:endParaRPr lang="en-US"/>
          </a:p>
          <a:p>
            <a:r>
              <a:rPr lang="en-US"/>
              <a:t>Likely question and answer:</a:t>
            </a:r>
          </a:p>
          <a:p>
            <a:r>
              <a:rPr lang="en-US"/>
              <a:t>What caused the difference? Not established by the saved CSVs. Check validation mode, windows, covariance, input representation and generating configuration.</a:t>
            </a:r>
          </a:p>
          <a:p>
            <a:endParaRPr lang="en-US"/>
          </a:p>
          <a:p>
            <a:r>
              <a:rPr lang="en-US"/>
              <a:t>Evidence and cautions:</a:t>
            </a:r>
          </a:p>
          <a:p>
            <a:r>
              <a:rPr lang="en-US"/>
              <a:t>outputs/metrics/bci_2b_table1_results.csv and bci_table1_comparison.csv.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Closing</a:t>
            </a:r>
          </a:p>
          <a:p>
            <a:endParaRPr lang="en-US"/>
          </a:p>
          <a:p>
            <a:r>
              <a:rPr lang="en-US"/>
              <a:t>Suggested explanation (30–60 seconds):</a:t>
            </a:r>
          </a:p>
          <a:p>
            <a:r>
              <a:rPr lang="en-US"/>
              <a:t>The next milestone is a reproducible evidence package: reconcile detector runs, repeat the policy experiment across scenarios and seeds, and generate real EEG complementary traces. Then judge benefit alongside update burden and uncertainty.</a:t>
            </a:r>
          </a:p>
          <a:p>
            <a:endParaRPr lang="en-US"/>
          </a:p>
          <a:p>
            <a:r>
              <a:rPr lang="en-US"/>
              <a:t>Likely question and answer:</a:t>
            </a:r>
          </a:p>
          <a:p>
            <a:r>
              <a:rPr lang="en-US"/>
              <a:t>What would count as success? Traceable configurations, repeated results with variability, a clear failure analysis, and evidence supporting a specific update policy under stated assumptions.</a:t>
            </a:r>
          </a:p>
          <a:p>
            <a:endParaRPr lang="en-US"/>
          </a:p>
          <a:p>
            <a:r>
              <a:rPr lang="en-US"/>
              <a:t>Evidence and cautions:</a:t>
            </a:r>
          </a:p>
          <a:p>
            <a:r>
              <a:rPr lang="en-US"/>
              <a:t>Closing question: when does a detected change justify updating the model? Return to this rather than claiming the full problem is 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DARK">
    <p:bg>
      <p:bgPr>
        <a:solidFill>
          <a:srgbClr val="07132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914220" y="410400"/>
            <a:ext cx="16458660" cy="1717200"/>
          </a:xfrm>
          <a:prstGeom prst="rect">
            <a:avLst/>
          </a:prstGeom>
          <a:noFill/>
          <a:ln w="0">
            <a:noFill/>
          </a:ln>
        </p:spPr>
        <p:txBody>
          <a:bodyPr lIns="0" tIns="0" rIns="0" bIns="0" anchor="ctr">
            <a:noAutofit/>
          </a:bodyPr>
          <a:lstStyle>
            <a:lvl1pPr indent="0">
              <a:buNone/>
              <a:defRPr/>
            </a:lvl1pPr>
          </a:lstStyle>
          <a:p>
            <a:pPr indent="0">
              <a:buNone/>
            </a:pPr>
            <a:r>
              <a:rPr lang="en-US" sz="27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914220" y="2406780"/>
            <a:ext cx="16458660" cy="5965920"/>
          </a:xfrm>
          <a:prstGeom prst="rect">
            <a:avLst/>
          </a:prstGeom>
          <a:noFill/>
          <a:ln w="0">
            <a:noFill/>
          </a:ln>
        </p:spPr>
        <p:txBody>
          <a:bodyPr lIns="0" tIns="0" rIns="0" bIns="0" anchor="t">
            <a:normAutofit/>
          </a:bodyPr>
          <a:lstStyle>
            <a:lvl1pPr marL="648000" indent="-486000">
              <a:spcBef>
                <a:spcPts val="2126"/>
              </a:spcBef>
              <a:buClr>
                <a:srgbClr val="FFFFFF"/>
              </a:buClr>
              <a:buSzPct val="45000"/>
              <a:buFont typeface="Wingdings" charset="2"/>
              <a:buChar char=""/>
              <a:defRPr/>
            </a:lvl1pPr>
          </a:lstStyle>
          <a:p>
            <a:pPr marL="432000" indent="-324000">
              <a:spcBef>
                <a:spcPts val="1417"/>
              </a:spcBef>
              <a:buClr>
                <a:srgbClr val="FFFFFF"/>
              </a:buClr>
              <a:buSzPct val="45000"/>
              <a:buFont typeface="Wingdings" charset="2"/>
              <a:buChar char=""/>
            </a:pPr>
            <a:r>
              <a:rPr lang="en-US" sz="4800" b="0" u="none" strike="noStrike">
                <a:solidFill>
                  <a:schemeClr val="dk1"/>
                </a:solidFill>
                <a:effectLst/>
                <a:uFillTx/>
                <a:latin typeface="Aptos"/>
              </a:rPr>
              <a:t>Click to edit the outline text format</a:t>
            </a:r>
          </a:p>
          <a:p>
            <a:pPr marL="1296000" lvl="1" indent="-486000">
              <a:spcBef>
                <a:spcPts val="1701"/>
              </a:spcBef>
              <a:buClr>
                <a:srgbClr val="FFFFFF"/>
              </a:buClr>
              <a:buSzPct val="75000"/>
              <a:buFont typeface="Symbol" charset="2"/>
              <a:buChar char=""/>
            </a:pPr>
            <a:r>
              <a:rPr lang="en-US" sz="3600" b="0" u="none" strike="noStrike">
                <a:solidFill>
                  <a:schemeClr val="dk1"/>
                </a:solidFill>
                <a:effectLst/>
                <a:uFillTx/>
                <a:latin typeface="Aptos"/>
              </a:rPr>
              <a:t>Second Outline Level</a:t>
            </a:r>
          </a:p>
          <a:p>
            <a:pPr marL="1944000" lvl="2" indent="-432000">
              <a:spcBef>
                <a:spcPts val="1275"/>
              </a:spcBef>
              <a:buClr>
                <a:srgbClr val="FFFFFF"/>
              </a:buClr>
              <a:buSzPct val="45000"/>
              <a:buFont typeface="Wingdings" charset="2"/>
              <a:buChar char=""/>
            </a:pPr>
            <a:r>
              <a:rPr lang="en-US" sz="3000" b="0" u="none" strike="noStrike">
                <a:solidFill>
                  <a:schemeClr val="dk1"/>
                </a:solidFill>
                <a:effectLst/>
                <a:uFillTx/>
                <a:latin typeface="Aptos"/>
              </a:rPr>
              <a:t>Third Outline Level</a:t>
            </a:r>
          </a:p>
          <a:p>
            <a:pPr marL="2592000" lvl="3" indent="-324000">
              <a:spcBef>
                <a:spcPts val="851"/>
              </a:spcBef>
              <a:buClr>
                <a:srgbClr val="FFFFFF"/>
              </a:buClr>
              <a:buSzPct val="75000"/>
              <a:buFont typeface="Symbol" charset="2"/>
              <a:buChar char=""/>
            </a:pPr>
            <a:r>
              <a:rPr lang="en-US" sz="3000" b="0" u="none" strike="noStrike">
                <a:solidFill>
                  <a:schemeClr val="dk1"/>
                </a:solidFill>
                <a:effectLst/>
                <a:uFillTx/>
                <a:latin typeface="Aptos"/>
              </a:rPr>
              <a:t>Fourth Outline Level</a:t>
            </a:r>
          </a:p>
          <a:p>
            <a:pPr marL="3240000" lvl="4" indent="-324000">
              <a:spcBef>
                <a:spcPts val="425"/>
              </a:spcBef>
              <a:buClr>
                <a:srgbClr val="FFFFFF"/>
              </a:buClr>
              <a:buSzPct val="45000"/>
              <a:buFont typeface="Wingdings" charset="2"/>
              <a:buChar char=""/>
            </a:pPr>
            <a:r>
              <a:rPr lang="en-US" sz="3000" b="0" u="none" strike="noStrike">
                <a:solidFill>
                  <a:schemeClr val="dk1"/>
                </a:solidFill>
                <a:effectLst/>
                <a:uFillTx/>
                <a:latin typeface="Aptos"/>
              </a:rPr>
              <a:t>Fifth Outline Level</a:t>
            </a:r>
          </a:p>
          <a:p>
            <a:pPr marL="3888000" lvl="5" indent="-324000">
              <a:spcBef>
                <a:spcPts val="425"/>
              </a:spcBef>
              <a:buClr>
                <a:srgbClr val="FFFFFF"/>
              </a:buClr>
              <a:buSzPct val="45000"/>
              <a:buFont typeface="Wingdings" charset="2"/>
              <a:buChar char=""/>
            </a:pPr>
            <a:r>
              <a:rPr lang="en-US" sz="3000" b="0" u="none" strike="noStrike">
                <a:solidFill>
                  <a:schemeClr val="dk1"/>
                </a:solidFill>
                <a:effectLst/>
                <a:uFillTx/>
                <a:latin typeface="Aptos"/>
              </a:rPr>
              <a:t>Sixth Outline Level</a:t>
            </a:r>
          </a:p>
          <a:p>
            <a:pPr marL="4536000" lvl="6" indent="-324000">
              <a:spcBef>
                <a:spcPts val="425"/>
              </a:spcBef>
              <a:buClr>
                <a:srgbClr val="FFFFFF"/>
              </a:buClr>
              <a:buSzPct val="45000"/>
              <a:buFont typeface="Wingdings" charset="2"/>
              <a:buChar char=""/>
            </a:pPr>
            <a:r>
              <a:rPr lang="en-US" sz="3000" b="0" u="none" strike="noStrike">
                <a:solidFill>
                  <a:schemeClr val="dk1"/>
                </a:solidFill>
                <a:effectLst/>
                <a:uFillTx/>
                <a:latin typeface="Aptos"/>
              </a:rPr>
              <a:t>Seventh Outline Level</a:t>
            </a:r>
          </a:p>
        </p:txBody>
      </p:sp>
    </p:spTree>
    <p:extLst>
      <p:ext uri="{BB962C8B-B14F-4D97-AF65-F5344CB8AC3E}">
        <p14:creationId xmlns:p14="http://schemas.microsoft.com/office/powerpoint/2010/main" val="31193114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github.com/hlin863/ewma_covariate_shift_demo/blob/main/src/bci/data.py" TargetMode="External"/><Relationship Id="rId4" Type="http://schemas.openxmlformats.org/officeDocument/2006/relationships/hyperlink" Target="https://app.notion.com/p/2dbebfe135114eb2b1dbe494cf9e450b?v=c3ec27d9aaad4594b1f5cdb438a944ba" TargetMode="External"/><Relationship Id="rId5" Type="http://schemas.openxmlformats.org/officeDocument/2006/relationships/hyperlink" Target="https://github.com/hlin863/ewma_covariate_shift_demo/blob/main/src/bci/fbcsp.py" TargetMode="External"/><Relationship Id="rId6" Type="http://schemas.openxmlformats.org/officeDocument/2006/relationships/hyperlink" Target="https://github.com/hlin863/ewma_covariate_shift_demo/blob/main/src/detection/preprocessing.py#L9-L105" TargetMode="External"/><Relationship Id="rId7" Type="http://schemas.openxmlformats.org/officeDocument/2006/relationships/hyperlink" Target="https://github.com/hlin863/ewma_covariate_shift_demo/tree/main/src/detection/stage1" TargetMode="External"/><Relationship Id="rId8" Type="http://schemas.openxmlformats.org/officeDocument/2006/relationships/hyperlink" Target="https://github.com/hlin863/ewma_covariate_shift_demo/tree/main/src/detection/stage2" TargetMode="Externa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doi.org/10.1109/86.895946" TargetMode="External"/><Relationship Id="rId4" Type="http://schemas.openxmlformats.org/officeDocument/2006/relationships/hyperlink" Target="https://doi.org/10.1016/j.patcog.2014.07.028" TargetMode="External"/><Relationship Id="rId5" Type="http://schemas.openxmlformats.org/officeDocument/2006/relationships/hyperlink" Target="https://doi.org/10.1109/TCDS.2017.2787040" TargetMode="External"/><Relationship Id="rId6" Type="http://schemas.openxmlformats.org/officeDocument/2006/relationships/hyperlink" Target="https://doi.org/10.1016/j.neucom.2018.04.08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s://arxiv.org/abs/1903.05202" TargetMode="External"/><Relationship Id="rId4" Type="http://schemas.openxmlformats.org/officeDocument/2006/relationships/hyperlink" Target="https://arxiv.org/abs/2112.08654" TargetMode="External"/><Relationship Id="rId5" Type="http://schemas.openxmlformats.org/officeDocument/2006/relationships/hyperlink" Target="https://doi.org/10.1016/j.iswa.2023.200251" TargetMode="External"/><Relationship Id="rId6" Type="http://schemas.openxmlformats.org/officeDocument/2006/relationships/hyperlink" Target="https://doi.org/10.3390/fi1607023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github.com/hlin863/ewma_covariate_shift_demo/blob/main/docs/park_cpss_benchmark.m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 Id="rId1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000125"/>
            <a:ext cx="142875" cy="7429500"/>
            <a:chOff x="0" y="0"/>
            <a:chExt cx="190500" cy="9906000"/>
          </a:xfrm>
        </p:grpSpPr>
        <p:sp>
          <p:nvSpPr>
            <p:cNvPr id="3" name="Freeform 3"/>
            <p:cNvSpPr/>
            <p:nvPr/>
          </p:nvSpPr>
          <p:spPr>
            <a:xfrm>
              <a:off x="0" y="0"/>
              <a:ext cx="190500" cy="9906000"/>
            </a:xfrm>
            <a:custGeom>
              <a:avLst/>
              <a:gdLst/>
              <a:ahLst/>
              <a:cxnLst/>
              <a:rect l="l" t="t" r="r" b="b"/>
              <a:pathLst>
                <a:path w="190500" h="9906000">
                  <a:moveTo>
                    <a:pt x="0" y="0"/>
                  </a:moveTo>
                  <a:lnTo>
                    <a:pt x="190500" y="0"/>
                  </a:lnTo>
                  <a:lnTo>
                    <a:pt x="190500" y="9906000"/>
                  </a:lnTo>
                  <a:lnTo>
                    <a:pt x="0" y="9906000"/>
                  </a:lnTo>
                  <a:close/>
                </a:path>
              </a:pathLst>
            </a:custGeom>
            <a:solidFill>
              <a:srgbClr val="2DD4BF"/>
            </a:solidFill>
          </p:spPr>
          <p:txBody>
            <a:bodyPr/>
            <a:lstStyle/>
            <a:p>
              <a:endParaRPr lang="en-GB"/>
            </a:p>
          </p:txBody>
        </p:sp>
      </p:grpSp>
      <p:sp>
        <p:nvSpPr>
          <p:cNvPr id="4" name="TextBox 4"/>
          <p:cNvSpPr txBox="1"/>
          <p:nvPr/>
        </p:nvSpPr>
        <p:spPr>
          <a:xfrm>
            <a:off x="1571625" y="1571625"/>
            <a:ext cx="10858500" cy="2286000"/>
          </a:xfrm>
          <a:prstGeom prst="rect">
            <a:avLst/>
          </a:prstGeom>
        </p:spPr>
        <p:txBody>
          <a:bodyPr lIns="0" tIns="0" rIns="0" bIns="0" rtlCol="0" anchor="t">
            <a:spAutoFit/>
          </a:bodyPr>
          <a:lstStyle/>
          <a:p>
            <a:pPr algn="l">
              <a:lnSpc>
                <a:spcPts val="7289"/>
              </a:lnSpc>
            </a:pPr>
            <a:r>
              <a:rPr lang="en-US" sz="6075" b="1" dirty="0">
                <a:solidFill>
                  <a:srgbClr val="EAF2F8"/>
                </a:solidFill>
                <a:latin typeface="DejaVu Sans Bold"/>
                <a:ea typeface="DejaVu Sans Bold"/>
                <a:cs typeface="DejaVu Sans Bold"/>
                <a:sym typeface="DejaVu Sans Bold"/>
              </a:rPr>
              <a:t>EWMA Covariate</a:t>
            </a:r>
          </a:p>
          <a:p>
            <a:pPr algn="l">
              <a:lnSpc>
                <a:spcPts val="7289"/>
              </a:lnSpc>
            </a:pPr>
            <a:r>
              <a:rPr lang="en-US" sz="6075" b="1" dirty="0">
                <a:solidFill>
                  <a:srgbClr val="EAF2F8"/>
                </a:solidFill>
                <a:latin typeface="DejaVu Sans Bold"/>
                <a:ea typeface="DejaVu Sans Bold"/>
                <a:cs typeface="DejaVu Sans Bold"/>
                <a:sym typeface="DejaVu Sans Bold"/>
              </a:rPr>
              <a:t>Shift Demo</a:t>
            </a:r>
          </a:p>
        </p:txBody>
      </p:sp>
      <p:sp>
        <p:nvSpPr>
          <p:cNvPr id="5" name="TextBox 5"/>
          <p:cNvSpPr txBox="1"/>
          <p:nvPr/>
        </p:nvSpPr>
        <p:spPr>
          <a:xfrm>
            <a:off x="1600200" y="4191000"/>
            <a:ext cx="11287125" cy="652463"/>
          </a:xfrm>
          <a:prstGeom prst="rect">
            <a:avLst/>
          </a:prstGeom>
        </p:spPr>
        <p:txBody>
          <a:bodyPr lIns="0" tIns="0" rIns="0" bIns="0" rtlCol="0" anchor="t">
            <a:spAutoFit/>
          </a:bodyPr>
          <a:lstStyle/>
          <a:p>
            <a:pPr algn="l">
              <a:lnSpc>
                <a:spcPts val="3240"/>
              </a:lnSpc>
            </a:pPr>
            <a:r>
              <a:rPr lang="en-US" sz="2700" b="1">
                <a:solidFill>
                  <a:srgbClr val="2DD4BF"/>
                </a:solidFill>
                <a:latin typeface="DejaVu Sans Bold"/>
                <a:ea typeface="DejaVu Sans Bold"/>
                <a:cs typeface="DejaVu Sans Bold"/>
                <a:sym typeface="DejaVu Sans Bold"/>
              </a:rPr>
              <a:t>Research progress review</a:t>
            </a:r>
          </a:p>
        </p:txBody>
      </p:sp>
      <p:sp>
        <p:nvSpPr>
          <p:cNvPr id="6" name="TextBox 6"/>
          <p:cNvSpPr txBox="1"/>
          <p:nvPr/>
        </p:nvSpPr>
        <p:spPr>
          <a:xfrm>
            <a:off x="1600200" y="5204159"/>
            <a:ext cx="10858500" cy="1120307"/>
          </a:xfrm>
          <a:prstGeom prst="rect">
            <a:avLst/>
          </a:prstGeom>
        </p:spPr>
        <p:txBody>
          <a:bodyPr lIns="0" tIns="0" rIns="0" bIns="0" rtlCol="0" anchor="t">
            <a:spAutoFit/>
          </a:bodyPr>
          <a:lstStyle/>
          <a:p>
            <a:pPr>
              <a:lnSpc>
                <a:spcPts val="2970"/>
              </a:lnSpc>
            </a:pPr>
            <a:r>
              <a:rPr lang="en-US" sz="2000" dirty="0">
                <a:solidFill>
                  <a:srgbClr val="9CB0C3"/>
                </a:solidFill>
                <a:latin typeface="DejaVu Sans Light"/>
                <a:ea typeface="DejaVu Sans Light"/>
                <a:cs typeface="DejaVu Sans Light"/>
                <a:sym typeface="DejaVu Sans Light"/>
              </a:rPr>
              <a:t>Auditable CSE Reconstruction and Validation for Motor-Imagery EEG</a:t>
            </a:r>
            <a:endParaRPr lang="en-US" sz="2000" dirty="0">
              <a:solidFill>
                <a:srgbClr val="9CB0C3"/>
              </a:solidFill>
              <a:latin typeface="DejaVu Sans Light"/>
              <a:ea typeface="DejaVu Sans Light"/>
              <a:cs typeface="DejaVu Sans Light"/>
            </a:endParaRPr>
          </a:p>
          <a:p>
            <a:pPr>
              <a:lnSpc>
                <a:spcPts val="2970"/>
              </a:lnSpc>
            </a:pPr>
            <a:endParaRPr lang="en-US" sz="2000" dirty="0">
              <a:solidFill>
                <a:srgbClr val="9CB0C3"/>
              </a:solidFill>
              <a:latin typeface="DejaVu Sans Light"/>
              <a:ea typeface="DejaVu Sans Light"/>
              <a:cs typeface="DejaVu Sans Light"/>
            </a:endParaRPr>
          </a:p>
          <a:p>
            <a:pPr>
              <a:lnSpc>
                <a:spcPts val="2970"/>
              </a:lnSpc>
            </a:pPr>
            <a:r>
              <a:rPr lang="en-US" sz="2000" dirty="0">
                <a:solidFill>
                  <a:srgbClr val="9CB0C3"/>
                </a:solidFill>
                <a:latin typeface="DejaVu Sans Light"/>
                <a:ea typeface="DejaVu Sans Light"/>
                <a:cs typeface="DejaVu Sans Light"/>
                <a:sym typeface="DejaVu Sans Light"/>
              </a:rPr>
              <a:t>Classifier Benchmarks, Complementary PCA Monitoring and Reproducibility Analysis</a:t>
            </a:r>
            <a:endParaRPr lang="en-US" sz="2000" dirty="0">
              <a:solidFill>
                <a:srgbClr val="9CB0C3"/>
              </a:solidFill>
              <a:latin typeface="DejaVu Sans Light"/>
              <a:ea typeface="DejaVu Sans Light"/>
              <a:cs typeface="DejaVu Sans Light"/>
            </a:endParaRPr>
          </a:p>
        </p:txBody>
      </p:sp>
      <p:sp>
        <p:nvSpPr>
          <p:cNvPr id="7" name="TextBox 7"/>
          <p:cNvSpPr txBox="1"/>
          <p:nvPr/>
        </p:nvSpPr>
        <p:spPr>
          <a:xfrm>
            <a:off x="1600200" y="7620000"/>
            <a:ext cx="4857750" cy="831959"/>
          </a:xfrm>
          <a:prstGeom prst="rect">
            <a:avLst/>
          </a:prstGeom>
        </p:spPr>
        <p:txBody>
          <a:bodyPr lIns="0" tIns="0" rIns="0" bIns="0" rtlCol="0" anchor="t">
            <a:spAutoFit/>
          </a:bodyPr>
          <a:lstStyle/>
          <a:p>
            <a:pPr algn="l">
              <a:lnSpc>
                <a:spcPts val="2160"/>
              </a:lnSpc>
            </a:pPr>
            <a:r>
              <a:rPr lang="en-US" sz="1800" b="1" dirty="0">
                <a:solidFill>
                  <a:srgbClr val="EAF2F8"/>
                </a:solidFill>
                <a:latin typeface="DejaVu Sans Bold"/>
                <a:ea typeface="DejaVu Sans Bold"/>
                <a:cs typeface="DejaVu Sans Bold"/>
                <a:sym typeface="DejaVu Sans Bold"/>
              </a:rPr>
              <a:t>Haocheng Lin</a:t>
            </a:r>
          </a:p>
          <a:p>
            <a:pPr algn="l">
              <a:lnSpc>
                <a:spcPts val="2160"/>
              </a:lnSpc>
            </a:pPr>
            <a:endParaRPr lang="en-US" b="1" dirty="0">
              <a:solidFill>
                <a:srgbClr val="EAF2F8"/>
              </a:solidFill>
              <a:latin typeface="DejaVu Sans Bold"/>
              <a:ea typeface="DejaVu Sans Bold"/>
              <a:cs typeface="DejaVu Sans Bold"/>
              <a:sym typeface="DejaVu Sans Bold"/>
            </a:endParaRPr>
          </a:p>
          <a:p>
            <a:pPr algn="l">
              <a:lnSpc>
                <a:spcPts val="2160"/>
              </a:lnSpc>
            </a:pPr>
            <a:r>
              <a:rPr lang="en-US" sz="1800" b="1" dirty="0">
                <a:solidFill>
                  <a:srgbClr val="EAF2F8"/>
                </a:solidFill>
                <a:latin typeface="DejaVu Sans Bold"/>
                <a:ea typeface="DejaVu Sans Bold"/>
                <a:cs typeface="DejaVu Sans Bold"/>
                <a:sym typeface="DejaVu Sans Bold"/>
              </a:rPr>
              <a:t>20</a:t>
            </a:r>
            <a:r>
              <a:rPr lang="en-US" sz="1800" b="1" baseline="30000" dirty="0">
                <a:solidFill>
                  <a:srgbClr val="EAF2F8"/>
                </a:solidFill>
                <a:latin typeface="DejaVu Sans Bold"/>
                <a:ea typeface="DejaVu Sans Bold"/>
                <a:cs typeface="DejaVu Sans Bold"/>
                <a:sym typeface="DejaVu Sans Bold"/>
              </a:rPr>
              <a:t>th</a:t>
            </a:r>
            <a:r>
              <a:rPr lang="en-US" sz="1800" b="1" dirty="0">
                <a:solidFill>
                  <a:srgbClr val="EAF2F8"/>
                </a:solidFill>
                <a:latin typeface="DejaVu Sans Bold"/>
                <a:ea typeface="DejaVu Sans Bold"/>
                <a:cs typeface="DejaVu Sans Bold"/>
                <a:sym typeface="DejaVu Sans Bold"/>
              </a:rPr>
              <a:t> October 2026</a:t>
            </a:r>
          </a:p>
        </p:txBody>
      </p:sp>
      <p:sp>
        <p:nvSpPr>
          <p:cNvPr id="8" name="AutoShape 8"/>
          <p:cNvSpPr/>
          <p:nvPr/>
        </p:nvSpPr>
        <p:spPr>
          <a:xfrm rot="-1942019">
            <a:off x="12744021" y="2119312"/>
            <a:ext cx="1200998" cy="0"/>
          </a:xfrm>
          <a:prstGeom prst="line">
            <a:avLst/>
          </a:prstGeom>
          <a:ln w="19050" cap="rnd">
            <a:solidFill>
              <a:srgbClr val="2DD4BF"/>
            </a:solidFill>
            <a:prstDash val="solid"/>
            <a:headEnd type="none" w="sm" len="sm"/>
            <a:tailEnd type="none" w="sm" len="sm"/>
          </a:ln>
        </p:spPr>
        <p:txBody>
          <a:bodyPr/>
          <a:lstStyle/>
          <a:p>
            <a:endParaRPr lang="en-GB"/>
          </a:p>
        </p:txBody>
      </p:sp>
      <p:sp>
        <p:nvSpPr>
          <p:cNvPr id="9" name="AutoShape 9"/>
          <p:cNvSpPr/>
          <p:nvPr/>
        </p:nvSpPr>
        <p:spPr>
          <a:xfrm rot="3311520">
            <a:off x="13416801" y="2547938"/>
            <a:ext cx="1827124" cy="0"/>
          </a:xfrm>
          <a:prstGeom prst="line">
            <a:avLst/>
          </a:prstGeom>
          <a:ln w="19050" cap="rnd">
            <a:solidFill>
              <a:srgbClr val="4EA1FF"/>
            </a:solidFill>
            <a:prstDash val="solid"/>
            <a:headEnd type="none" w="sm" len="sm"/>
            <a:tailEnd type="none" w="sm" len="sm"/>
          </a:ln>
        </p:spPr>
        <p:txBody>
          <a:bodyPr/>
          <a:lstStyle/>
          <a:p>
            <a:endParaRPr lang="en-GB"/>
          </a:p>
        </p:txBody>
      </p:sp>
      <p:sp>
        <p:nvSpPr>
          <p:cNvPr id="10" name="AutoShape 10"/>
          <p:cNvSpPr/>
          <p:nvPr/>
        </p:nvSpPr>
        <p:spPr>
          <a:xfrm rot="-2188140">
            <a:off x="14688960" y="2933700"/>
            <a:ext cx="1225896" cy="0"/>
          </a:xfrm>
          <a:prstGeom prst="line">
            <a:avLst/>
          </a:prstGeom>
          <a:ln w="19050" cap="rnd">
            <a:solidFill>
              <a:srgbClr val="2DD4BF"/>
            </a:solidFill>
            <a:prstDash val="solid"/>
            <a:headEnd type="none" w="sm" len="sm"/>
            <a:tailEnd type="none" w="sm" len="sm"/>
          </a:ln>
        </p:spPr>
        <p:txBody>
          <a:bodyPr/>
          <a:lstStyle/>
          <a:p>
            <a:endParaRPr lang="en-GB"/>
          </a:p>
        </p:txBody>
      </p:sp>
      <p:sp>
        <p:nvSpPr>
          <p:cNvPr id="11" name="AutoShape 11"/>
          <p:cNvSpPr/>
          <p:nvPr/>
        </p:nvSpPr>
        <p:spPr>
          <a:xfrm rot="3325260">
            <a:off x="15365492" y="3305175"/>
            <a:ext cx="1787366" cy="0"/>
          </a:xfrm>
          <a:prstGeom prst="line">
            <a:avLst/>
          </a:prstGeom>
          <a:ln w="19050" cap="rnd">
            <a:solidFill>
              <a:srgbClr val="4EA1FF"/>
            </a:solidFill>
            <a:prstDash val="solid"/>
            <a:headEnd type="none" w="sm" len="sm"/>
            <a:tailEnd type="none" w="sm" len="sm"/>
          </a:ln>
        </p:spPr>
        <p:txBody>
          <a:bodyPr/>
          <a:lstStyle/>
          <a:p>
            <a:endParaRPr lang="en-GB"/>
          </a:p>
        </p:txBody>
      </p:sp>
      <p:sp>
        <p:nvSpPr>
          <p:cNvPr id="12" name="AutoShape 12"/>
          <p:cNvSpPr/>
          <p:nvPr/>
        </p:nvSpPr>
        <p:spPr>
          <a:xfrm rot="8385840">
            <a:off x="15264727" y="4548188"/>
            <a:ext cx="1703156" cy="0"/>
          </a:xfrm>
          <a:prstGeom prst="line">
            <a:avLst/>
          </a:prstGeom>
          <a:ln w="19050" cap="rnd">
            <a:solidFill>
              <a:srgbClr val="2DD4BF"/>
            </a:solidFill>
            <a:prstDash val="solid"/>
            <a:headEnd type="none" w="sm" len="sm"/>
            <a:tailEnd type="none" w="sm" len="sm"/>
          </a:ln>
        </p:spPr>
        <p:txBody>
          <a:bodyPr/>
          <a:lstStyle/>
          <a:p>
            <a:endParaRPr lang="en-GB"/>
          </a:p>
        </p:txBody>
      </p:sp>
      <p:sp>
        <p:nvSpPr>
          <p:cNvPr id="13" name="AutoShape 13"/>
          <p:cNvSpPr/>
          <p:nvPr/>
        </p:nvSpPr>
        <p:spPr>
          <a:xfrm rot="-9463800">
            <a:off x="13948429" y="4791075"/>
            <a:ext cx="1621107" cy="0"/>
          </a:xfrm>
          <a:prstGeom prst="line">
            <a:avLst/>
          </a:prstGeom>
          <a:ln w="19050" cap="rnd">
            <a:solidFill>
              <a:srgbClr val="4EA1FF"/>
            </a:solidFill>
            <a:prstDash val="solid"/>
            <a:headEnd type="none" w="sm" len="sm"/>
            <a:tailEnd type="none" w="sm" len="sm"/>
          </a:ln>
        </p:spPr>
        <p:txBody>
          <a:bodyPr/>
          <a:lstStyle/>
          <a:p>
            <a:endParaRPr lang="en-GB"/>
          </a:p>
        </p:txBody>
      </p:sp>
      <p:sp>
        <p:nvSpPr>
          <p:cNvPr id="14" name="AutoShape 14"/>
          <p:cNvSpPr/>
          <p:nvPr/>
        </p:nvSpPr>
        <p:spPr>
          <a:xfrm rot="7617840">
            <a:off x="12663011" y="5176838"/>
            <a:ext cx="1734502" cy="0"/>
          </a:xfrm>
          <a:prstGeom prst="line">
            <a:avLst/>
          </a:prstGeom>
          <a:ln w="19050" cap="rnd">
            <a:solidFill>
              <a:srgbClr val="2DD4BF"/>
            </a:solidFill>
            <a:prstDash val="solid"/>
            <a:headEnd type="none" w="sm" len="sm"/>
            <a:tailEnd type="none" w="sm" len="sm"/>
          </a:ln>
        </p:spPr>
        <p:txBody>
          <a:bodyPr/>
          <a:lstStyle/>
          <a:p>
            <a:endParaRPr lang="en-GB"/>
          </a:p>
        </p:txBody>
      </p:sp>
      <p:grpSp>
        <p:nvGrpSpPr>
          <p:cNvPr id="15" name="Group 15"/>
          <p:cNvGrpSpPr/>
          <p:nvPr/>
        </p:nvGrpSpPr>
        <p:grpSpPr>
          <a:xfrm>
            <a:off x="12773025" y="2343150"/>
            <a:ext cx="171450" cy="171450"/>
            <a:chOff x="0" y="0"/>
            <a:chExt cx="228600" cy="228600"/>
          </a:xfrm>
        </p:grpSpPr>
        <p:sp>
          <p:nvSpPr>
            <p:cNvPr id="16" name="Freeform 1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7" name="Group 17"/>
          <p:cNvGrpSpPr/>
          <p:nvPr/>
        </p:nvGrpSpPr>
        <p:grpSpPr>
          <a:xfrm>
            <a:off x="13744575" y="1743075"/>
            <a:ext cx="171450" cy="171450"/>
            <a:chOff x="0" y="0"/>
            <a:chExt cx="228600" cy="228600"/>
          </a:xfrm>
        </p:grpSpPr>
        <p:sp>
          <p:nvSpPr>
            <p:cNvPr id="18" name="Freeform 1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9" name="Group 19"/>
          <p:cNvGrpSpPr/>
          <p:nvPr/>
        </p:nvGrpSpPr>
        <p:grpSpPr>
          <a:xfrm>
            <a:off x="14744700" y="3200400"/>
            <a:ext cx="171450" cy="171450"/>
            <a:chOff x="0" y="0"/>
            <a:chExt cx="228600" cy="228600"/>
          </a:xfrm>
        </p:grpSpPr>
        <p:sp>
          <p:nvSpPr>
            <p:cNvPr id="20" name="Freeform 2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1" name="Group 21"/>
          <p:cNvGrpSpPr/>
          <p:nvPr/>
        </p:nvGrpSpPr>
        <p:grpSpPr>
          <a:xfrm>
            <a:off x="15687675" y="2514600"/>
            <a:ext cx="171450" cy="171450"/>
            <a:chOff x="0" y="0"/>
            <a:chExt cx="228600" cy="228600"/>
          </a:xfrm>
        </p:grpSpPr>
        <p:sp>
          <p:nvSpPr>
            <p:cNvPr id="22" name="Freeform 22"/>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3" name="Group 23"/>
          <p:cNvGrpSpPr/>
          <p:nvPr/>
        </p:nvGrpSpPr>
        <p:grpSpPr>
          <a:xfrm>
            <a:off x="16659225" y="3943350"/>
            <a:ext cx="171450" cy="171450"/>
            <a:chOff x="0" y="0"/>
            <a:chExt cx="228600" cy="228600"/>
          </a:xfrm>
        </p:grpSpPr>
        <p:sp>
          <p:nvSpPr>
            <p:cNvPr id="24" name="Freeform 24"/>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F5B942"/>
            </a:solidFill>
          </p:spPr>
          <p:txBody>
            <a:bodyPr/>
            <a:lstStyle/>
            <a:p>
              <a:endParaRPr lang="en-GB"/>
            </a:p>
          </p:txBody>
        </p:sp>
      </p:grpSp>
      <p:grpSp>
        <p:nvGrpSpPr>
          <p:cNvPr id="25" name="Group 25"/>
          <p:cNvGrpSpPr/>
          <p:nvPr/>
        </p:nvGrpSpPr>
        <p:grpSpPr>
          <a:xfrm>
            <a:off x="15401925" y="5000625"/>
            <a:ext cx="171450" cy="171450"/>
            <a:chOff x="0" y="0"/>
            <a:chExt cx="228600" cy="228600"/>
          </a:xfrm>
        </p:grpSpPr>
        <p:sp>
          <p:nvSpPr>
            <p:cNvPr id="26" name="Freeform 2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7" name="Group 27"/>
          <p:cNvGrpSpPr/>
          <p:nvPr/>
        </p:nvGrpSpPr>
        <p:grpSpPr>
          <a:xfrm>
            <a:off x="13944600" y="4429125"/>
            <a:ext cx="171450" cy="171450"/>
            <a:chOff x="0" y="0"/>
            <a:chExt cx="228600" cy="228600"/>
          </a:xfrm>
        </p:grpSpPr>
        <p:sp>
          <p:nvSpPr>
            <p:cNvPr id="28" name="Freeform 2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9" name="Group 29"/>
          <p:cNvGrpSpPr/>
          <p:nvPr/>
        </p:nvGrpSpPr>
        <p:grpSpPr>
          <a:xfrm>
            <a:off x="12944475" y="5772150"/>
            <a:ext cx="171450" cy="171450"/>
            <a:chOff x="0" y="0"/>
            <a:chExt cx="228600" cy="228600"/>
          </a:xfrm>
        </p:grpSpPr>
        <p:sp>
          <p:nvSpPr>
            <p:cNvPr id="30" name="Freeform 3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31" name="Group 31"/>
          <p:cNvGrpSpPr/>
          <p:nvPr/>
        </p:nvGrpSpPr>
        <p:grpSpPr>
          <a:xfrm>
            <a:off x="14629886" y="7973730"/>
            <a:ext cx="3258579" cy="2160003"/>
            <a:chOff x="0" y="0"/>
            <a:chExt cx="4344772" cy="2880004"/>
          </a:xfrm>
        </p:grpSpPr>
        <p:sp>
          <p:nvSpPr>
            <p:cNvPr id="32" name="Freeform 32"/>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dirty="0">
                <a:solidFill>
                  <a:srgbClr val="AE9251"/>
                </a:solidFill>
                <a:latin typeface="Aptos Bold"/>
                <a:ea typeface="Aptos Bold"/>
                <a:cs typeface="Aptos Bold"/>
                <a:sym typeface="Aptos Bold"/>
              </a:rPr>
              <a:t>PRESENTATION GUIDE</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dirty="0">
                <a:solidFill>
                  <a:srgbClr val="13274B"/>
                </a:solidFill>
                <a:latin typeface="Aptos Bold"/>
                <a:ea typeface="Aptos Bold"/>
                <a:cs typeface="Aptos Bold"/>
                <a:sym typeface="Aptos Bold"/>
              </a:rPr>
              <a:t>Research narrative and evidence boundaries</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165860" y="2948940"/>
            <a:ext cx="15979140" cy="1124712"/>
            <a:chOff x="0" y="0"/>
            <a:chExt cx="21305520" cy="1499616"/>
          </a:xfrm>
        </p:grpSpPr>
        <p:sp>
          <p:nvSpPr>
            <p:cNvPr id="7" name="Freeform 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8" name="TextBox 8"/>
          <p:cNvSpPr txBox="1"/>
          <p:nvPr/>
        </p:nvSpPr>
        <p:spPr>
          <a:xfrm>
            <a:off x="1600200" y="31729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01</a:t>
            </a:r>
          </a:p>
        </p:txBody>
      </p:sp>
      <p:sp>
        <p:nvSpPr>
          <p:cNvPr id="9" name="TextBox 9"/>
          <p:cNvSpPr txBox="1"/>
          <p:nvPr/>
        </p:nvSpPr>
        <p:spPr>
          <a:xfrm>
            <a:off x="2628900" y="3159252"/>
            <a:ext cx="4686300" cy="457200"/>
          </a:xfrm>
          <a:prstGeom prst="rect">
            <a:avLst/>
          </a:prstGeom>
        </p:spPr>
        <p:txBody>
          <a:bodyPr lIns="0" tIns="0" rIns="0" bIns="0" rtlCol="0" anchor="t">
            <a:spAutoFit/>
          </a:bodyPr>
          <a:lstStyle/>
          <a:p>
            <a:pPr algn="l">
              <a:lnSpc>
                <a:spcPts val="3060"/>
              </a:lnSpc>
            </a:pPr>
            <a:r>
              <a:rPr lang="en-US" sz="2550" b="1" dirty="0">
                <a:solidFill>
                  <a:srgbClr val="13274B"/>
                </a:solidFill>
                <a:latin typeface="Aptos Bold"/>
                <a:ea typeface="Aptos Bold"/>
                <a:cs typeface="Aptos Bold"/>
                <a:sym typeface="Aptos Bold"/>
              </a:rPr>
              <a:t>Problem and literature</a:t>
            </a:r>
          </a:p>
        </p:txBody>
      </p:sp>
      <p:sp>
        <p:nvSpPr>
          <p:cNvPr id="10" name="TextBox 10"/>
          <p:cNvSpPr txBox="1"/>
          <p:nvPr/>
        </p:nvSpPr>
        <p:spPr>
          <a:xfrm>
            <a:off x="7589520" y="3273552"/>
            <a:ext cx="9281160" cy="311496"/>
          </a:xfrm>
          <a:prstGeom prst="rect">
            <a:avLst/>
          </a:prstGeom>
        </p:spPr>
        <p:txBody>
          <a:bodyPr lIns="0" tIns="0" rIns="0" bIns="0" rtlCol="0" anchor="t">
            <a:spAutoFit/>
          </a:bodyPr>
          <a:lstStyle/>
          <a:p>
            <a:pPr>
              <a:lnSpc>
                <a:spcPts val="2520"/>
              </a:lnSpc>
            </a:pPr>
            <a:r>
              <a:rPr lang="en-US" sz="2000" dirty="0">
                <a:solidFill>
                  <a:srgbClr val="53657C"/>
                </a:solidFill>
                <a:latin typeface="Aptos"/>
                <a:ea typeface="Aptos"/>
                <a:cs typeface="Aptos"/>
                <a:sym typeface="Aptos"/>
                <a:hlinkClick r:id="rId3"/>
              </a:rPr>
              <a:t>EEG non-stationarity</a:t>
            </a:r>
            <a:r>
              <a:rPr lang="en-US" sz="2000" dirty="0">
                <a:solidFill>
                  <a:srgbClr val="53657C"/>
                </a:solidFill>
                <a:latin typeface="Aptos"/>
                <a:ea typeface="Aptos"/>
                <a:cs typeface="Aptos"/>
                <a:sym typeface="Aptos"/>
              </a:rPr>
              <a:t>; </a:t>
            </a:r>
            <a:r>
              <a:rPr lang="en-US" sz="2000" dirty="0">
                <a:solidFill>
                  <a:srgbClr val="53657C"/>
                </a:solidFill>
                <a:latin typeface="Aptos"/>
                <a:ea typeface="Aptos"/>
                <a:cs typeface="Aptos"/>
                <a:sym typeface="Aptos"/>
                <a:hlinkClick r:id="rId4"/>
              </a:rPr>
              <a:t>research lineage</a:t>
            </a:r>
            <a:r>
              <a:rPr lang="en-US" sz="2000">
                <a:solidFill>
                  <a:srgbClr val="53657C"/>
                </a:solidFill>
                <a:latin typeface="Aptos"/>
                <a:ea typeface="Aptos"/>
                <a:cs typeface="Aptos"/>
                <a:sym typeface="Aptos"/>
              </a:rPr>
              <a:t>; clinical evidence: BCI Competition Datasets</a:t>
            </a:r>
            <a:endParaRPr lang="en-US" sz="2000" dirty="0">
              <a:solidFill>
                <a:srgbClr val="53657C"/>
              </a:solidFill>
              <a:latin typeface="Aptos"/>
              <a:ea typeface="Aptos"/>
              <a:cs typeface="Aptos"/>
            </a:endParaRPr>
          </a:p>
        </p:txBody>
      </p:sp>
      <p:grpSp>
        <p:nvGrpSpPr>
          <p:cNvPr id="11" name="Group 11"/>
          <p:cNvGrpSpPr/>
          <p:nvPr/>
        </p:nvGrpSpPr>
        <p:grpSpPr>
          <a:xfrm>
            <a:off x="1165860" y="4320540"/>
            <a:ext cx="15979140" cy="1124712"/>
            <a:chOff x="0" y="0"/>
            <a:chExt cx="21305520" cy="1499616"/>
          </a:xfrm>
        </p:grpSpPr>
        <p:sp>
          <p:nvSpPr>
            <p:cNvPr id="12" name="Freeform 1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3" name="TextBox 13"/>
          <p:cNvSpPr txBox="1"/>
          <p:nvPr/>
        </p:nvSpPr>
        <p:spPr>
          <a:xfrm>
            <a:off x="1600200" y="45445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02</a:t>
            </a:r>
          </a:p>
        </p:txBody>
      </p:sp>
      <p:sp>
        <p:nvSpPr>
          <p:cNvPr id="14" name="TextBox 14"/>
          <p:cNvSpPr txBox="1"/>
          <p:nvPr/>
        </p:nvSpPr>
        <p:spPr>
          <a:xfrm>
            <a:off x="2628900" y="45308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Representation and detection</a:t>
            </a:r>
          </a:p>
        </p:txBody>
      </p:sp>
      <p:sp>
        <p:nvSpPr>
          <p:cNvPr id="15" name="TextBox 15"/>
          <p:cNvSpPr txBox="1"/>
          <p:nvPr/>
        </p:nvSpPr>
        <p:spPr>
          <a:xfrm>
            <a:off x="7573889" y="4639222"/>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hlinkClick r:id="rId5"/>
              </a:rPr>
              <a:t>FBCSP features</a:t>
            </a:r>
            <a:r>
              <a:rPr lang="en-US" sz="2100" dirty="0">
                <a:solidFill>
                  <a:srgbClr val="53657C"/>
                </a:solidFill>
                <a:latin typeface="Aptos"/>
                <a:ea typeface="Aptos"/>
                <a:cs typeface="Aptos"/>
                <a:sym typeface="Aptos"/>
              </a:rPr>
              <a:t>; </a:t>
            </a:r>
            <a:r>
              <a:rPr lang="en-US" sz="2100" dirty="0">
                <a:solidFill>
                  <a:srgbClr val="53657C"/>
                </a:solidFill>
                <a:latin typeface="Aptos"/>
                <a:ea typeface="Aptos"/>
                <a:cs typeface="Aptos"/>
                <a:sym typeface="Aptos"/>
                <a:hlinkClick r:id="rId6"/>
              </a:rPr>
              <a:t>frozen PCA coordinates</a:t>
            </a:r>
            <a:r>
              <a:rPr lang="en-US" sz="2100" dirty="0">
                <a:solidFill>
                  <a:srgbClr val="53657C"/>
                </a:solidFill>
                <a:latin typeface="Aptos"/>
                <a:ea typeface="Aptos"/>
                <a:cs typeface="Aptos"/>
                <a:sym typeface="Aptos"/>
              </a:rPr>
              <a:t>; </a:t>
            </a:r>
            <a:r>
              <a:rPr lang="en-US" sz="2100" dirty="0">
                <a:solidFill>
                  <a:srgbClr val="53657C"/>
                </a:solidFill>
                <a:latin typeface="Aptos"/>
                <a:ea typeface="Aptos"/>
                <a:cs typeface="Aptos"/>
                <a:sym typeface="Aptos"/>
                <a:hlinkClick r:id="rId7"/>
              </a:rPr>
              <a:t>EWMA</a:t>
            </a:r>
            <a:r>
              <a:rPr lang="en-US" sz="2100" dirty="0">
                <a:solidFill>
                  <a:srgbClr val="53657C"/>
                </a:solidFill>
                <a:latin typeface="Aptos"/>
                <a:ea typeface="Aptos"/>
                <a:cs typeface="Aptos"/>
                <a:sym typeface="Aptos"/>
              </a:rPr>
              <a:t> and </a:t>
            </a:r>
            <a:r>
              <a:rPr lang="en-US" sz="2100" dirty="0">
                <a:solidFill>
                  <a:srgbClr val="53657C"/>
                </a:solidFill>
                <a:latin typeface="Aptos"/>
                <a:ea typeface="Aptos"/>
                <a:cs typeface="Aptos"/>
                <a:sym typeface="Aptos"/>
                <a:hlinkClick r:id="rId8"/>
              </a:rPr>
              <a:t>Stage II</a:t>
            </a:r>
            <a:endParaRPr lang="en-US" sz="2100" dirty="0">
              <a:solidFill>
                <a:srgbClr val="53657C"/>
              </a:solidFill>
              <a:latin typeface="Aptos"/>
              <a:ea typeface="Aptos"/>
              <a:cs typeface="Aptos"/>
              <a:sym typeface="Aptos"/>
            </a:endParaRPr>
          </a:p>
        </p:txBody>
      </p:sp>
      <p:grpSp>
        <p:nvGrpSpPr>
          <p:cNvPr id="16" name="Group 16"/>
          <p:cNvGrpSpPr/>
          <p:nvPr/>
        </p:nvGrpSpPr>
        <p:grpSpPr>
          <a:xfrm>
            <a:off x="1165860" y="5692140"/>
            <a:ext cx="15979140" cy="1124712"/>
            <a:chOff x="0" y="0"/>
            <a:chExt cx="21305520" cy="1499616"/>
          </a:xfrm>
        </p:grpSpPr>
        <p:sp>
          <p:nvSpPr>
            <p:cNvPr id="17" name="Freeform 1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8" name="TextBox 18"/>
          <p:cNvSpPr txBox="1"/>
          <p:nvPr/>
        </p:nvSpPr>
        <p:spPr>
          <a:xfrm>
            <a:off x="1600200" y="59161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03</a:t>
            </a:r>
          </a:p>
        </p:txBody>
      </p:sp>
      <p:sp>
        <p:nvSpPr>
          <p:cNvPr id="19" name="TextBox 19"/>
          <p:cNvSpPr txBox="1"/>
          <p:nvPr/>
        </p:nvSpPr>
        <p:spPr>
          <a:xfrm>
            <a:off x="2628900" y="59024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Adaptation and system policies</a:t>
            </a:r>
          </a:p>
        </p:txBody>
      </p:sp>
      <p:sp>
        <p:nvSpPr>
          <p:cNvPr id="20" name="TextBox 20"/>
          <p:cNvSpPr txBox="1"/>
          <p:nvPr/>
        </p:nvSpPr>
        <p:spPr>
          <a:xfrm>
            <a:off x="7573889" y="5972644"/>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Updated SVM, label availability, Diethe, and passive baselines</a:t>
            </a:r>
          </a:p>
        </p:txBody>
      </p:sp>
      <p:grpSp>
        <p:nvGrpSpPr>
          <p:cNvPr id="21" name="Group 21"/>
          <p:cNvGrpSpPr/>
          <p:nvPr/>
        </p:nvGrpSpPr>
        <p:grpSpPr>
          <a:xfrm>
            <a:off x="1165860" y="7063740"/>
            <a:ext cx="15979140" cy="1124712"/>
            <a:chOff x="0" y="0"/>
            <a:chExt cx="21305520" cy="1499616"/>
          </a:xfrm>
        </p:grpSpPr>
        <p:sp>
          <p:nvSpPr>
            <p:cNvPr id="22" name="Freeform 2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23" name="TextBox 23"/>
          <p:cNvSpPr txBox="1"/>
          <p:nvPr/>
        </p:nvSpPr>
        <p:spPr>
          <a:xfrm>
            <a:off x="1600200" y="72877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04</a:t>
            </a:r>
          </a:p>
        </p:txBody>
      </p:sp>
      <p:sp>
        <p:nvSpPr>
          <p:cNvPr id="24" name="TextBox 24"/>
          <p:cNvSpPr txBox="1"/>
          <p:nvPr/>
        </p:nvSpPr>
        <p:spPr>
          <a:xfrm>
            <a:off x="2628900" y="72740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Validation and research plan</a:t>
            </a:r>
          </a:p>
        </p:txBody>
      </p:sp>
      <p:sp>
        <p:nvSpPr>
          <p:cNvPr id="25" name="TextBox 25"/>
          <p:cNvSpPr txBox="1"/>
          <p:nvPr/>
        </p:nvSpPr>
        <p:spPr>
          <a:xfrm>
            <a:off x="7573889" y="7319010"/>
            <a:ext cx="9281160" cy="32060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BCI datasets, reproducibility gaps, pilot evidence, and next milestones</a:t>
            </a:r>
          </a:p>
        </p:txBody>
      </p:sp>
      <p:grpSp>
        <p:nvGrpSpPr>
          <p:cNvPr id="26" name="Group 31">
            <a:extLst>
              <a:ext uri="{FF2B5EF4-FFF2-40B4-BE49-F238E27FC236}">
                <a16:creationId xmlns:a16="http://schemas.microsoft.com/office/drawing/2014/main" id="{E57A8694-6769-4570-93C6-EE1209BC317F}"/>
              </a:ext>
            </a:extLst>
          </p:cNvPr>
          <p:cNvGrpSpPr/>
          <p:nvPr/>
        </p:nvGrpSpPr>
        <p:grpSpPr>
          <a:xfrm>
            <a:off x="16495899" y="166560"/>
            <a:ext cx="1581665" cy="938149"/>
            <a:chOff x="0" y="0"/>
            <a:chExt cx="4344772" cy="2880004"/>
          </a:xfrm>
        </p:grpSpPr>
        <p:sp>
          <p:nvSpPr>
            <p:cNvPr id="27" name="Freeform 32">
              <a:extLst>
                <a:ext uri="{FF2B5EF4-FFF2-40B4-BE49-F238E27FC236}">
                  <a16:creationId xmlns:a16="http://schemas.microsoft.com/office/drawing/2014/main" id="{B18DB557-D10C-465E-8949-DC3D84152D68}"/>
                </a:ext>
              </a:extLst>
            </p:cNvPr>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9"/>
              <a:stretch>
                <a:fillRect/>
              </a:stretch>
            </a:blipFill>
          </p:spPr>
          <p:txBody>
            <a:bodyPr/>
            <a:lstStyle/>
            <a:p>
              <a:endParaRPr lang="en-GB"/>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8287543" cy="144018"/>
          </a:xfrm>
          <a:prstGeom prst="rect">
            <a:avLst/>
          </a:prstGeom>
          <a:solidFill>
            <a:srgbClr val="1B2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 name="TextBox 2"/>
          <p:cNvSpPr txBox="1"/>
          <p:nvPr/>
        </p:nvSpPr>
        <p:spPr>
          <a:xfrm>
            <a:off x="781811" y="282348"/>
            <a:ext cx="16459200" cy="230832"/>
          </a:xfrm>
          <a:prstGeom prst="rect">
            <a:avLst/>
          </a:prstGeom>
          <a:noFill/>
        </p:spPr>
        <p:txBody>
          <a:bodyPr wrap="square" lIns="0" tIns="0" rIns="0" bIns="0" anchor="ctr">
            <a:spAutoFit/>
          </a:bodyPr>
          <a:lstStyle/>
          <a:p>
            <a:r>
              <a:rPr sz="1500" b="1" dirty="0">
                <a:solidFill>
                  <a:srgbClr val="118789"/>
                </a:solidFill>
              </a:rPr>
              <a:t>APPLICATION ARCHITECTURE  /  IMPLEMENTED RESEARCH</a:t>
            </a:r>
          </a:p>
        </p:txBody>
      </p:sp>
      <p:sp>
        <p:nvSpPr>
          <p:cNvPr id="4" name="TextBox 3"/>
          <p:cNvSpPr txBox="1"/>
          <p:nvPr/>
        </p:nvSpPr>
        <p:spPr>
          <a:xfrm>
            <a:off x="781811" y="662213"/>
            <a:ext cx="16802100" cy="623248"/>
          </a:xfrm>
          <a:prstGeom prst="rect">
            <a:avLst/>
          </a:prstGeom>
          <a:noFill/>
        </p:spPr>
        <p:txBody>
          <a:bodyPr wrap="square" lIns="0" tIns="0" rIns="0" bIns="0" anchor="ctr">
            <a:spAutoFit/>
          </a:bodyPr>
          <a:lstStyle/>
          <a:p>
            <a:r>
              <a:rPr sz="4050" b="1" dirty="0">
                <a:solidFill>
                  <a:srgbClr val="1B2D4C"/>
                </a:solidFill>
              </a:rPr>
              <a:t>From published algorithms to an auditable application</a:t>
            </a:r>
          </a:p>
        </p:txBody>
      </p:sp>
      <p:sp>
        <p:nvSpPr>
          <p:cNvPr id="5" name="TextBox 4"/>
          <p:cNvSpPr txBox="1"/>
          <p:nvPr/>
        </p:nvSpPr>
        <p:spPr>
          <a:xfrm>
            <a:off x="781811" y="1447873"/>
            <a:ext cx="16733520" cy="300082"/>
          </a:xfrm>
          <a:prstGeom prst="rect">
            <a:avLst/>
          </a:prstGeom>
          <a:noFill/>
        </p:spPr>
        <p:txBody>
          <a:bodyPr wrap="square" lIns="0" tIns="0" rIns="0" bIns="0" anchor="ctr">
            <a:spAutoFit/>
          </a:bodyPr>
          <a:lstStyle/>
          <a:p>
            <a:r>
              <a:rPr sz="1950" dirty="0">
                <a:solidFill>
                  <a:srgbClr val="5E6E84"/>
                </a:solidFill>
              </a:rPr>
              <a:t>Data preparation → shift evidence → adaptation policy → reproducible results</a:t>
            </a:r>
          </a:p>
        </p:txBody>
      </p:sp>
      <p:sp>
        <p:nvSpPr>
          <p:cNvPr id="6" name="TextBox 5"/>
          <p:cNvSpPr txBox="1"/>
          <p:nvPr/>
        </p:nvSpPr>
        <p:spPr>
          <a:xfrm>
            <a:off x="781811" y="2154582"/>
            <a:ext cx="8229600" cy="230832"/>
          </a:xfrm>
          <a:prstGeom prst="rect">
            <a:avLst/>
          </a:prstGeom>
          <a:noFill/>
        </p:spPr>
        <p:txBody>
          <a:bodyPr wrap="square" lIns="0" tIns="0" rIns="0" bIns="0" anchor="ctr">
            <a:spAutoFit/>
          </a:bodyPr>
          <a:lstStyle/>
          <a:p>
            <a:r>
              <a:rPr sz="1500" b="1" dirty="0">
                <a:solidFill>
                  <a:srgbClr val="1B2D4C"/>
                </a:solidFill>
              </a:rPr>
              <a:t>CORE COMPUTATIONAL PATH</a:t>
            </a:r>
          </a:p>
        </p:txBody>
      </p:sp>
      <p:sp>
        <p:nvSpPr>
          <p:cNvPr id="7" name="TextBox 6"/>
          <p:cNvSpPr txBox="1"/>
          <p:nvPr/>
        </p:nvSpPr>
        <p:spPr>
          <a:xfrm>
            <a:off x="11411713" y="2166123"/>
            <a:ext cx="6076187" cy="207749"/>
          </a:xfrm>
          <a:prstGeom prst="rect">
            <a:avLst/>
          </a:prstGeom>
          <a:noFill/>
        </p:spPr>
        <p:txBody>
          <a:bodyPr wrap="square" lIns="0" tIns="0" rIns="0" bIns="0" anchor="ctr">
            <a:spAutoFit/>
          </a:bodyPr>
          <a:lstStyle/>
          <a:p>
            <a:pPr algn="r"/>
            <a:r>
              <a:rPr sz="1350" b="1" dirty="0">
                <a:solidFill>
                  <a:srgbClr val="BA8121"/>
                </a:solidFill>
              </a:rPr>
              <a:t>CANDIDATE ≠ CONFIRMED ≠ ADAPTATION</a:t>
            </a:r>
          </a:p>
        </p:txBody>
      </p:sp>
      <p:sp>
        <p:nvSpPr>
          <p:cNvPr id="8" name="Rounded Rectangle 7"/>
          <p:cNvSpPr/>
          <p:nvPr/>
        </p:nvSpPr>
        <p:spPr>
          <a:xfrm>
            <a:off x="78181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ectangle 8"/>
          <p:cNvSpPr/>
          <p:nvPr/>
        </p:nvSpPr>
        <p:spPr>
          <a:xfrm>
            <a:off x="781811"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946404" y="2907473"/>
            <a:ext cx="480060" cy="302390"/>
          </a:xfrm>
          <a:prstGeom prst="rect">
            <a:avLst/>
          </a:prstGeom>
          <a:noFill/>
        </p:spPr>
        <p:txBody>
          <a:bodyPr wrap="square" lIns="0" tIns="0" rIns="0" bIns="0" anchor="ctr">
            <a:spAutoFit/>
          </a:bodyPr>
          <a:lstStyle/>
          <a:p>
            <a:r>
              <a:rPr sz="1965" b="1" dirty="0">
                <a:solidFill>
                  <a:srgbClr val="1B2D4C"/>
                </a:solidFill>
              </a:rPr>
              <a:t>01</a:t>
            </a:r>
          </a:p>
        </p:txBody>
      </p:sp>
      <p:sp>
        <p:nvSpPr>
          <p:cNvPr id="11" name="TextBox 10"/>
          <p:cNvSpPr txBox="1"/>
          <p:nvPr/>
        </p:nvSpPr>
        <p:spPr>
          <a:xfrm>
            <a:off x="946404" y="3483545"/>
            <a:ext cx="2352294" cy="302390"/>
          </a:xfrm>
          <a:prstGeom prst="rect">
            <a:avLst/>
          </a:prstGeom>
          <a:noFill/>
        </p:spPr>
        <p:txBody>
          <a:bodyPr wrap="square" lIns="0" tIns="0" rIns="0" bIns="0" anchor="ctr">
            <a:spAutoFit/>
          </a:bodyPr>
          <a:lstStyle/>
          <a:p>
            <a:r>
              <a:rPr sz="1965" b="1" dirty="0">
                <a:solidFill>
                  <a:srgbClr val="1B2D4C"/>
                </a:solidFill>
              </a:rPr>
              <a:t>DATA SOURCES</a:t>
            </a:r>
          </a:p>
        </p:txBody>
      </p:sp>
      <p:sp>
        <p:nvSpPr>
          <p:cNvPr id="12" name="TextBox 11"/>
          <p:cNvSpPr txBox="1"/>
          <p:nvPr/>
        </p:nvSpPr>
        <p:spPr>
          <a:xfrm>
            <a:off x="946404" y="4071308"/>
            <a:ext cx="2352294" cy="484748"/>
          </a:xfrm>
          <a:prstGeom prst="rect">
            <a:avLst/>
          </a:prstGeom>
          <a:noFill/>
        </p:spPr>
        <p:txBody>
          <a:bodyPr wrap="square" lIns="0" tIns="0" rIns="0" bIns="0" anchor="ctr">
            <a:spAutoFit/>
          </a:bodyPr>
          <a:lstStyle/>
          <a:p>
            <a:r>
              <a:rPr sz="1575" dirty="0">
                <a:solidFill>
                  <a:srgbClr val="1F2D40"/>
                </a:solidFill>
              </a:rPr>
              <a:t>BCI IV 2A / 2B</a:t>
            </a:r>
          </a:p>
          <a:p>
            <a:r>
              <a:rPr sz="1575" dirty="0">
                <a:solidFill>
                  <a:srgbClr val="1F2D40"/>
                </a:solidFill>
              </a:rPr>
              <a:t>Synthetic + turbofan</a:t>
            </a:r>
          </a:p>
        </p:txBody>
      </p:sp>
      <p:cxnSp>
        <p:nvCxnSpPr>
          <p:cNvPr id="13" name="Connector 12"/>
          <p:cNvCxnSpPr/>
          <p:nvPr/>
        </p:nvCxnSpPr>
        <p:spPr>
          <a:xfrm>
            <a:off x="946404"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9546" y="4947141"/>
            <a:ext cx="2352294" cy="186974"/>
          </a:xfrm>
          <a:prstGeom prst="rect">
            <a:avLst/>
          </a:prstGeom>
          <a:noFill/>
        </p:spPr>
        <p:txBody>
          <a:bodyPr wrap="square" lIns="0" tIns="0" rIns="0" bIns="0" anchor="ctr">
            <a:spAutoFit/>
          </a:bodyPr>
          <a:lstStyle/>
          <a:p>
            <a:r>
              <a:rPr sz="1215" dirty="0">
                <a:solidFill>
                  <a:srgbClr val="5E6E84"/>
                </a:solidFill>
              </a:rPr>
              <a:t>src/bci/ · src/simulation/</a:t>
            </a:r>
          </a:p>
        </p:txBody>
      </p:sp>
      <p:sp>
        <p:nvSpPr>
          <p:cNvPr id="15" name="TextBox 14"/>
          <p:cNvSpPr txBox="1"/>
          <p:nvPr/>
        </p:nvSpPr>
        <p:spPr>
          <a:xfrm>
            <a:off x="3474263"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16" name="Rounded Rectangle 15"/>
          <p:cNvSpPr/>
          <p:nvPr/>
        </p:nvSpPr>
        <p:spPr>
          <a:xfrm>
            <a:off x="368548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ectangle 16"/>
          <p:cNvSpPr/>
          <p:nvPr/>
        </p:nvSpPr>
        <p:spPr>
          <a:xfrm>
            <a:off x="3685488" y="2606040"/>
            <a:ext cx="2667762" cy="137160"/>
          </a:xfrm>
          <a:prstGeom prst="rect">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850080" y="2907473"/>
            <a:ext cx="480060" cy="302390"/>
          </a:xfrm>
          <a:prstGeom prst="rect">
            <a:avLst/>
          </a:prstGeom>
          <a:noFill/>
        </p:spPr>
        <p:txBody>
          <a:bodyPr wrap="square" lIns="0" tIns="0" rIns="0" bIns="0" anchor="ctr">
            <a:spAutoFit/>
          </a:bodyPr>
          <a:lstStyle/>
          <a:p>
            <a:r>
              <a:rPr sz="1965" b="1" dirty="0">
                <a:solidFill>
                  <a:srgbClr val="1B2D4C"/>
                </a:solidFill>
              </a:rPr>
              <a:t>02</a:t>
            </a:r>
          </a:p>
        </p:txBody>
      </p:sp>
      <p:sp>
        <p:nvSpPr>
          <p:cNvPr id="19" name="TextBox 18"/>
          <p:cNvSpPr txBox="1"/>
          <p:nvPr/>
        </p:nvSpPr>
        <p:spPr>
          <a:xfrm>
            <a:off x="3850080" y="3483547"/>
            <a:ext cx="2352294" cy="302390"/>
          </a:xfrm>
          <a:prstGeom prst="rect">
            <a:avLst/>
          </a:prstGeom>
          <a:noFill/>
        </p:spPr>
        <p:txBody>
          <a:bodyPr wrap="square" lIns="0" tIns="0" rIns="0" bIns="0" anchor="ctr">
            <a:spAutoFit/>
          </a:bodyPr>
          <a:lstStyle/>
          <a:p>
            <a:r>
              <a:rPr sz="1965" b="1" dirty="0">
                <a:solidFill>
                  <a:srgbClr val="1B2D4C"/>
                </a:solidFill>
              </a:rPr>
              <a:t>REPRESENTATION</a:t>
            </a:r>
          </a:p>
        </p:txBody>
      </p:sp>
      <p:sp>
        <p:nvSpPr>
          <p:cNvPr id="20" name="TextBox 19"/>
          <p:cNvSpPr txBox="1"/>
          <p:nvPr/>
        </p:nvSpPr>
        <p:spPr>
          <a:xfrm>
            <a:off x="3850080" y="4071308"/>
            <a:ext cx="2352294" cy="484748"/>
          </a:xfrm>
          <a:prstGeom prst="rect">
            <a:avLst/>
          </a:prstGeom>
          <a:noFill/>
        </p:spPr>
        <p:txBody>
          <a:bodyPr wrap="square" lIns="0" tIns="0" rIns="0" bIns="0" anchor="ctr">
            <a:spAutoFit/>
          </a:bodyPr>
          <a:lstStyle/>
          <a:p>
            <a:r>
              <a:rPr sz="1575" dirty="0">
                <a:solidFill>
                  <a:srgbClr val="1F2D40"/>
                </a:solidFill>
              </a:rPr>
              <a:t>Trial extraction · FBCSP</a:t>
            </a:r>
          </a:p>
          <a:p>
            <a:r>
              <a:rPr sz="1575" dirty="0">
                <a:solidFill>
                  <a:srgbClr val="1F2D40"/>
                </a:solidFill>
              </a:rPr>
              <a:t>Train-fitted PCA</a:t>
            </a:r>
          </a:p>
        </p:txBody>
      </p:sp>
      <p:cxnSp>
        <p:nvCxnSpPr>
          <p:cNvPr id="21" name="Connector 20"/>
          <p:cNvCxnSpPr/>
          <p:nvPr/>
        </p:nvCxnSpPr>
        <p:spPr>
          <a:xfrm>
            <a:off x="385008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843222" y="4947141"/>
            <a:ext cx="2352294" cy="186974"/>
          </a:xfrm>
          <a:prstGeom prst="rect">
            <a:avLst/>
          </a:prstGeom>
          <a:noFill/>
        </p:spPr>
        <p:txBody>
          <a:bodyPr wrap="square" lIns="0" tIns="0" rIns="0" bIns="0" anchor="ctr">
            <a:spAutoFit/>
          </a:bodyPr>
          <a:lstStyle/>
          <a:p>
            <a:r>
              <a:rPr sz="1215" dirty="0">
                <a:solidFill>
                  <a:srgbClr val="5E6E84"/>
                </a:solidFill>
              </a:rPr>
              <a:t>src/bci/fbcsp.py</a:t>
            </a:r>
          </a:p>
        </p:txBody>
      </p:sp>
      <p:sp>
        <p:nvSpPr>
          <p:cNvPr id="23" name="TextBox 22"/>
          <p:cNvSpPr txBox="1"/>
          <p:nvPr/>
        </p:nvSpPr>
        <p:spPr>
          <a:xfrm>
            <a:off x="6377939" y="3797323"/>
            <a:ext cx="208482" cy="415498"/>
          </a:xfrm>
          <a:prstGeom prst="rect">
            <a:avLst/>
          </a:prstGeom>
          <a:noFill/>
        </p:spPr>
        <p:txBody>
          <a:bodyPr wrap="square" lIns="0" tIns="0" rIns="0" bIns="0" anchor="ctr">
            <a:spAutoFit/>
          </a:bodyPr>
          <a:lstStyle/>
          <a:p>
            <a:pPr algn="ctr"/>
            <a:r>
              <a:rPr sz="2700" b="1" dirty="0">
                <a:solidFill>
                  <a:srgbClr val="118789"/>
                </a:solidFill>
              </a:rPr>
              <a:t>›</a:t>
            </a:r>
          </a:p>
        </p:txBody>
      </p:sp>
      <p:sp>
        <p:nvSpPr>
          <p:cNvPr id="24" name="Rounded Rectangle 23"/>
          <p:cNvSpPr/>
          <p:nvPr/>
        </p:nvSpPr>
        <p:spPr>
          <a:xfrm>
            <a:off x="6589166"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ectangle 24"/>
          <p:cNvSpPr/>
          <p:nvPr/>
        </p:nvSpPr>
        <p:spPr>
          <a:xfrm>
            <a:off x="6589166"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6753758" y="2907473"/>
            <a:ext cx="480060" cy="302390"/>
          </a:xfrm>
          <a:prstGeom prst="rect">
            <a:avLst/>
          </a:prstGeom>
          <a:noFill/>
        </p:spPr>
        <p:txBody>
          <a:bodyPr wrap="square" lIns="0" tIns="0" rIns="0" bIns="0" anchor="ctr">
            <a:spAutoFit/>
          </a:bodyPr>
          <a:lstStyle/>
          <a:p>
            <a:r>
              <a:rPr sz="1965" b="1" dirty="0">
                <a:solidFill>
                  <a:srgbClr val="1B2D4C"/>
                </a:solidFill>
              </a:rPr>
              <a:t>03</a:t>
            </a:r>
          </a:p>
        </p:txBody>
      </p:sp>
      <p:sp>
        <p:nvSpPr>
          <p:cNvPr id="27" name="TextBox 26"/>
          <p:cNvSpPr txBox="1"/>
          <p:nvPr/>
        </p:nvSpPr>
        <p:spPr>
          <a:xfrm>
            <a:off x="6753758" y="3483547"/>
            <a:ext cx="2352294" cy="302390"/>
          </a:xfrm>
          <a:prstGeom prst="rect">
            <a:avLst/>
          </a:prstGeom>
          <a:noFill/>
        </p:spPr>
        <p:txBody>
          <a:bodyPr wrap="square" lIns="0" tIns="0" rIns="0" bIns="0" anchor="ctr">
            <a:spAutoFit/>
          </a:bodyPr>
          <a:lstStyle/>
          <a:p>
            <a:r>
              <a:rPr sz="1965" b="1" dirty="0">
                <a:solidFill>
                  <a:srgbClr val="1B2D4C"/>
                </a:solidFill>
              </a:rPr>
              <a:t>STAGE-I SCREEN</a:t>
            </a:r>
          </a:p>
        </p:txBody>
      </p:sp>
      <p:sp>
        <p:nvSpPr>
          <p:cNvPr id="28" name="TextBox 27"/>
          <p:cNvSpPr txBox="1"/>
          <p:nvPr/>
        </p:nvSpPr>
        <p:spPr>
          <a:xfrm>
            <a:off x="6753758" y="4071308"/>
            <a:ext cx="2352294" cy="484748"/>
          </a:xfrm>
          <a:prstGeom prst="rect">
            <a:avLst/>
          </a:prstGeom>
          <a:noFill/>
        </p:spPr>
        <p:txBody>
          <a:bodyPr wrap="square" lIns="0" tIns="0" rIns="0" bIns="0" anchor="ctr">
            <a:spAutoFit/>
          </a:bodyPr>
          <a:lstStyle/>
          <a:p>
            <a:r>
              <a:rPr sz="1575" dirty="0">
                <a:solidFill>
                  <a:srgbClr val="1F2D40"/>
                </a:solidFill>
              </a:rPr>
              <a:t>SD / MSD–EWMA</a:t>
            </a:r>
          </a:p>
          <a:p>
            <a:r>
              <a:rPr sz="1575" dirty="0">
                <a:solidFill>
                  <a:srgbClr val="1F2D40"/>
                </a:solidFill>
              </a:rPr>
              <a:t>PCA score + residual</a:t>
            </a:r>
          </a:p>
        </p:txBody>
      </p:sp>
      <p:cxnSp>
        <p:nvCxnSpPr>
          <p:cNvPr id="29" name="Connector 28"/>
          <p:cNvCxnSpPr/>
          <p:nvPr/>
        </p:nvCxnSpPr>
        <p:spPr>
          <a:xfrm>
            <a:off x="6753758"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746900" y="4947141"/>
            <a:ext cx="2352294" cy="186974"/>
          </a:xfrm>
          <a:prstGeom prst="rect">
            <a:avLst/>
          </a:prstGeom>
          <a:noFill/>
        </p:spPr>
        <p:txBody>
          <a:bodyPr wrap="square" lIns="0" tIns="0" rIns="0" bIns="0" anchor="ctr">
            <a:spAutoFit/>
          </a:bodyPr>
          <a:lstStyle/>
          <a:p>
            <a:r>
              <a:rPr sz="1215" dirty="0">
                <a:solidFill>
                  <a:srgbClr val="5E6E84"/>
                </a:solidFill>
              </a:rPr>
              <a:t>src/detection/stage1/</a:t>
            </a:r>
          </a:p>
        </p:txBody>
      </p:sp>
      <p:sp>
        <p:nvSpPr>
          <p:cNvPr id="31" name="TextBox 30"/>
          <p:cNvSpPr txBox="1"/>
          <p:nvPr/>
        </p:nvSpPr>
        <p:spPr>
          <a:xfrm>
            <a:off x="9281616"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32" name="Rounded Rectangle 31"/>
          <p:cNvSpPr/>
          <p:nvPr/>
        </p:nvSpPr>
        <p:spPr>
          <a:xfrm>
            <a:off x="9492843"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ectangle 32"/>
          <p:cNvSpPr/>
          <p:nvPr/>
        </p:nvSpPr>
        <p:spPr>
          <a:xfrm>
            <a:off x="9492843" y="2606040"/>
            <a:ext cx="2667762" cy="137160"/>
          </a:xfrm>
          <a:prstGeom prst="rect">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57435" y="2907473"/>
            <a:ext cx="480060" cy="302390"/>
          </a:xfrm>
          <a:prstGeom prst="rect">
            <a:avLst/>
          </a:prstGeom>
          <a:noFill/>
        </p:spPr>
        <p:txBody>
          <a:bodyPr wrap="square" lIns="0" tIns="0" rIns="0" bIns="0" anchor="ctr">
            <a:spAutoFit/>
          </a:bodyPr>
          <a:lstStyle/>
          <a:p>
            <a:r>
              <a:rPr sz="1965" b="1" dirty="0">
                <a:solidFill>
                  <a:srgbClr val="1B2D4C"/>
                </a:solidFill>
              </a:rPr>
              <a:t>04</a:t>
            </a:r>
          </a:p>
        </p:txBody>
      </p:sp>
      <p:sp>
        <p:nvSpPr>
          <p:cNvPr id="35" name="TextBox 34"/>
          <p:cNvSpPr txBox="1"/>
          <p:nvPr/>
        </p:nvSpPr>
        <p:spPr>
          <a:xfrm>
            <a:off x="9657435" y="3483545"/>
            <a:ext cx="2352294" cy="302390"/>
          </a:xfrm>
          <a:prstGeom prst="rect">
            <a:avLst/>
          </a:prstGeom>
          <a:noFill/>
        </p:spPr>
        <p:txBody>
          <a:bodyPr wrap="square" lIns="0" tIns="0" rIns="0" bIns="0" anchor="ctr">
            <a:spAutoFit/>
          </a:bodyPr>
          <a:lstStyle/>
          <a:p>
            <a:r>
              <a:rPr sz="1965" b="1" dirty="0">
                <a:solidFill>
                  <a:srgbClr val="1B2D4C"/>
                </a:solidFill>
              </a:rPr>
              <a:t>STAGE-II TEST</a:t>
            </a:r>
          </a:p>
        </p:txBody>
      </p:sp>
      <p:sp>
        <p:nvSpPr>
          <p:cNvPr id="36" name="TextBox 35"/>
          <p:cNvSpPr txBox="1"/>
          <p:nvPr/>
        </p:nvSpPr>
        <p:spPr>
          <a:xfrm>
            <a:off x="9657435" y="4071308"/>
            <a:ext cx="2352294" cy="484748"/>
          </a:xfrm>
          <a:prstGeom prst="rect">
            <a:avLst/>
          </a:prstGeom>
          <a:noFill/>
        </p:spPr>
        <p:txBody>
          <a:bodyPr wrap="square" lIns="0" tIns="0" rIns="0" bIns="0" anchor="ctr">
            <a:spAutoFit/>
          </a:bodyPr>
          <a:lstStyle/>
          <a:p>
            <a:r>
              <a:rPr sz="1575" dirty="0">
                <a:solidFill>
                  <a:srgbClr val="1F2D40"/>
                </a:solidFill>
              </a:rPr>
              <a:t>K–S / Hotelling variants</a:t>
            </a:r>
          </a:p>
          <a:p>
            <a:r>
              <a:rPr sz="1575" dirty="0">
                <a:solidFill>
                  <a:srgbClr val="1F2D40"/>
                </a:solidFill>
              </a:rPr>
              <a:t>Opt-in MMD + GPR</a:t>
            </a:r>
          </a:p>
        </p:txBody>
      </p:sp>
      <p:cxnSp>
        <p:nvCxnSpPr>
          <p:cNvPr id="37" name="Connector 36"/>
          <p:cNvCxnSpPr/>
          <p:nvPr/>
        </p:nvCxnSpPr>
        <p:spPr>
          <a:xfrm>
            <a:off x="9657435"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50577" y="4947141"/>
            <a:ext cx="2352294" cy="186974"/>
          </a:xfrm>
          <a:prstGeom prst="rect">
            <a:avLst/>
          </a:prstGeom>
          <a:noFill/>
        </p:spPr>
        <p:txBody>
          <a:bodyPr wrap="square" lIns="0" tIns="0" rIns="0" bIns="0" anchor="ctr">
            <a:spAutoFit/>
          </a:bodyPr>
          <a:lstStyle/>
          <a:p>
            <a:r>
              <a:rPr sz="1215" dirty="0">
                <a:solidFill>
                  <a:srgbClr val="5E6E84"/>
                </a:solidFill>
              </a:rPr>
              <a:t>src/detection/stage2/</a:t>
            </a:r>
          </a:p>
        </p:txBody>
      </p:sp>
      <p:sp>
        <p:nvSpPr>
          <p:cNvPr id="39" name="TextBox 38"/>
          <p:cNvSpPr txBox="1"/>
          <p:nvPr/>
        </p:nvSpPr>
        <p:spPr>
          <a:xfrm>
            <a:off x="12185294" y="3797323"/>
            <a:ext cx="208482" cy="415498"/>
          </a:xfrm>
          <a:prstGeom prst="rect">
            <a:avLst/>
          </a:prstGeom>
          <a:noFill/>
        </p:spPr>
        <p:txBody>
          <a:bodyPr wrap="square" lIns="0" tIns="0" rIns="0" bIns="0" anchor="ctr">
            <a:spAutoFit/>
          </a:bodyPr>
          <a:lstStyle/>
          <a:p>
            <a:pPr algn="ctr"/>
            <a:r>
              <a:rPr sz="2700" b="1" dirty="0">
                <a:solidFill>
                  <a:srgbClr val="3D5FA8"/>
                </a:solidFill>
              </a:rPr>
              <a:t>›</a:t>
            </a:r>
          </a:p>
        </p:txBody>
      </p:sp>
      <p:sp>
        <p:nvSpPr>
          <p:cNvPr id="40" name="Rounded Rectangle 39"/>
          <p:cNvSpPr/>
          <p:nvPr/>
        </p:nvSpPr>
        <p:spPr>
          <a:xfrm>
            <a:off x="12396521"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1" name="Rectangle 40"/>
          <p:cNvSpPr/>
          <p:nvPr/>
        </p:nvSpPr>
        <p:spPr>
          <a:xfrm>
            <a:off x="12396521"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12561113" y="2907473"/>
            <a:ext cx="480060" cy="302390"/>
          </a:xfrm>
          <a:prstGeom prst="rect">
            <a:avLst/>
          </a:prstGeom>
          <a:noFill/>
        </p:spPr>
        <p:txBody>
          <a:bodyPr wrap="square" lIns="0" tIns="0" rIns="0" bIns="0" anchor="ctr">
            <a:spAutoFit/>
          </a:bodyPr>
          <a:lstStyle/>
          <a:p>
            <a:r>
              <a:rPr sz="1965" b="1" dirty="0">
                <a:solidFill>
                  <a:srgbClr val="1B2D4C"/>
                </a:solidFill>
              </a:rPr>
              <a:t>05</a:t>
            </a:r>
          </a:p>
        </p:txBody>
      </p:sp>
      <p:sp>
        <p:nvSpPr>
          <p:cNvPr id="43" name="TextBox 42"/>
          <p:cNvSpPr txBox="1"/>
          <p:nvPr/>
        </p:nvSpPr>
        <p:spPr>
          <a:xfrm>
            <a:off x="12561113" y="3483545"/>
            <a:ext cx="2352294" cy="302390"/>
          </a:xfrm>
          <a:prstGeom prst="rect">
            <a:avLst/>
          </a:prstGeom>
          <a:noFill/>
        </p:spPr>
        <p:txBody>
          <a:bodyPr wrap="square" lIns="0" tIns="0" rIns="0" bIns="0" anchor="ctr">
            <a:spAutoFit/>
          </a:bodyPr>
          <a:lstStyle/>
          <a:p>
            <a:r>
              <a:rPr sz="1965" b="1" dirty="0">
                <a:solidFill>
                  <a:srgbClr val="1B2D4C"/>
                </a:solidFill>
              </a:rPr>
              <a:t>ADAPTATION</a:t>
            </a:r>
          </a:p>
        </p:txBody>
      </p:sp>
      <p:sp>
        <p:nvSpPr>
          <p:cNvPr id="44" name="TextBox 43"/>
          <p:cNvSpPr txBox="1"/>
          <p:nvPr/>
        </p:nvSpPr>
        <p:spPr>
          <a:xfrm>
            <a:off x="12561113" y="4071308"/>
            <a:ext cx="2352294" cy="484748"/>
          </a:xfrm>
          <a:prstGeom prst="rect">
            <a:avLst/>
          </a:prstGeom>
          <a:noFill/>
        </p:spPr>
        <p:txBody>
          <a:bodyPr wrap="square" lIns="0" tIns="0" rIns="0" bIns="0" anchor="ctr">
            <a:spAutoFit/>
          </a:bodyPr>
          <a:lstStyle/>
          <a:p>
            <a:r>
              <a:rPr sz="1575" dirty="0">
                <a:solidFill>
                  <a:srgbClr val="1F2D40"/>
                </a:solidFill>
              </a:rPr>
              <a:t>Decision policies</a:t>
            </a:r>
          </a:p>
          <a:p>
            <a:r>
              <a:rPr sz="1575" dirty="0">
                <a:solidFill>
                  <a:srgbClr val="1F2D40"/>
                </a:solidFill>
              </a:rPr>
              <a:t>SVM · PWKNN · bagging</a:t>
            </a:r>
          </a:p>
        </p:txBody>
      </p:sp>
      <p:cxnSp>
        <p:nvCxnSpPr>
          <p:cNvPr id="45" name="Connector 44"/>
          <p:cNvCxnSpPr/>
          <p:nvPr/>
        </p:nvCxnSpPr>
        <p:spPr>
          <a:xfrm>
            <a:off x="12561113"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2554255" y="4947141"/>
            <a:ext cx="2352294" cy="186974"/>
          </a:xfrm>
          <a:prstGeom prst="rect">
            <a:avLst/>
          </a:prstGeom>
          <a:noFill/>
        </p:spPr>
        <p:txBody>
          <a:bodyPr wrap="square" lIns="0" tIns="0" rIns="0" bIns="0" anchor="ctr">
            <a:spAutoFit/>
          </a:bodyPr>
          <a:lstStyle/>
          <a:p>
            <a:r>
              <a:rPr sz="1215" dirty="0">
                <a:solidFill>
                  <a:srgbClr val="5E6E84"/>
                </a:solidFill>
              </a:rPr>
              <a:t>src/adaptation/</a:t>
            </a:r>
          </a:p>
        </p:txBody>
      </p:sp>
      <p:sp>
        <p:nvSpPr>
          <p:cNvPr id="47" name="TextBox 46"/>
          <p:cNvSpPr txBox="1"/>
          <p:nvPr/>
        </p:nvSpPr>
        <p:spPr>
          <a:xfrm>
            <a:off x="15088971" y="3797323"/>
            <a:ext cx="208482" cy="415498"/>
          </a:xfrm>
          <a:prstGeom prst="rect">
            <a:avLst/>
          </a:prstGeom>
          <a:noFill/>
        </p:spPr>
        <p:txBody>
          <a:bodyPr wrap="square" lIns="0" tIns="0" rIns="0" bIns="0" anchor="ctr">
            <a:spAutoFit/>
          </a:bodyPr>
          <a:lstStyle/>
          <a:p>
            <a:pPr algn="ctr"/>
            <a:r>
              <a:rPr sz="2700" b="1" dirty="0">
                <a:solidFill>
                  <a:srgbClr val="75549F"/>
                </a:solidFill>
              </a:rPr>
              <a:t>›</a:t>
            </a:r>
          </a:p>
        </p:txBody>
      </p:sp>
      <p:sp>
        <p:nvSpPr>
          <p:cNvPr id="48" name="Rounded Rectangle 47"/>
          <p:cNvSpPr/>
          <p:nvPr/>
        </p:nvSpPr>
        <p:spPr>
          <a:xfrm>
            <a:off x="15300198" y="2606040"/>
            <a:ext cx="2667762" cy="2770632"/>
          </a:xfrm>
          <a:prstGeom prst="roundRect">
            <a:avLst>
              <a:gd name="adj" fmla="val 12000"/>
            </a:avLst>
          </a:prstGeom>
          <a:solidFill>
            <a:srgbClr val="FFFFFF"/>
          </a:solidFill>
          <a:ln w="1270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Rectangle 48"/>
          <p:cNvSpPr/>
          <p:nvPr/>
        </p:nvSpPr>
        <p:spPr>
          <a:xfrm>
            <a:off x="15300198" y="2606040"/>
            <a:ext cx="2667762" cy="137160"/>
          </a:xfrm>
          <a:prstGeom prst="rect">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0" name="TextBox 49"/>
          <p:cNvSpPr txBox="1"/>
          <p:nvPr/>
        </p:nvSpPr>
        <p:spPr>
          <a:xfrm>
            <a:off x="15464790" y="2907473"/>
            <a:ext cx="480060" cy="302390"/>
          </a:xfrm>
          <a:prstGeom prst="rect">
            <a:avLst/>
          </a:prstGeom>
          <a:noFill/>
        </p:spPr>
        <p:txBody>
          <a:bodyPr wrap="square" lIns="0" tIns="0" rIns="0" bIns="0" anchor="ctr">
            <a:spAutoFit/>
          </a:bodyPr>
          <a:lstStyle/>
          <a:p>
            <a:r>
              <a:rPr sz="1965" b="1" dirty="0">
                <a:solidFill>
                  <a:srgbClr val="1B2D4C"/>
                </a:solidFill>
              </a:rPr>
              <a:t>06</a:t>
            </a:r>
          </a:p>
        </p:txBody>
      </p:sp>
      <p:sp>
        <p:nvSpPr>
          <p:cNvPr id="51" name="TextBox 50"/>
          <p:cNvSpPr txBox="1"/>
          <p:nvPr/>
        </p:nvSpPr>
        <p:spPr>
          <a:xfrm>
            <a:off x="15464790" y="3483545"/>
            <a:ext cx="2352294" cy="302390"/>
          </a:xfrm>
          <a:prstGeom prst="rect">
            <a:avLst/>
          </a:prstGeom>
          <a:noFill/>
        </p:spPr>
        <p:txBody>
          <a:bodyPr wrap="square" lIns="0" tIns="0" rIns="0" bIns="0" anchor="ctr">
            <a:spAutoFit/>
          </a:bodyPr>
          <a:lstStyle/>
          <a:p>
            <a:r>
              <a:rPr sz="1965" b="1" dirty="0">
                <a:solidFill>
                  <a:srgbClr val="1B2D4C"/>
                </a:solidFill>
              </a:rPr>
              <a:t>EVIDENCE + UI</a:t>
            </a:r>
          </a:p>
        </p:txBody>
      </p:sp>
      <p:sp>
        <p:nvSpPr>
          <p:cNvPr id="52" name="TextBox 51"/>
          <p:cNvSpPr txBox="1"/>
          <p:nvPr/>
        </p:nvSpPr>
        <p:spPr>
          <a:xfrm>
            <a:off x="15464790" y="4071308"/>
            <a:ext cx="2352294" cy="484748"/>
          </a:xfrm>
          <a:prstGeom prst="rect">
            <a:avLst/>
          </a:prstGeom>
          <a:noFill/>
        </p:spPr>
        <p:txBody>
          <a:bodyPr wrap="square" lIns="0" tIns="0" rIns="0" bIns="0" anchor="ctr">
            <a:spAutoFit/>
          </a:bodyPr>
          <a:lstStyle/>
          <a:p>
            <a:r>
              <a:rPr sz="1575" dirty="0">
                <a:solidFill>
                  <a:srgbClr val="1F2D40"/>
                </a:solidFill>
              </a:rPr>
              <a:t>Metrics / CSV / Markdown</a:t>
            </a:r>
          </a:p>
          <a:p>
            <a:r>
              <a:rPr sz="1575" dirty="0">
                <a:solidFill>
                  <a:srgbClr val="1F2D40"/>
                </a:solidFill>
              </a:rPr>
              <a:t>Flask · GitHub Pages</a:t>
            </a:r>
          </a:p>
        </p:txBody>
      </p:sp>
      <p:cxnSp>
        <p:nvCxnSpPr>
          <p:cNvPr id="53" name="Connector 52"/>
          <p:cNvCxnSpPr/>
          <p:nvPr/>
        </p:nvCxnSpPr>
        <p:spPr>
          <a:xfrm>
            <a:off x="15464790" y="4786884"/>
            <a:ext cx="2338578" cy="0"/>
          </a:xfrm>
          <a:prstGeom prst="line">
            <a:avLst/>
          </a:prstGeom>
          <a:ln w="7620">
            <a:solidFill>
              <a:srgbClr val="D5E0EC"/>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5457932" y="4947141"/>
            <a:ext cx="2352294" cy="186974"/>
          </a:xfrm>
          <a:prstGeom prst="rect">
            <a:avLst/>
          </a:prstGeom>
          <a:noFill/>
        </p:spPr>
        <p:txBody>
          <a:bodyPr wrap="square" lIns="0" tIns="0" rIns="0" bIns="0" anchor="ctr">
            <a:spAutoFit/>
          </a:bodyPr>
          <a:lstStyle/>
          <a:p>
            <a:r>
              <a:rPr sz="1215" dirty="0">
                <a:solidFill>
                  <a:srgbClr val="5E6E84"/>
                </a:solidFill>
              </a:rPr>
              <a:t>src/reporting/ · src/web/</a:t>
            </a:r>
          </a:p>
        </p:txBody>
      </p:sp>
      <p:sp>
        <p:nvSpPr>
          <p:cNvPr id="55" name="TextBox 54"/>
          <p:cNvSpPr txBox="1"/>
          <p:nvPr/>
        </p:nvSpPr>
        <p:spPr>
          <a:xfrm>
            <a:off x="781811" y="5944211"/>
            <a:ext cx="16459200" cy="346249"/>
          </a:xfrm>
          <a:prstGeom prst="rect">
            <a:avLst/>
          </a:prstGeom>
          <a:noFill/>
        </p:spPr>
        <p:txBody>
          <a:bodyPr wrap="square" lIns="0" tIns="0" rIns="0" bIns="0" anchor="ctr">
            <a:spAutoFit/>
          </a:bodyPr>
          <a:lstStyle/>
          <a:p>
            <a:r>
              <a:rPr sz="2250" b="1" dirty="0">
                <a:solidFill>
                  <a:srgbClr val="1B2D4C"/>
                </a:solidFill>
              </a:rPr>
              <a:t>WHAT IS ALREADY ACHIEVED</a:t>
            </a:r>
          </a:p>
        </p:txBody>
      </p:sp>
      <p:sp>
        <p:nvSpPr>
          <p:cNvPr id="56" name="TextBox 55"/>
          <p:cNvSpPr txBox="1"/>
          <p:nvPr/>
        </p:nvSpPr>
        <p:spPr>
          <a:xfrm>
            <a:off x="781811" y="6440832"/>
            <a:ext cx="16459200" cy="230832"/>
          </a:xfrm>
          <a:prstGeom prst="rect">
            <a:avLst/>
          </a:prstGeom>
          <a:noFill/>
        </p:spPr>
        <p:txBody>
          <a:bodyPr wrap="square" lIns="0" tIns="0" rIns="0" bIns="0" anchor="ctr">
            <a:spAutoFit/>
          </a:bodyPr>
          <a:lstStyle/>
          <a:p>
            <a:r>
              <a:rPr sz="1500" dirty="0">
                <a:solidFill>
                  <a:srgbClr val="5E6E84"/>
                </a:solidFill>
              </a:rPr>
              <a:t>Concrete deliverables backed by source modules and saved evidence</a:t>
            </a:r>
          </a:p>
        </p:txBody>
      </p:sp>
      <p:sp>
        <p:nvSpPr>
          <p:cNvPr id="57" name="Rounded Rectangle 56"/>
          <p:cNvSpPr/>
          <p:nvPr/>
        </p:nvSpPr>
        <p:spPr>
          <a:xfrm>
            <a:off x="781811"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Rounded Rectangle 57"/>
          <p:cNvSpPr/>
          <p:nvPr/>
        </p:nvSpPr>
        <p:spPr>
          <a:xfrm>
            <a:off x="1028700" y="7132320"/>
            <a:ext cx="493776" cy="452628"/>
          </a:xfrm>
          <a:prstGeom prst="roundRect">
            <a:avLst>
              <a:gd name="adj" fmla="val 12000"/>
            </a:avLst>
          </a:prstGeom>
          <a:solidFill>
            <a:srgbClr val="1187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9" name="TextBox 58"/>
          <p:cNvSpPr txBox="1"/>
          <p:nvPr/>
        </p:nvSpPr>
        <p:spPr>
          <a:xfrm>
            <a:off x="1042416" y="7218225"/>
            <a:ext cx="466344" cy="212238"/>
          </a:xfrm>
          <a:prstGeom prst="rect">
            <a:avLst/>
          </a:prstGeom>
          <a:noFill/>
        </p:spPr>
        <p:txBody>
          <a:bodyPr wrap="square" lIns="0" tIns="0" rIns="0" bIns="0" anchor="ctr">
            <a:spAutoFit/>
          </a:bodyPr>
          <a:lstStyle/>
          <a:p>
            <a:pPr algn="ctr"/>
            <a:r>
              <a:rPr sz="1379" b="1" dirty="0">
                <a:solidFill>
                  <a:srgbClr val="FFFFFF"/>
                </a:solidFill>
              </a:rPr>
              <a:t>01</a:t>
            </a:r>
          </a:p>
        </p:txBody>
      </p:sp>
      <p:sp>
        <p:nvSpPr>
          <p:cNvPr id="60" name="TextBox 59"/>
          <p:cNvSpPr txBox="1"/>
          <p:nvPr/>
        </p:nvSpPr>
        <p:spPr>
          <a:xfrm>
            <a:off x="1687068" y="7169821"/>
            <a:ext cx="4368546" cy="281616"/>
          </a:xfrm>
          <a:prstGeom prst="rect">
            <a:avLst/>
          </a:prstGeom>
          <a:noFill/>
        </p:spPr>
        <p:txBody>
          <a:bodyPr wrap="square" lIns="0" tIns="0" rIns="0" bIns="0" anchor="ctr">
            <a:spAutoFit/>
          </a:bodyPr>
          <a:lstStyle/>
          <a:p>
            <a:r>
              <a:rPr sz="1830" b="1" dirty="0">
                <a:solidFill>
                  <a:srgbClr val="1B2D4C"/>
                </a:solidFill>
              </a:rPr>
              <a:t>REPRODUCTION FOUNDATION</a:t>
            </a:r>
          </a:p>
        </p:txBody>
      </p:sp>
      <p:sp>
        <p:nvSpPr>
          <p:cNvPr id="61" name="TextBox 60"/>
          <p:cNvSpPr txBox="1"/>
          <p:nvPr/>
        </p:nvSpPr>
        <p:spPr>
          <a:xfrm>
            <a:off x="1042416" y="7799887"/>
            <a:ext cx="4999482" cy="461665"/>
          </a:xfrm>
          <a:prstGeom prst="rect">
            <a:avLst/>
          </a:prstGeom>
          <a:noFill/>
        </p:spPr>
        <p:txBody>
          <a:bodyPr wrap="square" lIns="0" tIns="0" rIns="0" bIns="0" anchor="ctr">
            <a:spAutoFit/>
          </a:bodyPr>
          <a:lstStyle/>
          <a:p>
            <a:r>
              <a:rPr sz="1500" dirty="0">
                <a:solidFill>
                  <a:srgbClr val="1F2D40"/>
                </a:solidFill>
              </a:rPr>
              <a:t>Raza 2015 synthetic D2/D3/D4 studies</a:t>
            </a:r>
            <a:endParaRPr lang="en-US" sz="1500" dirty="0">
              <a:solidFill>
                <a:srgbClr val="1F2D40"/>
              </a:solidFill>
            </a:endParaRPr>
          </a:p>
          <a:p>
            <a:r>
              <a:rPr sz="1500" dirty="0">
                <a:solidFill>
                  <a:srgbClr val="1F2D40"/>
                </a:solidFill>
              </a:rPr>
              <a:t>BCI IV 2A/2B Table 1 processing and comparison outputs.</a:t>
            </a:r>
          </a:p>
        </p:txBody>
      </p:sp>
      <p:sp>
        <p:nvSpPr>
          <p:cNvPr id="62" name="TextBox 61"/>
          <p:cNvSpPr txBox="1"/>
          <p:nvPr/>
        </p:nvSpPr>
        <p:spPr>
          <a:xfrm>
            <a:off x="1042416" y="8480167"/>
            <a:ext cx="5013198" cy="184666"/>
          </a:xfrm>
          <a:prstGeom prst="rect">
            <a:avLst/>
          </a:prstGeom>
          <a:noFill/>
        </p:spPr>
        <p:txBody>
          <a:bodyPr wrap="square" lIns="0" tIns="0" rIns="0" bIns="0" anchor="ctr">
            <a:spAutoFit/>
          </a:bodyPr>
          <a:lstStyle/>
          <a:p>
            <a:r>
              <a:rPr sz="1200" dirty="0">
                <a:solidFill>
                  <a:srgbClr val="5E6E84"/>
                </a:solidFill>
              </a:rPr>
              <a:t>src/experiments/paper2015/  ·  scripts/run_bci_table1_reproduction.py</a:t>
            </a:r>
          </a:p>
        </p:txBody>
      </p:sp>
      <p:sp>
        <p:nvSpPr>
          <p:cNvPr id="63" name="Rounded Rectangle 62"/>
          <p:cNvSpPr/>
          <p:nvPr/>
        </p:nvSpPr>
        <p:spPr>
          <a:xfrm>
            <a:off x="6521958"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Rounded Rectangle 63"/>
          <p:cNvSpPr/>
          <p:nvPr/>
        </p:nvSpPr>
        <p:spPr>
          <a:xfrm>
            <a:off x="6768846" y="7132320"/>
            <a:ext cx="493776" cy="452628"/>
          </a:xfrm>
          <a:prstGeom prst="roundRect">
            <a:avLst>
              <a:gd name="adj" fmla="val 12000"/>
            </a:avLst>
          </a:prstGeom>
          <a:solidFill>
            <a:srgbClr val="3D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5" name="TextBox 64"/>
          <p:cNvSpPr txBox="1"/>
          <p:nvPr/>
        </p:nvSpPr>
        <p:spPr>
          <a:xfrm>
            <a:off x="6782562" y="7218225"/>
            <a:ext cx="466344" cy="212238"/>
          </a:xfrm>
          <a:prstGeom prst="rect">
            <a:avLst/>
          </a:prstGeom>
          <a:noFill/>
        </p:spPr>
        <p:txBody>
          <a:bodyPr wrap="square" lIns="0" tIns="0" rIns="0" bIns="0" anchor="ctr">
            <a:spAutoFit/>
          </a:bodyPr>
          <a:lstStyle/>
          <a:p>
            <a:pPr algn="ctr"/>
            <a:r>
              <a:rPr sz="1379" b="1" dirty="0">
                <a:solidFill>
                  <a:srgbClr val="FFFFFF"/>
                </a:solidFill>
              </a:rPr>
              <a:t>02</a:t>
            </a:r>
          </a:p>
        </p:txBody>
      </p:sp>
      <p:sp>
        <p:nvSpPr>
          <p:cNvPr id="66" name="TextBox 65"/>
          <p:cNvSpPr txBox="1"/>
          <p:nvPr/>
        </p:nvSpPr>
        <p:spPr>
          <a:xfrm>
            <a:off x="7427214" y="7169820"/>
            <a:ext cx="4368546" cy="281616"/>
          </a:xfrm>
          <a:prstGeom prst="rect">
            <a:avLst/>
          </a:prstGeom>
          <a:noFill/>
        </p:spPr>
        <p:txBody>
          <a:bodyPr wrap="square" lIns="0" tIns="0" rIns="0" bIns="0" anchor="ctr">
            <a:spAutoFit/>
          </a:bodyPr>
          <a:lstStyle/>
          <a:p>
            <a:r>
              <a:rPr sz="1830" b="1" dirty="0">
                <a:solidFill>
                  <a:srgbClr val="1B2D4C"/>
                </a:solidFill>
              </a:rPr>
              <a:t>DIAGNOSTIC BREADTH</a:t>
            </a:r>
          </a:p>
        </p:txBody>
      </p:sp>
      <p:sp>
        <p:nvSpPr>
          <p:cNvPr id="67" name="TextBox 66"/>
          <p:cNvSpPr txBox="1"/>
          <p:nvPr/>
        </p:nvSpPr>
        <p:spPr>
          <a:xfrm>
            <a:off x="6782562" y="7799887"/>
            <a:ext cx="4999482" cy="461665"/>
          </a:xfrm>
          <a:prstGeom prst="rect">
            <a:avLst/>
          </a:prstGeom>
          <a:noFill/>
        </p:spPr>
        <p:txBody>
          <a:bodyPr wrap="square" lIns="0" tIns="0" rIns="0" bIns="0" anchor="ctr">
            <a:spAutoFit/>
          </a:bodyPr>
          <a:lstStyle/>
          <a:p>
            <a:r>
              <a:rPr sz="1500" dirty="0">
                <a:solidFill>
                  <a:srgbClr val="1F2D40"/>
                </a:solidFill>
              </a:rPr>
              <a:t>Stage-I/II evidence kept separate; complementary PCA monitoring, Park CUSUM, and opt-in GPR/MMD.</a:t>
            </a:r>
          </a:p>
        </p:txBody>
      </p:sp>
      <p:sp>
        <p:nvSpPr>
          <p:cNvPr id="68" name="TextBox 67"/>
          <p:cNvSpPr txBox="1"/>
          <p:nvPr/>
        </p:nvSpPr>
        <p:spPr>
          <a:xfrm>
            <a:off x="6782562" y="8480167"/>
            <a:ext cx="5013198" cy="184666"/>
          </a:xfrm>
          <a:prstGeom prst="rect">
            <a:avLst/>
          </a:prstGeom>
          <a:noFill/>
        </p:spPr>
        <p:txBody>
          <a:bodyPr wrap="square" lIns="0" tIns="0" rIns="0" bIns="0" anchor="ctr">
            <a:spAutoFit/>
          </a:bodyPr>
          <a:lstStyle/>
          <a:p>
            <a:r>
              <a:rPr sz="1200" dirty="0">
                <a:solidFill>
                  <a:srgbClr val="5E6E84"/>
                </a:solidFill>
              </a:rPr>
              <a:t>src/detection/  ·  docs/gpr_kernel_validation.md</a:t>
            </a:r>
          </a:p>
        </p:txBody>
      </p:sp>
      <p:sp>
        <p:nvSpPr>
          <p:cNvPr id="69" name="Rounded Rectangle 68"/>
          <p:cNvSpPr/>
          <p:nvPr/>
        </p:nvSpPr>
        <p:spPr>
          <a:xfrm>
            <a:off x="12262104" y="6885432"/>
            <a:ext cx="5493258" cy="1961388"/>
          </a:xfrm>
          <a:prstGeom prst="roundRect">
            <a:avLst>
              <a:gd name="adj" fmla="val 12000"/>
            </a:avLst>
          </a:prstGeom>
          <a:solidFill>
            <a:srgbClr val="FFFFFF"/>
          </a:solidFill>
          <a:ln w="10160">
            <a:solidFill>
              <a:srgbClr val="D5E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0" name="Rounded Rectangle 69"/>
          <p:cNvSpPr/>
          <p:nvPr/>
        </p:nvSpPr>
        <p:spPr>
          <a:xfrm>
            <a:off x="12508991" y="7132320"/>
            <a:ext cx="493776" cy="452628"/>
          </a:xfrm>
          <a:prstGeom prst="roundRect">
            <a:avLst>
              <a:gd name="adj" fmla="val 12000"/>
            </a:avLst>
          </a:prstGeom>
          <a:solidFill>
            <a:srgbClr val="7554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1" name="TextBox 70"/>
          <p:cNvSpPr txBox="1"/>
          <p:nvPr/>
        </p:nvSpPr>
        <p:spPr>
          <a:xfrm>
            <a:off x="12522707" y="7218225"/>
            <a:ext cx="466344" cy="212238"/>
          </a:xfrm>
          <a:prstGeom prst="rect">
            <a:avLst/>
          </a:prstGeom>
          <a:noFill/>
        </p:spPr>
        <p:txBody>
          <a:bodyPr wrap="square" lIns="0" tIns="0" rIns="0" bIns="0" anchor="ctr">
            <a:spAutoFit/>
          </a:bodyPr>
          <a:lstStyle/>
          <a:p>
            <a:pPr algn="ctr"/>
            <a:r>
              <a:rPr sz="1379" b="1" dirty="0">
                <a:solidFill>
                  <a:srgbClr val="FFFFFF"/>
                </a:solidFill>
              </a:rPr>
              <a:t>03</a:t>
            </a:r>
          </a:p>
        </p:txBody>
      </p:sp>
      <p:sp>
        <p:nvSpPr>
          <p:cNvPr id="72" name="TextBox 71"/>
          <p:cNvSpPr txBox="1"/>
          <p:nvPr/>
        </p:nvSpPr>
        <p:spPr>
          <a:xfrm>
            <a:off x="13167360" y="7169821"/>
            <a:ext cx="4368546" cy="281616"/>
          </a:xfrm>
          <a:prstGeom prst="rect">
            <a:avLst/>
          </a:prstGeom>
          <a:noFill/>
        </p:spPr>
        <p:txBody>
          <a:bodyPr wrap="square" lIns="0" tIns="0" rIns="0" bIns="0" anchor="ctr">
            <a:spAutoFit/>
          </a:bodyPr>
          <a:lstStyle/>
          <a:p>
            <a:r>
              <a:rPr sz="1830" b="1" dirty="0">
                <a:solidFill>
                  <a:srgbClr val="1B2D4C"/>
                </a:solidFill>
              </a:rPr>
              <a:t>WORKING RESEARCH PLATFORM</a:t>
            </a:r>
          </a:p>
        </p:txBody>
      </p:sp>
      <p:sp>
        <p:nvSpPr>
          <p:cNvPr id="73" name="TextBox 72"/>
          <p:cNvSpPr txBox="1"/>
          <p:nvPr/>
        </p:nvSpPr>
        <p:spPr>
          <a:xfrm>
            <a:off x="12522707" y="7799887"/>
            <a:ext cx="4999482" cy="461665"/>
          </a:xfrm>
          <a:prstGeom prst="rect">
            <a:avLst/>
          </a:prstGeom>
          <a:noFill/>
        </p:spPr>
        <p:txBody>
          <a:bodyPr wrap="square" lIns="0" tIns="0" rIns="0" bIns="0" anchor="ctr">
            <a:spAutoFit/>
          </a:bodyPr>
          <a:lstStyle/>
          <a:p>
            <a:r>
              <a:rPr sz="1500" dirty="0">
                <a:solidFill>
                  <a:srgbClr val="1F2D40"/>
                </a:solidFill>
              </a:rPr>
              <a:t>Supervised and transductive experiments; Diethe policy laboratory; Flask results hub, tests and CI.</a:t>
            </a:r>
          </a:p>
        </p:txBody>
      </p:sp>
      <p:sp>
        <p:nvSpPr>
          <p:cNvPr id="74" name="TextBox 73"/>
          <p:cNvSpPr txBox="1"/>
          <p:nvPr/>
        </p:nvSpPr>
        <p:spPr>
          <a:xfrm>
            <a:off x="12522707" y="8480167"/>
            <a:ext cx="5013198" cy="184666"/>
          </a:xfrm>
          <a:prstGeom prst="rect">
            <a:avLst/>
          </a:prstGeom>
          <a:noFill/>
        </p:spPr>
        <p:txBody>
          <a:bodyPr wrap="square" lIns="0" tIns="0" rIns="0" bIns="0" anchor="ctr">
            <a:spAutoFit/>
          </a:bodyPr>
          <a:lstStyle/>
          <a:p>
            <a:r>
              <a:rPr sz="1200" dirty="0">
                <a:solidFill>
                  <a:srgbClr val="5E6E84"/>
                </a:solidFill>
              </a:rPr>
              <a:t>src/adaptation/  ·  src/web/  ·  tests/</a:t>
            </a:r>
          </a:p>
        </p:txBody>
      </p:sp>
      <p:sp>
        <p:nvSpPr>
          <p:cNvPr id="75" name="Rounded Rectangle 74"/>
          <p:cNvSpPr/>
          <p:nvPr/>
        </p:nvSpPr>
        <p:spPr>
          <a:xfrm>
            <a:off x="781811" y="9299448"/>
            <a:ext cx="16706088" cy="589788"/>
          </a:xfrm>
          <a:prstGeom prst="roundRect">
            <a:avLst>
              <a:gd name="adj" fmla="val 12000"/>
            </a:avLst>
          </a:prstGeom>
          <a:solidFill>
            <a:srgbClr val="EC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6" name="TextBox 75"/>
          <p:cNvSpPr txBox="1"/>
          <p:nvPr/>
        </p:nvSpPr>
        <p:spPr>
          <a:xfrm>
            <a:off x="1014984" y="9465277"/>
            <a:ext cx="16226028" cy="216982"/>
          </a:xfrm>
          <a:prstGeom prst="rect">
            <a:avLst/>
          </a:prstGeom>
          <a:noFill/>
        </p:spPr>
        <p:txBody>
          <a:bodyPr wrap="square" lIns="0" tIns="0" rIns="0" bIns="0" anchor="ctr">
            <a:spAutoFit/>
          </a:bodyPr>
          <a:lstStyle/>
          <a:p>
            <a:r>
              <a:rPr sz="1410" dirty="0">
                <a:solidFill>
                  <a:srgbClr val="1B2D4C"/>
                </a:solidFill>
              </a:rPr>
              <a:t>RESEARCH BOUNDARY  •  Fully integrated digital twin, delayed-label joining and dynamic CSE-UAEL ensemble remain future work.</a:t>
            </a:r>
          </a:p>
        </p:txBody>
      </p:sp>
      <p:sp>
        <p:nvSpPr>
          <p:cNvPr id="77" name="TextBox 76"/>
          <p:cNvSpPr txBox="1"/>
          <p:nvPr/>
        </p:nvSpPr>
        <p:spPr>
          <a:xfrm>
            <a:off x="781811" y="9980915"/>
            <a:ext cx="13716000" cy="186974"/>
          </a:xfrm>
          <a:prstGeom prst="rect">
            <a:avLst/>
          </a:prstGeom>
          <a:noFill/>
        </p:spPr>
        <p:txBody>
          <a:bodyPr wrap="square" lIns="0" tIns="0" rIns="0" bIns="0" anchor="ctr">
            <a:spAutoFit/>
          </a:bodyPr>
          <a:lstStyle/>
          <a:p>
            <a:r>
              <a:rPr sz="1200" dirty="0">
                <a:solidFill>
                  <a:srgbClr val="5E6E84"/>
                </a:solidFill>
              </a:rPr>
              <a:t>Source: github.com/hlin863/</a:t>
            </a:r>
            <a:r>
              <a:rPr sz="1200" dirty="0" err="1">
                <a:solidFill>
                  <a:srgbClr val="5E6E84"/>
                </a:solidFill>
              </a:rPr>
              <a:t>ewma_covariate_shift_demo</a:t>
            </a:r>
            <a:endParaRPr lang="en-US" sz="1200" dirty="0" err="1">
              <a:solidFill>
                <a:srgbClr val="5E6E84"/>
              </a:solidFill>
              <a:ea typeface="Calibri"/>
              <a:cs typeface="Calibri"/>
            </a:endParaRPr>
          </a:p>
        </p:txBody>
      </p:sp>
      <p:sp>
        <p:nvSpPr>
          <p:cNvPr id="78" name="TextBox 77"/>
          <p:cNvSpPr txBox="1"/>
          <p:nvPr/>
        </p:nvSpPr>
        <p:spPr>
          <a:xfrm>
            <a:off x="16706088" y="9965979"/>
            <a:ext cx="685800" cy="203133"/>
          </a:xfrm>
          <a:prstGeom prst="rect">
            <a:avLst/>
          </a:prstGeom>
          <a:noFill/>
        </p:spPr>
        <p:txBody>
          <a:bodyPr wrap="square" lIns="0" tIns="0" rIns="0" bIns="0" anchor="ctr">
            <a:spAutoFit/>
          </a:bodyPr>
          <a:lstStyle/>
          <a:p>
            <a:pPr algn="r"/>
            <a:r>
              <a:rPr sz="1320" b="1" dirty="0">
                <a:solidFill>
                  <a:srgbClr val="5E6E84"/>
                </a:solidFill>
              </a:rPr>
              <a:t>03</a:t>
            </a:r>
          </a:p>
        </p:txBody>
      </p:sp>
    </p:spTree>
    <p:extLst>
      <p:ext uri="{BB962C8B-B14F-4D97-AF65-F5344CB8AC3E}">
        <p14:creationId xmlns:p14="http://schemas.microsoft.com/office/powerpoint/2010/main" val="387455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0"/>
          <p:cNvSpPr/>
          <p:nvPr/>
        </p:nvSpPr>
        <p:spPr>
          <a:xfrm>
            <a:off x="1097280" y="781920"/>
            <a:ext cx="10972260" cy="369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025" b="1" spc="209">
                <a:solidFill>
                  <a:srgbClr val="39D2C3"/>
                </a:solidFill>
                <a:latin typeface="Aptos"/>
                <a:ea typeface="Aptos"/>
              </a:rPr>
              <a:t>LITERATURE REVIEW  ·  OCTOBER 2026</a:t>
            </a:r>
            <a:endParaRPr lang="en-US" sz="2025">
              <a:solidFill>
                <a:srgbClr val="FFFFFF"/>
              </a:solidFill>
              <a:latin typeface="Arial"/>
            </a:endParaRPr>
          </a:p>
        </p:txBody>
      </p:sp>
      <p:sp>
        <p:nvSpPr>
          <p:cNvPr id="9" name="Text 1"/>
          <p:cNvSpPr/>
          <p:nvPr/>
        </p:nvSpPr>
        <p:spPr>
          <a:xfrm>
            <a:off x="1097280" y="1604880"/>
            <a:ext cx="15841440" cy="23722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5475" b="1">
                <a:solidFill>
                  <a:srgbClr val="F0F6FF"/>
                </a:solidFill>
                <a:latin typeface="Aptos"/>
                <a:ea typeface="Aptos"/>
              </a:rPr>
              <a:t>From detecting shift to</a:t>
            </a:r>
            <a:endParaRPr lang="en-US" sz="5475">
              <a:solidFill>
                <a:srgbClr val="FFFFFF"/>
              </a:solidFill>
              <a:latin typeface="Arial"/>
            </a:endParaRPr>
          </a:p>
          <a:p>
            <a:pPr defTabSz="1371600">
              <a:tabLst>
                <a:tab pos="0" algn="l"/>
              </a:tabLst>
            </a:pPr>
            <a:r>
              <a:rPr lang="en-US" sz="5475" b="1">
                <a:solidFill>
                  <a:srgbClr val="F0F6FF"/>
                </a:solidFill>
                <a:latin typeface="Aptos"/>
                <a:ea typeface="Aptos"/>
              </a:rPr>
              <a:t>self-maintaining learning</a:t>
            </a:r>
            <a:endParaRPr lang="en-US" sz="5475">
              <a:solidFill>
                <a:srgbClr val="FFFFFF"/>
              </a:solidFill>
              <a:latin typeface="Arial"/>
            </a:endParaRPr>
          </a:p>
        </p:txBody>
      </p:sp>
      <p:sp>
        <p:nvSpPr>
          <p:cNvPr id="10" name="Text 2"/>
          <p:cNvSpPr/>
          <p:nvPr/>
        </p:nvSpPr>
        <p:spPr>
          <a:xfrm>
            <a:off x="1138320" y="4334040"/>
            <a:ext cx="14264100" cy="61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625">
                <a:solidFill>
                  <a:srgbClr val="D5E4F1"/>
                </a:solidFill>
                <a:latin typeface="Aptos"/>
                <a:ea typeface="Aptos"/>
              </a:rPr>
              <a:t>A source-grounded map of methods, code and open research questions</a:t>
            </a:r>
            <a:endParaRPr lang="en-US" sz="2625">
              <a:solidFill>
                <a:srgbClr val="FFFFFF"/>
              </a:solidFill>
              <a:latin typeface="Arial"/>
            </a:endParaRPr>
          </a:p>
        </p:txBody>
      </p:sp>
      <p:sp>
        <p:nvSpPr>
          <p:cNvPr id="11" name="Shape 3"/>
          <p:cNvSpPr/>
          <p:nvPr/>
        </p:nvSpPr>
        <p:spPr>
          <a:xfrm>
            <a:off x="1110780" y="5266620"/>
            <a:ext cx="16020180" cy="540"/>
          </a:xfrm>
          <a:prstGeom prst="line">
            <a:avLst/>
          </a:prstGeom>
          <a:ln w="1905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12" name="Shape 4"/>
          <p:cNvSpPr/>
          <p:nvPr/>
        </p:nvSpPr>
        <p:spPr>
          <a:xfrm flipV="1">
            <a:off x="1261440" y="5947020"/>
            <a:ext cx="198180" cy="1917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13" name="Shape 5"/>
          <p:cNvSpPr/>
          <p:nvPr/>
        </p:nvSpPr>
        <p:spPr>
          <a:xfrm flipV="1">
            <a:off x="1459620" y="5834700"/>
            <a:ext cx="198180" cy="1123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4820" rIns="135000" bIns="44820" anchor="t" anchorCtr="1">
            <a:noAutofit/>
          </a:bodyPr>
          <a:lstStyle/>
          <a:p>
            <a:endParaRPr lang="en-US" sz="2700">
              <a:solidFill>
                <a:srgbClr val="FFFFFF"/>
              </a:solidFill>
              <a:latin typeface="Arial"/>
            </a:endParaRPr>
          </a:p>
        </p:txBody>
      </p:sp>
      <p:sp>
        <p:nvSpPr>
          <p:cNvPr id="14" name="Shape 6"/>
          <p:cNvSpPr/>
          <p:nvPr/>
        </p:nvSpPr>
        <p:spPr>
          <a:xfrm flipV="1">
            <a:off x="1657800" y="5823360"/>
            <a:ext cx="197640" cy="113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6160" rIns="135000" bIns="-56160" anchor="t" anchorCtr="1">
            <a:noAutofit/>
          </a:bodyPr>
          <a:lstStyle/>
          <a:p>
            <a:endParaRPr lang="en-US" sz="2700">
              <a:solidFill>
                <a:srgbClr val="FFFFFF"/>
              </a:solidFill>
              <a:latin typeface="Arial"/>
            </a:endParaRPr>
          </a:p>
        </p:txBody>
      </p:sp>
      <p:sp>
        <p:nvSpPr>
          <p:cNvPr id="15" name="Shape 7"/>
          <p:cNvSpPr/>
          <p:nvPr/>
        </p:nvSpPr>
        <p:spPr>
          <a:xfrm>
            <a:off x="1855440" y="5823360"/>
            <a:ext cx="198180" cy="648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700" rIns="135000" bIns="-2700" anchor="t" anchorCtr="1">
            <a:noAutofit/>
          </a:bodyPr>
          <a:lstStyle/>
          <a:p>
            <a:endParaRPr lang="en-US" sz="2700">
              <a:solidFill>
                <a:srgbClr val="FFFFFF"/>
              </a:solidFill>
              <a:latin typeface="Arial"/>
            </a:endParaRPr>
          </a:p>
        </p:txBody>
      </p:sp>
      <p:sp>
        <p:nvSpPr>
          <p:cNvPr id="16" name="Shape 8"/>
          <p:cNvSpPr/>
          <p:nvPr/>
        </p:nvSpPr>
        <p:spPr>
          <a:xfrm>
            <a:off x="2053620" y="5888160"/>
            <a:ext cx="198180" cy="901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2680" rIns="135000" bIns="22680" anchor="t" anchorCtr="1">
            <a:noAutofit/>
          </a:bodyPr>
          <a:lstStyle/>
          <a:p>
            <a:endParaRPr lang="en-US" sz="2700">
              <a:solidFill>
                <a:srgbClr val="FFFFFF"/>
              </a:solidFill>
              <a:latin typeface="Arial"/>
            </a:endParaRPr>
          </a:p>
        </p:txBody>
      </p:sp>
      <p:sp>
        <p:nvSpPr>
          <p:cNvPr id="17" name="Shape 9"/>
          <p:cNvSpPr/>
          <p:nvPr/>
        </p:nvSpPr>
        <p:spPr>
          <a:xfrm>
            <a:off x="2251800" y="5978340"/>
            <a:ext cx="198180" cy="804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2960" rIns="135000" bIns="12960" anchor="t" anchorCtr="1">
            <a:noAutofit/>
          </a:bodyPr>
          <a:lstStyle/>
          <a:p>
            <a:endParaRPr lang="en-US" sz="2700">
              <a:solidFill>
                <a:srgbClr val="FFFFFF"/>
              </a:solidFill>
              <a:latin typeface="Arial"/>
            </a:endParaRPr>
          </a:p>
        </p:txBody>
      </p:sp>
      <p:sp>
        <p:nvSpPr>
          <p:cNvPr id="18" name="Shape 10"/>
          <p:cNvSpPr/>
          <p:nvPr/>
        </p:nvSpPr>
        <p:spPr>
          <a:xfrm>
            <a:off x="2449980" y="6058800"/>
            <a:ext cx="197640" cy="675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0" rIns="135000" bIns="0" anchor="t" anchorCtr="1">
            <a:noAutofit/>
          </a:bodyPr>
          <a:lstStyle/>
          <a:p>
            <a:endParaRPr lang="en-US" sz="2700">
              <a:solidFill>
                <a:srgbClr val="FFFFFF"/>
              </a:solidFill>
              <a:latin typeface="Arial"/>
            </a:endParaRPr>
          </a:p>
        </p:txBody>
      </p:sp>
      <p:sp>
        <p:nvSpPr>
          <p:cNvPr id="19" name="Shape 11"/>
          <p:cNvSpPr/>
          <p:nvPr/>
        </p:nvSpPr>
        <p:spPr>
          <a:xfrm>
            <a:off x="2647620" y="6126300"/>
            <a:ext cx="198180" cy="761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8640" rIns="135000" bIns="8640" anchor="t" anchorCtr="1">
            <a:noAutofit/>
          </a:bodyPr>
          <a:lstStyle/>
          <a:p>
            <a:endParaRPr lang="en-US" sz="2700">
              <a:solidFill>
                <a:srgbClr val="FFFFFF"/>
              </a:solidFill>
              <a:latin typeface="Arial"/>
            </a:endParaRPr>
          </a:p>
        </p:txBody>
      </p:sp>
      <p:sp>
        <p:nvSpPr>
          <p:cNvPr id="20" name="Shape 12"/>
          <p:cNvSpPr/>
          <p:nvPr/>
        </p:nvSpPr>
        <p:spPr>
          <a:xfrm>
            <a:off x="2845800" y="6202440"/>
            <a:ext cx="198180" cy="1015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4020" rIns="135000" bIns="34020" anchor="t" anchorCtr="1">
            <a:noAutofit/>
          </a:bodyPr>
          <a:lstStyle/>
          <a:p>
            <a:endParaRPr lang="en-US" sz="2700">
              <a:solidFill>
                <a:srgbClr val="FFFFFF"/>
              </a:solidFill>
              <a:latin typeface="Arial"/>
            </a:endParaRPr>
          </a:p>
        </p:txBody>
      </p:sp>
      <p:sp>
        <p:nvSpPr>
          <p:cNvPr id="21" name="Shape 13"/>
          <p:cNvSpPr/>
          <p:nvPr/>
        </p:nvSpPr>
        <p:spPr>
          <a:xfrm>
            <a:off x="3043980" y="6303960"/>
            <a:ext cx="197640" cy="1112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3740" rIns="135000" bIns="43740" anchor="t" anchorCtr="1">
            <a:noAutofit/>
          </a:bodyPr>
          <a:lstStyle/>
          <a:p>
            <a:endParaRPr lang="en-US" sz="2700">
              <a:solidFill>
                <a:srgbClr val="FFFFFF"/>
              </a:solidFill>
              <a:latin typeface="Arial"/>
            </a:endParaRPr>
          </a:p>
        </p:txBody>
      </p:sp>
      <p:sp>
        <p:nvSpPr>
          <p:cNvPr id="22" name="Shape 14"/>
          <p:cNvSpPr/>
          <p:nvPr/>
        </p:nvSpPr>
        <p:spPr>
          <a:xfrm>
            <a:off x="3241620" y="6415200"/>
            <a:ext cx="198180" cy="756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8100" rIns="135000" bIns="8100" anchor="t" anchorCtr="1">
            <a:noAutofit/>
          </a:bodyPr>
          <a:lstStyle/>
          <a:p>
            <a:endParaRPr lang="en-US" sz="2700">
              <a:solidFill>
                <a:srgbClr val="FFFFFF"/>
              </a:solidFill>
              <a:latin typeface="Arial"/>
            </a:endParaRPr>
          </a:p>
        </p:txBody>
      </p:sp>
      <p:sp>
        <p:nvSpPr>
          <p:cNvPr id="23" name="Shape 15"/>
          <p:cNvSpPr/>
          <p:nvPr/>
        </p:nvSpPr>
        <p:spPr>
          <a:xfrm flipV="1">
            <a:off x="3439800" y="6481080"/>
            <a:ext cx="198180" cy="97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7780" rIns="135000" bIns="-57780" anchor="t" anchorCtr="1">
            <a:noAutofit/>
          </a:bodyPr>
          <a:lstStyle/>
          <a:p>
            <a:endParaRPr lang="en-US" sz="2700">
              <a:solidFill>
                <a:srgbClr val="FFFFFF"/>
              </a:solidFill>
              <a:latin typeface="Arial"/>
            </a:endParaRPr>
          </a:p>
        </p:txBody>
      </p:sp>
      <p:sp>
        <p:nvSpPr>
          <p:cNvPr id="24" name="Shape 16"/>
          <p:cNvSpPr/>
          <p:nvPr/>
        </p:nvSpPr>
        <p:spPr>
          <a:xfrm flipV="1">
            <a:off x="3637980" y="6369300"/>
            <a:ext cx="198180" cy="1117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4280" rIns="135000" bIns="44280" anchor="t" anchorCtr="1">
            <a:noAutofit/>
          </a:bodyPr>
          <a:lstStyle/>
          <a:p>
            <a:endParaRPr lang="en-US" sz="2700">
              <a:solidFill>
                <a:srgbClr val="FFFFFF"/>
              </a:solidFill>
              <a:latin typeface="Arial"/>
            </a:endParaRPr>
          </a:p>
        </p:txBody>
      </p:sp>
      <p:sp>
        <p:nvSpPr>
          <p:cNvPr id="25" name="Shape 17"/>
          <p:cNvSpPr/>
          <p:nvPr/>
        </p:nvSpPr>
        <p:spPr>
          <a:xfrm flipV="1">
            <a:off x="3836160" y="6190560"/>
            <a:ext cx="197640" cy="1787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26" name="Shape 18"/>
          <p:cNvSpPr/>
          <p:nvPr/>
        </p:nvSpPr>
        <p:spPr>
          <a:xfrm flipV="1">
            <a:off x="4033800" y="6017760"/>
            <a:ext cx="198180" cy="1728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27" name="Shape 19"/>
          <p:cNvSpPr/>
          <p:nvPr/>
        </p:nvSpPr>
        <p:spPr>
          <a:xfrm flipV="1">
            <a:off x="4231980" y="5919480"/>
            <a:ext cx="198180" cy="982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0780" rIns="135000" bIns="30780" anchor="t" anchorCtr="1">
            <a:noAutofit/>
          </a:bodyPr>
          <a:lstStyle/>
          <a:p>
            <a:endParaRPr lang="en-US" sz="2700">
              <a:solidFill>
                <a:srgbClr val="FFFFFF"/>
              </a:solidFill>
              <a:latin typeface="Arial"/>
            </a:endParaRPr>
          </a:p>
        </p:txBody>
      </p:sp>
      <p:sp>
        <p:nvSpPr>
          <p:cNvPr id="28" name="Shape 20"/>
          <p:cNvSpPr/>
          <p:nvPr/>
        </p:nvSpPr>
        <p:spPr>
          <a:xfrm>
            <a:off x="4430160" y="5919480"/>
            <a:ext cx="197640" cy="54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2100" rIns="135000" bIns="-62100" anchor="t" anchorCtr="1">
            <a:noAutofit/>
          </a:bodyPr>
          <a:lstStyle/>
          <a:p>
            <a:endParaRPr lang="en-US" sz="2700">
              <a:solidFill>
                <a:srgbClr val="FFFFFF"/>
              </a:solidFill>
              <a:latin typeface="Arial"/>
            </a:endParaRPr>
          </a:p>
        </p:txBody>
      </p:sp>
      <p:sp>
        <p:nvSpPr>
          <p:cNvPr id="29" name="Shape 21"/>
          <p:cNvSpPr/>
          <p:nvPr/>
        </p:nvSpPr>
        <p:spPr>
          <a:xfrm>
            <a:off x="4627800" y="5924880"/>
            <a:ext cx="198180" cy="874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9980" rIns="135000" bIns="19980" anchor="t" anchorCtr="1">
            <a:noAutofit/>
          </a:bodyPr>
          <a:lstStyle/>
          <a:p>
            <a:endParaRPr lang="en-US" sz="2700">
              <a:solidFill>
                <a:srgbClr val="FFFFFF"/>
              </a:solidFill>
              <a:latin typeface="Arial"/>
            </a:endParaRPr>
          </a:p>
        </p:txBody>
      </p:sp>
      <p:sp>
        <p:nvSpPr>
          <p:cNvPr id="30" name="Shape 22"/>
          <p:cNvSpPr/>
          <p:nvPr/>
        </p:nvSpPr>
        <p:spPr>
          <a:xfrm>
            <a:off x="4825980" y="6012360"/>
            <a:ext cx="198180" cy="1182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0760" rIns="135000" bIns="50760" anchor="t" anchorCtr="1">
            <a:noAutofit/>
          </a:bodyPr>
          <a:lstStyle/>
          <a:p>
            <a:endParaRPr lang="en-US" sz="2700">
              <a:solidFill>
                <a:srgbClr val="FFFFFF"/>
              </a:solidFill>
              <a:latin typeface="Arial"/>
            </a:endParaRPr>
          </a:p>
        </p:txBody>
      </p:sp>
      <p:sp>
        <p:nvSpPr>
          <p:cNvPr id="31" name="Shape 23"/>
          <p:cNvSpPr/>
          <p:nvPr/>
        </p:nvSpPr>
        <p:spPr>
          <a:xfrm>
            <a:off x="5024160" y="6130620"/>
            <a:ext cx="198180" cy="1074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9960" rIns="135000" bIns="39960" anchor="t" anchorCtr="1">
            <a:noAutofit/>
          </a:bodyPr>
          <a:lstStyle/>
          <a:p>
            <a:endParaRPr lang="en-US" sz="2700">
              <a:solidFill>
                <a:srgbClr val="FFFFFF"/>
              </a:solidFill>
              <a:latin typeface="Arial"/>
            </a:endParaRPr>
          </a:p>
        </p:txBody>
      </p:sp>
      <p:sp>
        <p:nvSpPr>
          <p:cNvPr id="32" name="Shape 24"/>
          <p:cNvSpPr/>
          <p:nvPr/>
        </p:nvSpPr>
        <p:spPr>
          <a:xfrm>
            <a:off x="5222340" y="6237540"/>
            <a:ext cx="197640" cy="858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8360" rIns="135000" bIns="18360" anchor="t" anchorCtr="1">
            <a:noAutofit/>
          </a:bodyPr>
          <a:lstStyle/>
          <a:p>
            <a:endParaRPr lang="en-US" sz="2700">
              <a:solidFill>
                <a:srgbClr val="FFFFFF"/>
              </a:solidFill>
              <a:latin typeface="Arial"/>
            </a:endParaRPr>
          </a:p>
        </p:txBody>
      </p:sp>
      <p:sp>
        <p:nvSpPr>
          <p:cNvPr id="33" name="Shape 25"/>
          <p:cNvSpPr/>
          <p:nvPr/>
        </p:nvSpPr>
        <p:spPr>
          <a:xfrm>
            <a:off x="5419980" y="6323400"/>
            <a:ext cx="198180" cy="826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5120" rIns="135000" bIns="15120" anchor="t" anchorCtr="1">
            <a:noAutofit/>
          </a:bodyPr>
          <a:lstStyle/>
          <a:p>
            <a:endParaRPr lang="en-US" sz="2700">
              <a:solidFill>
                <a:srgbClr val="FFFFFF"/>
              </a:solidFill>
              <a:latin typeface="Arial"/>
            </a:endParaRPr>
          </a:p>
        </p:txBody>
      </p:sp>
      <p:sp>
        <p:nvSpPr>
          <p:cNvPr id="34" name="Shape 26"/>
          <p:cNvSpPr/>
          <p:nvPr/>
        </p:nvSpPr>
        <p:spPr>
          <a:xfrm>
            <a:off x="5618160" y="6406020"/>
            <a:ext cx="198180" cy="999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2400" rIns="135000" bIns="32400" anchor="t" anchorCtr="1">
            <a:noAutofit/>
          </a:bodyPr>
          <a:lstStyle/>
          <a:p>
            <a:endParaRPr lang="en-US" sz="2700">
              <a:solidFill>
                <a:srgbClr val="FFFFFF"/>
              </a:solidFill>
              <a:latin typeface="Arial"/>
            </a:endParaRPr>
          </a:p>
        </p:txBody>
      </p:sp>
      <p:sp>
        <p:nvSpPr>
          <p:cNvPr id="35" name="Shape 27"/>
          <p:cNvSpPr/>
          <p:nvPr/>
        </p:nvSpPr>
        <p:spPr>
          <a:xfrm>
            <a:off x="5816340" y="6505920"/>
            <a:ext cx="197640" cy="1090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1580" rIns="135000" bIns="41580" anchor="t" anchorCtr="1">
            <a:noAutofit/>
          </a:bodyPr>
          <a:lstStyle/>
          <a:p>
            <a:endParaRPr lang="en-US" sz="2700">
              <a:solidFill>
                <a:srgbClr val="FFFFFF"/>
              </a:solidFill>
              <a:latin typeface="Arial"/>
            </a:endParaRPr>
          </a:p>
        </p:txBody>
      </p:sp>
      <p:sp>
        <p:nvSpPr>
          <p:cNvPr id="36" name="Shape 28"/>
          <p:cNvSpPr/>
          <p:nvPr/>
        </p:nvSpPr>
        <p:spPr>
          <a:xfrm>
            <a:off x="6013980" y="6615000"/>
            <a:ext cx="198180" cy="777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0260" rIns="135000" bIns="10260" anchor="t" anchorCtr="1">
            <a:noAutofit/>
          </a:bodyPr>
          <a:lstStyle/>
          <a:p>
            <a:endParaRPr lang="en-US" sz="2700">
              <a:solidFill>
                <a:srgbClr val="FFFFFF"/>
              </a:solidFill>
              <a:latin typeface="Arial"/>
            </a:endParaRPr>
          </a:p>
        </p:txBody>
      </p:sp>
      <p:sp>
        <p:nvSpPr>
          <p:cNvPr id="37" name="Shape 29"/>
          <p:cNvSpPr/>
          <p:nvPr/>
        </p:nvSpPr>
        <p:spPr>
          <a:xfrm flipV="1">
            <a:off x="6212160" y="6690060"/>
            <a:ext cx="198180" cy="27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4800" rIns="135000" bIns="-64800" anchor="t" anchorCtr="1">
            <a:noAutofit/>
          </a:bodyPr>
          <a:lstStyle/>
          <a:p>
            <a:endParaRPr lang="en-US" sz="2700">
              <a:solidFill>
                <a:srgbClr val="FFFFFF"/>
              </a:solidFill>
              <a:latin typeface="Arial"/>
            </a:endParaRPr>
          </a:p>
        </p:txBody>
      </p:sp>
      <p:sp>
        <p:nvSpPr>
          <p:cNvPr id="38" name="Shape 30"/>
          <p:cNvSpPr/>
          <p:nvPr/>
        </p:nvSpPr>
        <p:spPr>
          <a:xfrm flipV="1">
            <a:off x="6410340" y="6584760"/>
            <a:ext cx="198180" cy="1053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7800" rIns="135000" bIns="37800" anchor="t" anchorCtr="1">
            <a:noAutofit/>
          </a:bodyPr>
          <a:lstStyle/>
          <a:p>
            <a:endParaRPr lang="en-US" sz="2700">
              <a:solidFill>
                <a:srgbClr val="FFFFFF"/>
              </a:solidFill>
              <a:latin typeface="Arial"/>
            </a:endParaRPr>
          </a:p>
        </p:txBody>
      </p:sp>
      <p:sp>
        <p:nvSpPr>
          <p:cNvPr id="39" name="Shape 31"/>
          <p:cNvSpPr/>
          <p:nvPr/>
        </p:nvSpPr>
        <p:spPr>
          <a:xfrm flipV="1">
            <a:off x="6608520" y="6406560"/>
            <a:ext cx="197640" cy="1782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40" name="Shape 32"/>
          <p:cNvSpPr/>
          <p:nvPr/>
        </p:nvSpPr>
        <p:spPr>
          <a:xfrm flipV="1">
            <a:off x="6806160" y="6223500"/>
            <a:ext cx="198180" cy="183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41" name="Shape 33"/>
          <p:cNvSpPr/>
          <p:nvPr/>
        </p:nvSpPr>
        <p:spPr>
          <a:xfrm flipV="1">
            <a:off x="7004340" y="6107940"/>
            <a:ext cx="198180" cy="1155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8060" rIns="135000" bIns="48060" anchor="t" anchorCtr="1">
            <a:noAutofit/>
          </a:bodyPr>
          <a:lstStyle/>
          <a:p>
            <a:endParaRPr lang="en-US" sz="2700">
              <a:solidFill>
                <a:srgbClr val="FFFFFF"/>
              </a:solidFill>
              <a:latin typeface="Arial"/>
            </a:endParaRPr>
          </a:p>
        </p:txBody>
      </p:sp>
      <p:sp>
        <p:nvSpPr>
          <p:cNvPr id="42" name="Shape 34"/>
          <p:cNvSpPr/>
          <p:nvPr/>
        </p:nvSpPr>
        <p:spPr>
          <a:xfrm flipV="1">
            <a:off x="7202520" y="6096060"/>
            <a:ext cx="197640" cy="118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5620" rIns="135000" bIns="-55620" anchor="t" anchorCtr="1">
            <a:noAutofit/>
          </a:bodyPr>
          <a:lstStyle/>
          <a:p>
            <a:endParaRPr lang="en-US" sz="2700">
              <a:solidFill>
                <a:srgbClr val="FFFFFF"/>
              </a:solidFill>
              <a:latin typeface="Arial"/>
            </a:endParaRPr>
          </a:p>
        </p:txBody>
      </p:sp>
      <p:sp>
        <p:nvSpPr>
          <p:cNvPr id="43" name="Shape 35"/>
          <p:cNvSpPr/>
          <p:nvPr/>
        </p:nvSpPr>
        <p:spPr>
          <a:xfrm>
            <a:off x="7400160" y="6096060"/>
            <a:ext cx="198180" cy="75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7560" rIns="135000" bIns="7560" anchor="t" anchorCtr="1">
            <a:noAutofit/>
          </a:bodyPr>
          <a:lstStyle/>
          <a:p>
            <a:endParaRPr lang="en-US" sz="2700">
              <a:solidFill>
                <a:srgbClr val="FFFFFF"/>
              </a:solidFill>
              <a:latin typeface="Arial"/>
            </a:endParaRPr>
          </a:p>
        </p:txBody>
      </p:sp>
      <p:sp>
        <p:nvSpPr>
          <p:cNvPr id="44" name="Shape 36"/>
          <p:cNvSpPr/>
          <p:nvPr/>
        </p:nvSpPr>
        <p:spPr>
          <a:xfrm>
            <a:off x="7598340" y="6171120"/>
            <a:ext cx="198180" cy="1117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4280" rIns="135000" bIns="44280" anchor="t" anchorCtr="1">
            <a:noAutofit/>
          </a:bodyPr>
          <a:lstStyle/>
          <a:p>
            <a:endParaRPr lang="en-US" sz="2700">
              <a:solidFill>
                <a:srgbClr val="FFFFFF"/>
              </a:solidFill>
              <a:latin typeface="Arial"/>
            </a:endParaRPr>
          </a:p>
        </p:txBody>
      </p:sp>
      <p:sp>
        <p:nvSpPr>
          <p:cNvPr id="45" name="Shape 37"/>
          <p:cNvSpPr/>
          <p:nvPr/>
        </p:nvSpPr>
        <p:spPr>
          <a:xfrm>
            <a:off x="7796520" y="6282900"/>
            <a:ext cx="198180" cy="999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2400" rIns="135000" bIns="32400" anchor="t" anchorCtr="1">
            <a:noAutofit/>
          </a:bodyPr>
          <a:lstStyle/>
          <a:p>
            <a:endParaRPr lang="en-US" sz="2700">
              <a:solidFill>
                <a:srgbClr val="FFFFFF"/>
              </a:solidFill>
              <a:latin typeface="Arial"/>
            </a:endParaRPr>
          </a:p>
        </p:txBody>
      </p:sp>
      <p:sp>
        <p:nvSpPr>
          <p:cNvPr id="46" name="Shape 38"/>
          <p:cNvSpPr/>
          <p:nvPr/>
        </p:nvSpPr>
        <p:spPr>
          <a:xfrm>
            <a:off x="7994700" y="6382800"/>
            <a:ext cx="197640" cy="707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240" rIns="135000" bIns="3240" anchor="t" anchorCtr="1">
            <a:noAutofit/>
          </a:bodyPr>
          <a:lstStyle/>
          <a:p>
            <a:endParaRPr lang="en-US" sz="2700">
              <a:solidFill>
                <a:srgbClr val="FFFFFF"/>
              </a:solidFill>
              <a:latin typeface="Arial"/>
            </a:endParaRPr>
          </a:p>
        </p:txBody>
      </p:sp>
      <p:sp>
        <p:nvSpPr>
          <p:cNvPr id="47" name="Shape 39"/>
          <p:cNvSpPr/>
          <p:nvPr/>
        </p:nvSpPr>
        <p:spPr>
          <a:xfrm>
            <a:off x="8192340" y="6453540"/>
            <a:ext cx="198180" cy="577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9720" rIns="135000" bIns="-9720" anchor="t" anchorCtr="1">
            <a:noAutofit/>
          </a:bodyPr>
          <a:lstStyle/>
          <a:p>
            <a:endParaRPr lang="en-US" sz="2700">
              <a:solidFill>
                <a:srgbClr val="FFFFFF"/>
              </a:solidFill>
              <a:latin typeface="Arial"/>
            </a:endParaRPr>
          </a:p>
        </p:txBody>
      </p:sp>
      <p:sp>
        <p:nvSpPr>
          <p:cNvPr id="48" name="Shape 40"/>
          <p:cNvSpPr/>
          <p:nvPr/>
        </p:nvSpPr>
        <p:spPr>
          <a:xfrm>
            <a:off x="8390520" y="6511320"/>
            <a:ext cx="198180" cy="675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0" rIns="135000" bIns="0" anchor="t" anchorCtr="1">
            <a:noAutofit/>
          </a:bodyPr>
          <a:lstStyle/>
          <a:p>
            <a:endParaRPr lang="en-US" sz="2700">
              <a:solidFill>
                <a:srgbClr val="FFFFFF"/>
              </a:solidFill>
              <a:latin typeface="Arial"/>
            </a:endParaRPr>
          </a:p>
        </p:txBody>
      </p:sp>
      <p:sp>
        <p:nvSpPr>
          <p:cNvPr id="49" name="Shape 41"/>
          <p:cNvSpPr/>
          <p:nvPr/>
        </p:nvSpPr>
        <p:spPr>
          <a:xfrm>
            <a:off x="8588700" y="6578820"/>
            <a:ext cx="197640" cy="756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8100" rIns="135000" bIns="8100" anchor="t" anchorCtr="1">
            <a:noAutofit/>
          </a:bodyPr>
          <a:lstStyle/>
          <a:p>
            <a:endParaRPr lang="en-US" sz="2700">
              <a:solidFill>
                <a:srgbClr val="FFFFFF"/>
              </a:solidFill>
              <a:latin typeface="Arial"/>
            </a:endParaRPr>
          </a:p>
        </p:txBody>
      </p:sp>
      <p:sp>
        <p:nvSpPr>
          <p:cNvPr id="50" name="Shape 42"/>
          <p:cNvSpPr/>
          <p:nvPr/>
        </p:nvSpPr>
        <p:spPr>
          <a:xfrm>
            <a:off x="8786340" y="6654420"/>
            <a:ext cx="198180" cy="507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6740" rIns="135000" bIns="-16740" anchor="t" anchorCtr="1">
            <a:noAutofit/>
          </a:bodyPr>
          <a:lstStyle/>
          <a:p>
            <a:endParaRPr lang="en-US" sz="2700">
              <a:solidFill>
                <a:srgbClr val="FFFFFF"/>
              </a:solidFill>
              <a:latin typeface="Arial"/>
            </a:endParaRPr>
          </a:p>
        </p:txBody>
      </p:sp>
      <p:sp>
        <p:nvSpPr>
          <p:cNvPr id="51" name="Shape 43"/>
          <p:cNvSpPr/>
          <p:nvPr/>
        </p:nvSpPr>
        <p:spPr>
          <a:xfrm flipV="1">
            <a:off x="8984520" y="6683040"/>
            <a:ext cx="198180" cy="221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5360" rIns="135000" bIns="-45360" anchor="t" anchorCtr="1">
            <a:noAutofit/>
          </a:bodyPr>
          <a:lstStyle/>
          <a:p>
            <a:endParaRPr lang="en-US" sz="2700">
              <a:solidFill>
                <a:srgbClr val="FFFFFF"/>
              </a:solidFill>
              <a:latin typeface="Arial"/>
            </a:endParaRPr>
          </a:p>
        </p:txBody>
      </p:sp>
      <p:sp>
        <p:nvSpPr>
          <p:cNvPr id="52" name="Shape 44"/>
          <p:cNvSpPr/>
          <p:nvPr/>
        </p:nvSpPr>
        <p:spPr>
          <a:xfrm flipV="1">
            <a:off x="9182700" y="6562080"/>
            <a:ext cx="198180" cy="1209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3460" rIns="135000" bIns="53460" anchor="t" anchorCtr="1">
            <a:noAutofit/>
          </a:bodyPr>
          <a:lstStyle/>
          <a:p>
            <a:endParaRPr lang="en-US" sz="2700">
              <a:solidFill>
                <a:srgbClr val="FFFFFF"/>
              </a:solidFill>
              <a:latin typeface="Arial"/>
            </a:endParaRPr>
          </a:p>
        </p:txBody>
      </p:sp>
      <p:sp>
        <p:nvSpPr>
          <p:cNvPr id="53" name="Shape 45"/>
          <p:cNvSpPr/>
          <p:nvPr/>
        </p:nvSpPr>
        <p:spPr>
          <a:xfrm flipV="1">
            <a:off x="9380880" y="6364440"/>
            <a:ext cx="197640" cy="1976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54" name="Shape 46"/>
          <p:cNvSpPr/>
          <p:nvPr/>
        </p:nvSpPr>
        <p:spPr>
          <a:xfrm flipV="1">
            <a:off x="9578520" y="6156000"/>
            <a:ext cx="198180" cy="2084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55" name="Shape 47"/>
          <p:cNvSpPr/>
          <p:nvPr/>
        </p:nvSpPr>
        <p:spPr>
          <a:xfrm flipV="1">
            <a:off x="9776700" y="6011280"/>
            <a:ext cx="198180" cy="1447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56" name="Shape 48"/>
          <p:cNvSpPr/>
          <p:nvPr/>
        </p:nvSpPr>
        <p:spPr>
          <a:xfrm flipV="1">
            <a:off x="9974880" y="5971860"/>
            <a:ext cx="197640" cy="394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8080" rIns="135000" bIns="-28080" anchor="t" anchorCtr="1">
            <a:noAutofit/>
          </a:bodyPr>
          <a:lstStyle/>
          <a:p>
            <a:endParaRPr lang="en-US" sz="2700">
              <a:solidFill>
                <a:srgbClr val="FFFFFF"/>
              </a:solidFill>
              <a:latin typeface="Arial"/>
            </a:endParaRPr>
          </a:p>
        </p:txBody>
      </p:sp>
      <p:sp>
        <p:nvSpPr>
          <p:cNvPr id="57" name="Shape 49"/>
          <p:cNvSpPr/>
          <p:nvPr/>
        </p:nvSpPr>
        <p:spPr>
          <a:xfrm>
            <a:off x="10172520" y="5971860"/>
            <a:ext cx="198180" cy="556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1880" rIns="135000" bIns="-11880" anchor="t" anchorCtr="1">
            <a:noAutofit/>
          </a:bodyPr>
          <a:lstStyle/>
          <a:p>
            <a:endParaRPr lang="en-US" sz="2700">
              <a:solidFill>
                <a:srgbClr val="FFFFFF"/>
              </a:solidFill>
              <a:latin typeface="Arial"/>
            </a:endParaRPr>
          </a:p>
        </p:txBody>
      </p:sp>
      <p:sp>
        <p:nvSpPr>
          <p:cNvPr id="58" name="Shape 50"/>
          <p:cNvSpPr/>
          <p:nvPr/>
        </p:nvSpPr>
        <p:spPr>
          <a:xfrm>
            <a:off x="10370700" y="6027480"/>
            <a:ext cx="198180" cy="102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4560" rIns="135000" bIns="34560" anchor="t" anchorCtr="1">
            <a:noAutofit/>
          </a:bodyPr>
          <a:lstStyle/>
          <a:p>
            <a:endParaRPr lang="en-US" sz="2700">
              <a:solidFill>
                <a:srgbClr val="FFFFFF"/>
              </a:solidFill>
              <a:latin typeface="Arial"/>
            </a:endParaRPr>
          </a:p>
        </p:txBody>
      </p:sp>
      <p:sp>
        <p:nvSpPr>
          <p:cNvPr id="59" name="Shape 51"/>
          <p:cNvSpPr/>
          <p:nvPr/>
        </p:nvSpPr>
        <p:spPr>
          <a:xfrm>
            <a:off x="10568880" y="6129540"/>
            <a:ext cx="198180" cy="945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7000" rIns="135000" bIns="27000" anchor="t" anchorCtr="1">
            <a:noAutofit/>
          </a:bodyPr>
          <a:lstStyle/>
          <a:p>
            <a:endParaRPr lang="en-US" sz="2700">
              <a:solidFill>
                <a:srgbClr val="FFFFFF"/>
              </a:solidFill>
              <a:latin typeface="Arial"/>
            </a:endParaRPr>
          </a:p>
        </p:txBody>
      </p:sp>
      <p:sp>
        <p:nvSpPr>
          <p:cNvPr id="60" name="Shape 52"/>
          <p:cNvSpPr/>
          <p:nvPr/>
        </p:nvSpPr>
        <p:spPr>
          <a:xfrm>
            <a:off x="10767060" y="6224040"/>
            <a:ext cx="197640" cy="637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780" rIns="135000" bIns="-3780" anchor="t" anchorCtr="1">
            <a:noAutofit/>
          </a:bodyPr>
          <a:lstStyle/>
          <a:p>
            <a:endParaRPr lang="en-US" sz="2700">
              <a:solidFill>
                <a:srgbClr val="FFFFFF"/>
              </a:solidFill>
              <a:latin typeface="Arial"/>
            </a:endParaRPr>
          </a:p>
        </p:txBody>
      </p:sp>
      <p:sp>
        <p:nvSpPr>
          <p:cNvPr id="61" name="Shape 53"/>
          <p:cNvSpPr/>
          <p:nvPr/>
        </p:nvSpPr>
        <p:spPr>
          <a:xfrm>
            <a:off x="10964700" y="6287760"/>
            <a:ext cx="198180" cy="432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4300" rIns="135000" bIns="-24300" anchor="t" anchorCtr="1">
            <a:noAutofit/>
          </a:bodyPr>
          <a:lstStyle/>
          <a:p>
            <a:endParaRPr lang="en-US" sz="2700">
              <a:solidFill>
                <a:srgbClr val="FFFFFF"/>
              </a:solidFill>
              <a:latin typeface="Arial"/>
            </a:endParaRPr>
          </a:p>
        </p:txBody>
      </p:sp>
      <p:sp>
        <p:nvSpPr>
          <p:cNvPr id="62" name="Shape 54"/>
          <p:cNvSpPr/>
          <p:nvPr/>
        </p:nvSpPr>
        <p:spPr>
          <a:xfrm>
            <a:off x="11162880" y="6330960"/>
            <a:ext cx="198180" cy="48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9440" rIns="135000" bIns="-19440" anchor="t" anchorCtr="1">
            <a:noAutofit/>
          </a:bodyPr>
          <a:lstStyle/>
          <a:p>
            <a:endParaRPr lang="en-US" sz="2700">
              <a:solidFill>
                <a:srgbClr val="FFFFFF"/>
              </a:solidFill>
              <a:latin typeface="Arial"/>
            </a:endParaRPr>
          </a:p>
        </p:txBody>
      </p:sp>
      <p:sp>
        <p:nvSpPr>
          <p:cNvPr id="63" name="Shape 55"/>
          <p:cNvSpPr/>
          <p:nvPr/>
        </p:nvSpPr>
        <p:spPr>
          <a:xfrm>
            <a:off x="11361060" y="6379020"/>
            <a:ext cx="197640" cy="583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9180" rIns="135000" bIns="-9180" anchor="t" anchorCtr="1">
            <a:noAutofit/>
          </a:bodyPr>
          <a:lstStyle/>
          <a:p>
            <a:endParaRPr lang="en-US" sz="2700">
              <a:solidFill>
                <a:srgbClr val="FFFFFF"/>
              </a:solidFill>
              <a:latin typeface="Arial"/>
            </a:endParaRPr>
          </a:p>
        </p:txBody>
      </p:sp>
      <p:sp>
        <p:nvSpPr>
          <p:cNvPr id="64" name="Shape 56"/>
          <p:cNvSpPr/>
          <p:nvPr/>
        </p:nvSpPr>
        <p:spPr>
          <a:xfrm>
            <a:off x="11558700" y="6437340"/>
            <a:ext cx="198180" cy="421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5380" rIns="135000" bIns="-25380" anchor="t" anchorCtr="1">
            <a:noAutofit/>
          </a:bodyPr>
          <a:lstStyle/>
          <a:p>
            <a:endParaRPr lang="en-US" sz="2700">
              <a:solidFill>
                <a:srgbClr val="FFFFFF"/>
              </a:solidFill>
              <a:latin typeface="Arial"/>
            </a:endParaRPr>
          </a:p>
        </p:txBody>
      </p:sp>
      <p:sp>
        <p:nvSpPr>
          <p:cNvPr id="65" name="Shape 57"/>
          <p:cNvSpPr/>
          <p:nvPr/>
        </p:nvSpPr>
        <p:spPr>
          <a:xfrm flipV="1">
            <a:off x="11756880" y="6459480"/>
            <a:ext cx="198180" cy="199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7520" rIns="135000" bIns="-47520" anchor="t" anchorCtr="1">
            <a:noAutofit/>
          </a:bodyPr>
          <a:lstStyle/>
          <a:p>
            <a:endParaRPr lang="en-US" sz="2700">
              <a:solidFill>
                <a:srgbClr val="FFFFFF"/>
              </a:solidFill>
              <a:latin typeface="Arial"/>
            </a:endParaRPr>
          </a:p>
        </p:txBody>
      </p:sp>
      <p:sp>
        <p:nvSpPr>
          <p:cNvPr id="66" name="Shape 58"/>
          <p:cNvSpPr/>
          <p:nvPr/>
        </p:nvSpPr>
        <p:spPr>
          <a:xfrm flipV="1">
            <a:off x="11955060" y="6348240"/>
            <a:ext cx="197640" cy="1112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3740" rIns="135000" bIns="43740" anchor="t" anchorCtr="1">
            <a:noAutofit/>
          </a:bodyPr>
          <a:lstStyle/>
          <a:p>
            <a:endParaRPr lang="en-US" sz="2700">
              <a:solidFill>
                <a:srgbClr val="FFFFFF"/>
              </a:solidFill>
              <a:latin typeface="Arial"/>
            </a:endParaRPr>
          </a:p>
        </p:txBody>
      </p:sp>
      <p:sp>
        <p:nvSpPr>
          <p:cNvPr id="67" name="Shape 59"/>
          <p:cNvSpPr/>
          <p:nvPr/>
        </p:nvSpPr>
        <p:spPr>
          <a:xfrm flipV="1">
            <a:off x="12152700" y="6161400"/>
            <a:ext cx="198180" cy="1868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68" name="Shape 60"/>
          <p:cNvSpPr/>
          <p:nvPr/>
        </p:nvSpPr>
        <p:spPr>
          <a:xfrm flipV="1">
            <a:off x="12350880" y="5958900"/>
            <a:ext cx="198180" cy="2025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69" name="Shape 61"/>
          <p:cNvSpPr/>
          <p:nvPr/>
        </p:nvSpPr>
        <p:spPr>
          <a:xfrm flipV="1">
            <a:off x="12549060" y="5816340"/>
            <a:ext cx="198180" cy="1425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70" name="Shape 62"/>
          <p:cNvSpPr/>
          <p:nvPr/>
        </p:nvSpPr>
        <p:spPr>
          <a:xfrm flipV="1">
            <a:off x="12747240" y="5781780"/>
            <a:ext cx="197640" cy="345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2940" rIns="135000" bIns="-32940" anchor="t" anchorCtr="1">
            <a:noAutofit/>
          </a:bodyPr>
          <a:lstStyle/>
          <a:p>
            <a:endParaRPr lang="en-US" sz="2700">
              <a:solidFill>
                <a:srgbClr val="FFFFFF"/>
              </a:solidFill>
              <a:latin typeface="Arial"/>
            </a:endParaRPr>
          </a:p>
        </p:txBody>
      </p:sp>
      <p:sp>
        <p:nvSpPr>
          <p:cNvPr id="71" name="Shape 63"/>
          <p:cNvSpPr/>
          <p:nvPr/>
        </p:nvSpPr>
        <p:spPr>
          <a:xfrm>
            <a:off x="12944880" y="5781780"/>
            <a:ext cx="198180" cy="691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620" rIns="135000" bIns="1620" anchor="t" anchorCtr="1">
            <a:noAutofit/>
          </a:bodyPr>
          <a:lstStyle/>
          <a:p>
            <a:endParaRPr lang="en-US" sz="2700">
              <a:solidFill>
                <a:srgbClr val="FFFFFF"/>
              </a:solidFill>
              <a:latin typeface="Arial"/>
            </a:endParaRPr>
          </a:p>
        </p:txBody>
      </p:sp>
      <p:sp>
        <p:nvSpPr>
          <p:cNvPr id="72" name="Shape 64"/>
          <p:cNvSpPr/>
          <p:nvPr/>
        </p:nvSpPr>
        <p:spPr>
          <a:xfrm>
            <a:off x="13143060" y="5850900"/>
            <a:ext cx="198180" cy="1252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7780" rIns="135000" bIns="57780" anchor="t" anchorCtr="1">
            <a:noAutofit/>
          </a:bodyPr>
          <a:lstStyle/>
          <a:p>
            <a:endParaRPr lang="en-US" sz="2700">
              <a:solidFill>
                <a:srgbClr val="FFFFFF"/>
              </a:solidFill>
              <a:latin typeface="Arial"/>
            </a:endParaRPr>
          </a:p>
        </p:txBody>
      </p:sp>
      <p:sp>
        <p:nvSpPr>
          <p:cNvPr id="73" name="Shape 65"/>
          <p:cNvSpPr/>
          <p:nvPr/>
        </p:nvSpPr>
        <p:spPr>
          <a:xfrm>
            <a:off x="13341240" y="5976180"/>
            <a:ext cx="197640" cy="1236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6160" rIns="135000" bIns="56160" anchor="t" anchorCtr="1">
            <a:noAutofit/>
          </a:bodyPr>
          <a:lstStyle/>
          <a:p>
            <a:endParaRPr lang="en-US" sz="2700">
              <a:solidFill>
                <a:srgbClr val="FFFFFF"/>
              </a:solidFill>
              <a:latin typeface="Arial"/>
            </a:endParaRPr>
          </a:p>
        </p:txBody>
      </p:sp>
      <p:sp>
        <p:nvSpPr>
          <p:cNvPr id="74" name="Shape 66"/>
          <p:cNvSpPr/>
          <p:nvPr/>
        </p:nvSpPr>
        <p:spPr>
          <a:xfrm>
            <a:off x="13538880" y="6099840"/>
            <a:ext cx="198180" cy="901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2680" rIns="135000" bIns="22680" anchor="t" anchorCtr="1">
            <a:noAutofit/>
          </a:bodyPr>
          <a:lstStyle/>
          <a:p>
            <a:endParaRPr lang="en-US" sz="2700">
              <a:solidFill>
                <a:srgbClr val="FFFFFF"/>
              </a:solidFill>
              <a:latin typeface="Arial"/>
            </a:endParaRPr>
          </a:p>
        </p:txBody>
      </p:sp>
      <p:sp>
        <p:nvSpPr>
          <p:cNvPr id="75" name="Shape 67"/>
          <p:cNvSpPr/>
          <p:nvPr/>
        </p:nvSpPr>
        <p:spPr>
          <a:xfrm>
            <a:off x="13737060" y="6190020"/>
            <a:ext cx="198180" cy="631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320" rIns="135000" bIns="-4320" anchor="t" anchorCtr="1">
            <a:noAutofit/>
          </a:bodyPr>
          <a:lstStyle/>
          <a:p>
            <a:endParaRPr lang="en-US" sz="2700">
              <a:solidFill>
                <a:srgbClr val="FFFFFF"/>
              </a:solidFill>
              <a:latin typeface="Arial"/>
            </a:endParaRPr>
          </a:p>
        </p:txBody>
      </p:sp>
      <p:sp>
        <p:nvSpPr>
          <p:cNvPr id="76" name="Shape 68"/>
          <p:cNvSpPr/>
          <p:nvPr/>
        </p:nvSpPr>
        <p:spPr>
          <a:xfrm>
            <a:off x="13935240" y="6253200"/>
            <a:ext cx="198180" cy="610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480" rIns="135000" bIns="-6480" anchor="t" anchorCtr="1">
            <a:noAutofit/>
          </a:bodyPr>
          <a:lstStyle/>
          <a:p>
            <a:endParaRPr lang="en-US" sz="2700">
              <a:solidFill>
                <a:srgbClr val="FFFFFF"/>
              </a:solidFill>
              <a:latin typeface="Arial"/>
            </a:endParaRPr>
          </a:p>
        </p:txBody>
      </p:sp>
      <p:sp>
        <p:nvSpPr>
          <p:cNvPr id="77" name="Shape 69"/>
          <p:cNvSpPr/>
          <p:nvPr/>
        </p:nvSpPr>
        <p:spPr>
          <a:xfrm>
            <a:off x="14133420" y="6314220"/>
            <a:ext cx="197640" cy="707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3240" rIns="135000" bIns="3240" anchor="t" anchorCtr="1">
            <a:noAutofit/>
          </a:bodyPr>
          <a:lstStyle/>
          <a:p>
            <a:endParaRPr lang="en-US" sz="2700">
              <a:solidFill>
                <a:srgbClr val="FFFFFF"/>
              </a:solidFill>
              <a:latin typeface="Arial"/>
            </a:endParaRPr>
          </a:p>
        </p:txBody>
      </p:sp>
      <p:sp>
        <p:nvSpPr>
          <p:cNvPr id="78" name="Shape 70"/>
          <p:cNvSpPr/>
          <p:nvPr/>
        </p:nvSpPr>
        <p:spPr>
          <a:xfrm>
            <a:off x="14331060" y="6384960"/>
            <a:ext cx="198180" cy="599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7560" rIns="135000" bIns="-7560" anchor="t" anchorCtr="1">
            <a:noAutofit/>
          </a:bodyPr>
          <a:lstStyle/>
          <a:p>
            <a:endParaRPr lang="en-US" sz="2700">
              <a:solidFill>
                <a:srgbClr val="FFFFFF"/>
              </a:solidFill>
              <a:latin typeface="Arial"/>
            </a:endParaRPr>
          </a:p>
        </p:txBody>
      </p:sp>
      <p:sp>
        <p:nvSpPr>
          <p:cNvPr id="79" name="Shape 71"/>
          <p:cNvSpPr/>
          <p:nvPr/>
        </p:nvSpPr>
        <p:spPr>
          <a:xfrm>
            <a:off x="14529240" y="6444900"/>
            <a:ext cx="198180" cy="64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1020" rIns="135000" bIns="-61020" anchor="t" anchorCtr="1">
            <a:noAutofit/>
          </a:bodyPr>
          <a:lstStyle/>
          <a:p>
            <a:endParaRPr lang="en-US" sz="2700">
              <a:solidFill>
                <a:srgbClr val="FFFFFF"/>
              </a:solidFill>
              <a:latin typeface="Arial"/>
            </a:endParaRPr>
          </a:p>
        </p:txBody>
      </p:sp>
      <p:sp>
        <p:nvSpPr>
          <p:cNvPr id="80" name="Shape 72"/>
          <p:cNvSpPr/>
          <p:nvPr/>
        </p:nvSpPr>
        <p:spPr>
          <a:xfrm flipV="1">
            <a:off x="14727420" y="6372540"/>
            <a:ext cx="197640" cy="788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1340" rIns="135000" bIns="11340" anchor="t" anchorCtr="1">
            <a:noAutofit/>
          </a:bodyPr>
          <a:lstStyle/>
          <a:p>
            <a:endParaRPr lang="en-US" sz="2700">
              <a:solidFill>
                <a:srgbClr val="FFFFFF"/>
              </a:solidFill>
              <a:latin typeface="Arial"/>
            </a:endParaRPr>
          </a:p>
        </p:txBody>
      </p:sp>
      <p:sp>
        <p:nvSpPr>
          <p:cNvPr id="81" name="Shape 73"/>
          <p:cNvSpPr/>
          <p:nvPr/>
        </p:nvSpPr>
        <p:spPr>
          <a:xfrm flipV="1">
            <a:off x="14925060" y="6215940"/>
            <a:ext cx="198180" cy="1566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82" name="Shape 74"/>
          <p:cNvSpPr/>
          <p:nvPr/>
        </p:nvSpPr>
        <p:spPr>
          <a:xfrm flipV="1">
            <a:off x="15123240" y="6037200"/>
            <a:ext cx="198180" cy="1787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83" name="Shape 75"/>
          <p:cNvSpPr/>
          <p:nvPr/>
        </p:nvSpPr>
        <p:spPr>
          <a:xfrm flipV="1">
            <a:off x="15321420" y="5911380"/>
            <a:ext cx="198180" cy="1258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58320" rIns="135000" bIns="58320" anchor="t" anchorCtr="1">
            <a:noAutofit/>
          </a:bodyPr>
          <a:lstStyle/>
          <a:p>
            <a:endParaRPr lang="en-US" sz="2700">
              <a:solidFill>
                <a:srgbClr val="FFFFFF"/>
              </a:solidFill>
              <a:latin typeface="Arial"/>
            </a:endParaRPr>
          </a:p>
        </p:txBody>
      </p:sp>
      <p:sp>
        <p:nvSpPr>
          <p:cNvPr id="84" name="Shape 76"/>
          <p:cNvSpPr/>
          <p:nvPr/>
        </p:nvSpPr>
        <p:spPr>
          <a:xfrm flipV="1">
            <a:off x="15519600" y="5890320"/>
            <a:ext cx="197640" cy="21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6440" rIns="135000" bIns="-46440" anchor="t" anchorCtr="1">
            <a:noAutofit/>
          </a:bodyPr>
          <a:lstStyle/>
          <a:p>
            <a:endParaRPr lang="en-US" sz="2700">
              <a:solidFill>
                <a:srgbClr val="FFFFFF"/>
              </a:solidFill>
              <a:latin typeface="Arial"/>
            </a:endParaRPr>
          </a:p>
        </p:txBody>
      </p:sp>
      <p:sp>
        <p:nvSpPr>
          <p:cNvPr id="85" name="Shape 77"/>
          <p:cNvSpPr/>
          <p:nvPr/>
        </p:nvSpPr>
        <p:spPr>
          <a:xfrm>
            <a:off x="15717240" y="5890320"/>
            <a:ext cx="198180" cy="8640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18900" rIns="135000" bIns="18900" anchor="t" anchorCtr="1">
            <a:noAutofit/>
          </a:bodyPr>
          <a:lstStyle/>
          <a:p>
            <a:endParaRPr lang="en-US" sz="2700">
              <a:solidFill>
                <a:srgbClr val="FFFFFF"/>
              </a:solidFill>
              <a:latin typeface="Arial"/>
            </a:endParaRPr>
          </a:p>
        </p:txBody>
      </p:sp>
      <p:sp>
        <p:nvSpPr>
          <p:cNvPr id="86" name="Shape 78"/>
          <p:cNvSpPr/>
          <p:nvPr/>
        </p:nvSpPr>
        <p:spPr>
          <a:xfrm>
            <a:off x="15915420" y="5976720"/>
            <a:ext cx="198180" cy="1490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87" name="Shape 79"/>
          <p:cNvSpPr/>
          <p:nvPr/>
        </p:nvSpPr>
        <p:spPr>
          <a:xfrm>
            <a:off x="16113600" y="6125760"/>
            <a:ext cx="197640" cy="14958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88" name="Shape 80"/>
          <p:cNvSpPr/>
          <p:nvPr/>
        </p:nvSpPr>
        <p:spPr>
          <a:xfrm>
            <a:off x="16311240" y="6275340"/>
            <a:ext cx="198180" cy="1123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44820" rIns="135000" bIns="44820" anchor="t" anchorCtr="1">
            <a:noAutofit/>
          </a:bodyPr>
          <a:lstStyle/>
          <a:p>
            <a:endParaRPr lang="en-US" sz="2700">
              <a:solidFill>
                <a:srgbClr val="FFFFFF"/>
              </a:solidFill>
              <a:latin typeface="Arial"/>
            </a:endParaRPr>
          </a:p>
        </p:txBody>
      </p:sp>
      <p:sp>
        <p:nvSpPr>
          <p:cNvPr id="89" name="Shape 81"/>
          <p:cNvSpPr/>
          <p:nvPr/>
        </p:nvSpPr>
        <p:spPr>
          <a:xfrm>
            <a:off x="16509420" y="6387660"/>
            <a:ext cx="198180" cy="7506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7560" rIns="135000" bIns="7560" anchor="t" anchorCtr="1">
            <a:noAutofit/>
          </a:bodyPr>
          <a:lstStyle/>
          <a:p>
            <a:endParaRPr lang="en-US" sz="2700">
              <a:solidFill>
                <a:srgbClr val="FFFFFF"/>
              </a:solidFill>
              <a:latin typeface="Arial"/>
            </a:endParaRPr>
          </a:p>
        </p:txBody>
      </p:sp>
      <p:sp>
        <p:nvSpPr>
          <p:cNvPr id="90" name="Shape 82"/>
          <p:cNvSpPr/>
          <p:nvPr/>
        </p:nvSpPr>
        <p:spPr>
          <a:xfrm>
            <a:off x="16707600" y="6462720"/>
            <a:ext cx="198180" cy="6102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6480" rIns="135000" bIns="-6480" anchor="t" anchorCtr="1">
            <a:noAutofit/>
          </a:bodyPr>
          <a:lstStyle/>
          <a:p>
            <a:endParaRPr lang="en-US" sz="2700">
              <a:solidFill>
                <a:srgbClr val="FFFFFF"/>
              </a:solidFill>
              <a:latin typeface="Arial"/>
            </a:endParaRPr>
          </a:p>
        </p:txBody>
      </p:sp>
      <p:sp>
        <p:nvSpPr>
          <p:cNvPr id="91" name="Shape 83"/>
          <p:cNvSpPr/>
          <p:nvPr/>
        </p:nvSpPr>
        <p:spPr>
          <a:xfrm>
            <a:off x="16905780" y="6523740"/>
            <a:ext cx="197640" cy="65340"/>
          </a:xfrm>
          <a:prstGeom prst="line">
            <a:avLst/>
          </a:prstGeom>
          <a:ln w="17780">
            <a:solidFill>
              <a:srgbClr val="39D2C3"/>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92" name="Shape 84"/>
          <p:cNvSpPr/>
          <p:nvPr/>
        </p:nvSpPr>
        <p:spPr>
          <a:xfrm flipV="1">
            <a:off x="1261440" y="6895800"/>
            <a:ext cx="198180" cy="1117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4280" rIns="135000" bIns="44280" anchor="t" anchorCtr="1">
            <a:noAutofit/>
          </a:bodyPr>
          <a:lstStyle/>
          <a:p>
            <a:endParaRPr lang="en-US" sz="2700">
              <a:solidFill>
                <a:srgbClr val="FFFFFF"/>
              </a:solidFill>
              <a:latin typeface="Arial"/>
            </a:endParaRPr>
          </a:p>
        </p:txBody>
      </p:sp>
      <p:sp>
        <p:nvSpPr>
          <p:cNvPr id="93" name="Shape 85"/>
          <p:cNvSpPr/>
          <p:nvPr/>
        </p:nvSpPr>
        <p:spPr>
          <a:xfrm flipV="1">
            <a:off x="1459620" y="6829920"/>
            <a:ext cx="198180" cy="658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620" rIns="135000" bIns="-1620" anchor="t" anchorCtr="1">
            <a:noAutofit/>
          </a:bodyPr>
          <a:lstStyle/>
          <a:p>
            <a:endParaRPr lang="en-US" sz="2700">
              <a:solidFill>
                <a:srgbClr val="FFFFFF"/>
              </a:solidFill>
              <a:latin typeface="Arial"/>
            </a:endParaRPr>
          </a:p>
        </p:txBody>
      </p:sp>
      <p:sp>
        <p:nvSpPr>
          <p:cNvPr id="94" name="Shape 86"/>
          <p:cNvSpPr/>
          <p:nvPr/>
        </p:nvSpPr>
        <p:spPr>
          <a:xfrm flipV="1">
            <a:off x="1657800" y="6823440"/>
            <a:ext cx="197640" cy="64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1020" rIns="135000" bIns="-61020" anchor="t" anchorCtr="1">
            <a:noAutofit/>
          </a:bodyPr>
          <a:lstStyle/>
          <a:p>
            <a:endParaRPr lang="en-US" sz="2700">
              <a:solidFill>
                <a:srgbClr val="FFFFFF"/>
              </a:solidFill>
              <a:latin typeface="Arial"/>
            </a:endParaRPr>
          </a:p>
        </p:txBody>
      </p:sp>
      <p:sp>
        <p:nvSpPr>
          <p:cNvPr id="95" name="Shape 87"/>
          <p:cNvSpPr/>
          <p:nvPr/>
        </p:nvSpPr>
        <p:spPr>
          <a:xfrm>
            <a:off x="1855440" y="6823440"/>
            <a:ext cx="198180" cy="378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9700" rIns="135000" bIns="-29700" anchor="t" anchorCtr="1">
            <a:noAutofit/>
          </a:bodyPr>
          <a:lstStyle/>
          <a:p>
            <a:endParaRPr lang="en-US" sz="2700">
              <a:solidFill>
                <a:srgbClr val="FFFFFF"/>
              </a:solidFill>
              <a:latin typeface="Arial"/>
            </a:endParaRPr>
          </a:p>
        </p:txBody>
      </p:sp>
      <p:sp>
        <p:nvSpPr>
          <p:cNvPr id="96" name="Shape 88"/>
          <p:cNvSpPr/>
          <p:nvPr/>
        </p:nvSpPr>
        <p:spPr>
          <a:xfrm>
            <a:off x="2053620" y="6861240"/>
            <a:ext cx="198180" cy="529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4580" rIns="135000" bIns="-14580" anchor="t" anchorCtr="1">
            <a:noAutofit/>
          </a:bodyPr>
          <a:lstStyle/>
          <a:p>
            <a:endParaRPr lang="en-US" sz="2700">
              <a:solidFill>
                <a:srgbClr val="FFFFFF"/>
              </a:solidFill>
              <a:latin typeface="Arial"/>
            </a:endParaRPr>
          </a:p>
        </p:txBody>
      </p:sp>
      <p:sp>
        <p:nvSpPr>
          <p:cNvPr id="97" name="Shape 89"/>
          <p:cNvSpPr/>
          <p:nvPr/>
        </p:nvSpPr>
        <p:spPr>
          <a:xfrm>
            <a:off x="2251800" y="6914160"/>
            <a:ext cx="198180" cy="469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0520" rIns="135000" bIns="-20520" anchor="t" anchorCtr="1">
            <a:noAutofit/>
          </a:bodyPr>
          <a:lstStyle/>
          <a:p>
            <a:endParaRPr lang="en-US" sz="2700">
              <a:solidFill>
                <a:srgbClr val="FFFFFF"/>
              </a:solidFill>
              <a:latin typeface="Arial"/>
            </a:endParaRPr>
          </a:p>
        </p:txBody>
      </p:sp>
      <p:sp>
        <p:nvSpPr>
          <p:cNvPr id="98" name="Shape 90"/>
          <p:cNvSpPr/>
          <p:nvPr/>
        </p:nvSpPr>
        <p:spPr>
          <a:xfrm>
            <a:off x="2449980" y="6961140"/>
            <a:ext cx="197640" cy="388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8620" rIns="135000" bIns="-28620" anchor="t" anchorCtr="1">
            <a:noAutofit/>
          </a:bodyPr>
          <a:lstStyle/>
          <a:p>
            <a:endParaRPr lang="en-US" sz="2700">
              <a:solidFill>
                <a:srgbClr val="FFFFFF"/>
              </a:solidFill>
              <a:latin typeface="Arial"/>
            </a:endParaRPr>
          </a:p>
        </p:txBody>
      </p:sp>
      <p:sp>
        <p:nvSpPr>
          <p:cNvPr id="99" name="Shape 91"/>
          <p:cNvSpPr/>
          <p:nvPr/>
        </p:nvSpPr>
        <p:spPr>
          <a:xfrm>
            <a:off x="2647620" y="7000020"/>
            <a:ext cx="198180" cy="448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2680" rIns="135000" bIns="-22680" anchor="t" anchorCtr="1">
            <a:noAutofit/>
          </a:bodyPr>
          <a:lstStyle/>
          <a:p>
            <a:endParaRPr lang="en-US" sz="2700">
              <a:solidFill>
                <a:srgbClr val="FFFFFF"/>
              </a:solidFill>
              <a:latin typeface="Arial"/>
            </a:endParaRPr>
          </a:p>
        </p:txBody>
      </p:sp>
      <p:sp>
        <p:nvSpPr>
          <p:cNvPr id="100" name="Shape 92"/>
          <p:cNvSpPr/>
          <p:nvPr/>
        </p:nvSpPr>
        <p:spPr>
          <a:xfrm>
            <a:off x="2845800" y="7044840"/>
            <a:ext cx="198180" cy="588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8640" rIns="135000" bIns="-8640" anchor="t" anchorCtr="1">
            <a:noAutofit/>
          </a:bodyPr>
          <a:lstStyle/>
          <a:p>
            <a:endParaRPr lang="en-US" sz="2700">
              <a:solidFill>
                <a:srgbClr val="FFFFFF"/>
              </a:solidFill>
              <a:latin typeface="Arial"/>
            </a:endParaRPr>
          </a:p>
        </p:txBody>
      </p:sp>
      <p:sp>
        <p:nvSpPr>
          <p:cNvPr id="101" name="Shape 93"/>
          <p:cNvSpPr/>
          <p:nvPr/>
        </p:nvSpPr>
        <p:spPr>
          <a:xfrm>
            <a:off x="3043980" y="7103700"/>
            <a:ext cx="197640" cy="65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102" name="Shape 94"/>
          <p:cNvSpPr/>
          <p:nvPr/>
        </p:nvSpPr>
        <p:spPr>
          <a:xfrm>
            <a:off x="3241620" y="7169040"/>
            <a:ext cx="198180" cy="442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3220" rIns="135000" bIns="-23220" anchor="t" anchorCtr="1">
            <a:noAutofit/>
          </a:bodyPr>
          <a:lstStyle/>
          <a:p>
            <a:endParaRPr lang="en-US" sz="2700">
              <a:solidFill>
                <a:srgbClr val="FFFFFF"/>
              </a:solidFill>
              <a:latin typeface="Arial"/>
            </a:endParaRPr>
          </a:p>
        </p:txBody>
      </p:sp>
      <p:sp>
        <p:nvSpPr>
          <p:cNvPr id="103" name="Shape 95"/>
          <p:cNvSpPr/>
          <p:nvPr/>
        </p:nvSpPr>
        <p:spPr>
          <a:xfrm flipV="1">
            <a:off x="3439800" y="7207380"/>
            <a:ext cx="198180" cy="59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1560" rIns="135000" bIns="-61560" anchor="t" anchorCtr="1">
            <a:noAutofit/>
          </a:bodyPr>
          <a:lstStyle/>
          <a:p>
            <a:endParaRPr lang="en-US" sz="2700">
              <a:solidFill>
                <a:srgbClr val="FFFFFF"/>
              </a:solidFill>
              <a:latin typeface="Arial"/>
            </a:endParaRPr>
          </a:p>
        </p:txBody>
      </p:sp>
      <p:sp>
        <p:nvSpPr>
          <p:cNvPr id="104" name="Shape 96"/>
          <p:cNvSpPr/>
          <p:nvPr/>
        </p:nvSpPr>
        <p:spPr>
          <a:xfrm flipV="1">
            <a:off x="3637980" y="7142040"/>
            <a:ext cx="198180" cy="65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105" name="Shape 97"/>
          <p:cNvSpPr/>
          <p:nvPr/>
        </p:nvSpPr>
        <p:spPr>
          <a:xfrm flipV="1">
            <a:off x="3836160" y="7037820"/>
            <a:ext cx="197640" cy="1042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6720" rIns="135000" bIns="36720" anchor="t" anchorCtr="1">
            <a:noAutofit/>
          </a:bodyPr>
          <a:lstStyle/>
          <a:p>
            <a:endParaRPr lang="en-US" sz="2700">
              <a:solidFill>
                <a:srgbClr val="FFFFFF"/>
              </a:solidFill>
              <a:latin typeface="Arial"/>
            </a:endParaRPr>
          </a:p>
        </p:txBody>
      </p:sp>
      <p:sp>
        <p:nvSpPr>
          <p:cNvPr id="106" name="Shape 98"/>
          <p:cNvSpPr/>
          <p:nvPr/>
        </p:nvSpPr>
        <p:spPr>
          <a:xfrm flipV="1">
            <a:off x="4033800" y="6936840"/>
            <a:ext cx="198180" cy="1009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3480" rIns="135000" bIns="33480" anchor="t" anchorCtr="1">
            <a:noAutofit/>
          </a:bodyPr>
          <a:lstStyle/>
          <a:p>
            <a:endParaRPr lang="en-US" sz="2700">
              <a:solidFill>
                <a:srgbClr val="FFFFFF"/>
              </a:solidFill>
              <a:latin typeface="Arial"/>
            </a:endParaRPr>
          </a:p>
        </p:txBody>
      </p:sp>
      <p:sp>
        <p:nvSpPr>
          <p:cNvPr id="107" name="Shape 99"/>
          <p:cNvSpPr/>
          <p:nvPr/>
        </p:nvSpPr>
        <p:spPr>
          <a:xfrm flipV="1">
            <a:off x="4231980" y="6879600"/>
            <a:ext cx="198180" cy="572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0260" rIns="135000" bIns="-10260" anchor="t" anchorCtr="1">
            <a:noAutofit/>
          </a:bodyPr>
          <a:lstStyle/>
          <a:p>
            <a:endParaRPr lang="en-US" sz="2700">
              <a:solidFill>
                <a:srgbClr val="FFFFFF"/>
              </a:solidFill>
              <a:latin typeface="Arial"/>
            </a:endParaRPr>
          </a:p>
        </p:txBody>
      </p:sp>
      <p:sp>
        <p:nvSpPr>
          <p:cNvPr id="108" name="Shape 100"/>
          <p:cNvSpPr/>
          <p:nvPr/>
        </p:nvSpPr>
        <p:spPr>
          <a:xfrm>
            <a:off x="4430160" y="6879600"/>
            <a:ext cx="197640" cy="32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4260" rIns="135000" bIns="-64260" anchor="t" anchorCtr="1">
            <a:noAutofit/>
          </a:bodyPr>
          <a:lstStyle/>
          <a:p>
            <a:endParaRPr lang="en-US" sz="2700">
              <a:solidFill>
                <a:srgbClr val="FFFFFF"/>
              </a:solidFill>
              <a:latin typeface="Arial"/>
            </a:endParaRPr>
          </a:p>
        </p:txBody>
      </p:sp>
      <p:sp>
        <p:nvSpPr>
          <p:cNvPr id="109" name="Shape 101"/>
          <p:cNvSpPr/>
          <p:nvPr/>
        </p:nvSpPr>
        <p:spPr>
          <a:xfrm>
            <a:off x="4627800" y="6882840"/>
            <a:ext cx="198180" cy="507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6740" rIns="135000" bIns="-16740" anchor="t" anchorCtr="1">
            <a:noAutofit/>
          </a:bodyPr>
          <a:lstStyle/>
          <a:p>
            <a:endParaRPr lang="en-US" sz="2700">
              <a:solidFill>
                <a:srgbClr val="FFFFFF"/>
              </a:solidFill>
              <a:latin typeface="Arial"/>
            </a:endParaRPr>
          </a:p>
        </p:txBody>
      </p:sp>
      <p:sp>
        <p:nvSpPr>
          <p:cNvPr id="110" name="Shape 102"/>
          <p:cNvSpPr/>
          <p:nvPr/>
        </p:nvSpPr>
        <p:spPr>
          <a:xfrm>
            <a:off x="4825980" y="6933600"/>
            <a:ext cx="198180" cy="691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620" rIns="135000" bIns="1620" anchor="t" anchorCtr="1">
            <a:noAutofit/>
          </a:bodyPr>
          <a:lstStyle/>
          <a:p>
            <a:endParaRPr lang="en-US" sz="2700">
              <a:solidFill>
                <a:srgbClr val="FFFFFF"/>
              </a:solidFill>
              <a:latin typeface="Arial"/>
            </a:endParaRPr>
          </a:p>
        </p:txBody>
      </p:sp>
      <p:sp>
        <p:nvSpPr>
          <p:cNvPr id="111" name="Shape 103"/>
          <p:cNvSpPr/>
          <p:nvPr/>
        </p:nvSpPr>
        <p:spPr>
          <a:xfrm>
            <a:off x="5024160" y="7002720"/>
            <a:ext cx="198180" cy="626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860" rIns="135000" bIns="-4860" anchor="t" anchorCtr="1">
            <a:noAutofit/>
          </a:bodyPr>
          <a:lstStyle/>
          <a:p>
            <a:endParaRPr lang="en-US" sz="2700">
              <a:solidFill>
                <a:srgbClr val="FFFFFF"/>
              </a:solidFill>
              <a:latin typeface="Arial"/>
            </a:endParaRPr>
          </a:p>
        </p:txBody>
      </p:sp>
      <p:sp>
        <p:nvSpPr>
          <p:cNvPr id="112" name="Shape 104"/>
          <p:cNvSpPr/>
          <p:nvPr/>
        </p:nvSpPr>
        <p:spPr>
          <a:xfrm>
            <a:off x="5222340" y="7065360"/>
            <a:ext cx="197640" cy="496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7820" rIns="135000" bIns="-17820" anchor="t" anchorCtr="1">
            <a:noAutofit/>
          </a:bodyPr>
          <a:lstStyle/>
          <a:p>
            <a:endParaRPr lang="en-US" sz="2700">
              <a:solidFill>
                <a:srgbClr val="FFFFFF"/>
              </a:solidFill>
              <a:latin typeface="Arial"/>
            </a:endParaRPr>
          </a:p>
        </p:txBody>
      </p:sp>
      <p:sp>
        <p:nvSpPr>
          <p:cNvPr id="113" name="Shape 105"/>
          <p:cNvSpPr/>
          <p:nvPr/>
        </p:nvSpPr>
        <p:spPr>
          <a:xfrm>
            <a:off x="5419980" y="7115040"/>
            <a:ext cx="198180" cy="486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8900" rIns="135000" bIns="-18900" anchor="t" anchorCtr="1">
            <a:noAutofit/>
          </a:bodyPr>
          <a:lstStyle/>
          <a:p>
            <a:endParaRPr lang="en-US" sz="2700">
              <a:solidFill>
                <a:srgbClr val="FFFFFF"/>
              </a:solidFill>
              <a:latin typeface="Arial"/>
            </a:endParaRPr>
          </a:p>
        </p:txBody>
      </p:sp>
      <p:sp>
        <p:nvSpPr>
          <p:cNvPr id="114" name="Shape 106"/>
          <p:cNvSpPr/>
          <p:nvPr/>
        </p:nvSpPr>
        <p:spPr>
          <a:xfrm>
            <a:off x="5618160" y="7163640"/>
            <a:ext cx="198180" cy="583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9180" rIns="135000" bIns="-9180" anchor="t" anchorCtr="1">
            <a:noAutofit/>
          </a:bodyPr>
          <a:lstStyle/>
          <a:p>
            <a:endParaRPr lang="en-US" sz="2700">
              <a:solidFill>
                <a:srgbClr val="FFFFFF"/>
              </a:solidFill>
              <a:latin typeface="Arial"/>
            </a:endParaRPr>
          </a:p>
        </p:txBody>
      </p:sp>
      <p:sp>
        <p:nvSpPr>
          <p:cNvPr id="115" name="Shape 107"/>
          <p:cNvSpPr/>
          <p:nvPr/>
        </p:nvSpPr>
        <p:spPr>
          <a:xfrm>
            <a:off x="5816340" y="7221960"/>
            <a:ext cx="197640" cy="637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780" rIns="135000" bIns="-3780" anchor="t" anchorCtr="1">
            <a:noAutofit/>
          </a:bodyPr>
          <a:lstStyle/>
          <a:p>
            <a:endParaRPr lang="en-US" sz="2700">
              <a:solidFill>
                <a:srgbClr val="FFFFFF"/>
              </a:solidFill>
              <a:latin typeface="Arial"/>
            </a:endParaRPr>
          </a:p>
        </p:txBody>
      </p:sp>
      <p:sp>
        <p:nvSpPr>
          <p:cNvPr id="116" name="Shape 108"/>
          <p:cNvSpPr/>
          <p:nvPr/>
        </p:nvSpPr>
        <p:spPr>
          <a:xfrm>
            <a:off x="6013980" y="7285680"/>
            <a:ext cx="198180" cy="453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2140" rIns="135000" bIns="-22140" anchor="t" anchorCtr="1">
            <a:noAutofit/>
          </a:bodyPr>
          <a:lstStyle/>
          <a:p>
            <a:endParaRPr lang="en-US" sz="2700">
              <a:solidFill>
                <a:srgbClr val="FFFFFF"/>
              </a:solidFill>
              <a:latin typeface="Arial"/>
            </a:endParaRPr>
          </a:p>
        </p:txBody>
      </p:sp>
      <p:sp>
        <p:nvSpPr>
          <p:cNvPr id="117" name="Shape 109"/>
          <p:cNvSpPr/>
          <p:nvPr/>
        </p:nvSpPr>
        <p:spPr>
          <a:xfrm flipV="1">
            <a:off x="6212160" y="7328880"/>
            <a:ext cx="198180" cy="21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5340" rIns="135000" bIns="-65340" anchor="t" anchorCtr="1">
            <a:noAutofit/>
          </a:bodyPr>
          <a:lstStyle/>
          <a:p>
            <a:endParaRPr lang="en-US" sz="2700">
              <a:solidFill>
                <a:srgbClr val="FFFFFF"/>
              </a:solidFill>
              <a:latin typeface="Arial"/>
            </a:endParaRPr>
          </a:p>
        </p:txBody>
      </p:sp>
      <p:sp>
        <p:nvSpPr>
          <p:cNvPr id="118" name="Shape 110"/>
          <p:cNvSpPr/>
          <p:nvPr/>
        </p:nvSpPr>
        <p:spPr>
          <a:xfrm flipV="1">
            <a:off x="6410340" y="7267860"/>
            <a:ext cx="198180" cy="610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480" rIns="135000" bIns="-6480" anchor="t" anchorCtr="1">
            <a:noAutofit/>
          </a:bodyPr>
          <a:lstStyle/>
          <a:p>
            <a:endParaRPr lang="en-US" sz="2700">
              <a:solidFill>
                <a:srgbClr val="FFFFFF"/>
              </a:solidFill>
              <a:latin typeface="Arial"/>
            </a:endParaRPr>
          </a:p>
        </p:txBody>
      </p:sp>
      <p:sp>
        <p:nvSpPr>
          <p:cNvPr id="119" name="Shape 111"/>
          <p:cNvSpPr/>
          <p:nvPr/>
        </p:nvSpPr>
        <p:spPr>
          <a:xfrm flipV="1">
            <a:off x="6608520" y="7163640"/>
            <a:ext cx="197640" cy="1042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6720" rIns="135000" bIns="36720" anchor="t" anchorCtr="1">
            <a:noAutofit/>
          </a:bodyPr>
          <a:lstStyle/>
          <a:p>
            <a:endParaRPr lang="en-US" sz="2700">
              <a:solidFill>
                <a:srgbClr val="FFFFFF"/>
              </a:solidFill>
              <a:latin typeface="Arial"/>
            </a:endParaRPr>
          </a:p>
        </p:txBody>
      </p:sp>
      <p:sp>
        <p:nvSpPr>
          <p:cNvPr id="120" name="Shape 112"/>
          <p:cNvSpPr/>
          <p:nvPr/>
        </p:nvSpPr>
        <p:spPr>
          <a:xfrm flipV="1">
            <a:off x="6806160" y="7056720"/>
            <a:ext cx="198180" cy="1069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9420" rIns="135000" bIns="39420" anchor="t" anchorCtr="1">
            <a:noAutofit/>
          </a:bodyPr>
          <a:lstStyle/>
          <a:p>
            <a:endParaRPr lang="en-US" sz="2700">
              <a:solidFill>
                <a:srgbClr val="FFFFFF"/>
              </a:solidFill>
              <a:latin typeface="Arial"/>
            </a:endParaRPr>
          </a:p>
        </p:txBody>
      </p:sp>
      <p:sp>
        <p:nvSpPr>
          <p:cNvPr id="121" name="Shape 113"/>
          <p:cNvSpPr/>
          <p:nvPr/>
        </p:nvSpPr>
        <p:spPr>
          <a:xfrm flipV="1">
            <a:off x="7004340" y="6989760"/>
            <a:ext cx="198180" cy="669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40" rIns="135000" bIns="-540" anchor="t" anchorCtr="1">
            <a:noAutofit/>
          </a:bodyPr>
          <a:lstStyle/>
          <a:p>
            <a:endParaRPr lang="en-US" sz="2700">
              <a:solidFill>
                <a:srgbClr val="FFFFFF"/>
              </a:solidFill>
              <a:latin typeface="Arial"/>
            </a:endParaRPr>
          </a:p>
        </p:txBody>
      </p:sp>
      <p:sp>
        <p:nvSpPr>
          <p:cNvPr id="122" name="Shape 114"/>
          <p:cNvSpPr/>
          <p:nvPr/>
        </p:nvSpPr>
        <p:spPr>
          <a:xfrm flipV="1">
            <a:off x="7202520" y="6982740"/>
            <a:ext cx="197640" cy="70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0480" rIns="135000" bIns="-60480" anchor="t" anchorCtr="1">
            <a:noAutofit/>
          </a:bodyPr>
          <a:lstStyle/>
          <a:p>
            <a:endParaRPr lang="en-US" sz="2700">
              <a:solidFill>
                <a:srgbClr val="FFFFFF"/>
              </a:solidFill>
              <a:latin typeface="Arial"/>
            </a:endParaRPr>
          </a:p>
        </p:txBody>
      </p:sp>
      <p:sp>
        <p:nvSpPr>
          <p:cNvPr id="123" name="Shape 115"/>
          <p:cNvSpPr/>
          <p:nvPr/>
        </p:nvSpPr>
        <p:spPr>
          <a:xfrm>
            <a:off x="7400160" y="6982740"/>
            <a:ext cx="198180" cy="437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3760" rIns="135000" bIns="-23760" anchor="t" anchorCtr="1">
            <a:noAutofit/>
          </a:bodyPr>
          <a:lstStyle/>
          <a:p>
            <a:endParaRPr lang="en-US" sz="2700">
              <a:solidFill>
                <a:srgbClr val="FFFFFF"/>
              </a:solidFill>
              <a:latin typeface="Arial"/>
            </a:endParaRPr>
          </a:p>
        </p:txBody>
      </p:sp>
      <p:sp>
        <p:nvSpPr>
          <p:cNvPr id="124" name="Shape 116"/>
          <p:cNvSpPr/>
          <p:nvPr/>
        </p:nvSpPr>
        <p:spPr>
          <a:xfrm>
            <a:off x="7598340" y="7026480"/>
            <a:ext cx="198180" cy="65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125" name="Shape 117"/>
          <p:cNvSpPr/>
          <p:nvPr/>
        </p:nvSpPr>
        <p:spPr>
          <a:xfrm>
            <a:off x="7796520" y="7091820"/>
            <a:ext cx="198180" cy="583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9180" rIns="135000" bIns="-9180" anchor="t" anchorCtr="1">
            <a:noAutofit/>
          </a:bodyPr>
          <a:lstStyle/>
          <a:p>
            <a:endParaRPr lang="en-US" sz="2700">
              <a:solidFill>
                <a:srgbClr val="FFFFFF"/>
              </a:solidFill>
              <a:latin typeface="Arial"/>
            </a:endParaRPr>
          </a:p>
        </p:txBody>
      </p:sp>
      <p:sp>
        <p:nvSpPr>
          <p:cNvPr id="126" name="Shape 118"/>
          <p:cNvSpPr/>
          <p:nvPr/>
        </p:nvSpPr>
        <p:spPr>
          <a:xfrm>
            <a:off x="7994700" y="7150140"/>
            <a:ext cx="197640" cy="410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6460" rIns="135000" bIns="-26460" anchor="t" anchorCtr="1">
            <a:noAutofit/>
          </a:bodyPr>
          <a:lstStyle/>
          <a:p>
            <a:endParaRPr lang="en-US" sz="2700">
              <a:solidFill>
                <a:srgbClr val="FFFFFF"/>
              </a:solidFill>
              <a:latin typeface="Arial"/>
            </a:endParaRPr>
          </a:p>
        </p:txBody>
      </p:sp>
      <p:sp>
        <p:nvSpPr>
          <p:cNvPr id="127" name="Shape 119"/>
          <p:cNvSpPr/>
          <p:nvPr/>
        </p:nvSpPr>
        <p:spPr>
          <a:xfrm>
            <a:off x="8192340" y="7191180"/>
            <a:ext cx="198180" cy="340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3480" rIns="135000" bIns="-33480" anchor="t" anchorCtr="1">
            <a:noAutofit/>
          </a:bodyPr>
          <a:lstStyle/>
          <a:p>
            <a:endParaRPr lang="en-US" sz="2700">
              <a:solidFill>
                <a:srgbClr val="FFFFFF"/>
              </a:solidFill>
              <a:latin typeface="Arial"/>
            </a:endParaRPr>
          </a:p>
        </p:txBody>
      </p:sp>
      <p:sp>
        <p:nvSpPr>
          <p:cNvPr id="128" name="Shape 120"/>
          <p:cNvSpPr/>
          <p:nvPr/>
        </p:nvSpPr>
        <p:spPr>
          <a:xfrm>
            <a:off x="8390520" y="7225200"/>
            <a:ext cx="198180" cy="388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8620" rIns="135000" bIns="-28620" anchor="t" anchorCtr="1">
            <a:noAutofit/>
          </a:bodyPr>
          <a:lstStyle/>
          <a:p>
            <a:endParaRPr lang="en-US" sz="2700">
              <a:solidFill>
                <a:srgbClr val="FFFFFF"/>
              </a:solidFill>
              <a:latin typeface="Arial"/>
            </a:endParaRPr>
          </a:p>
        </p:txBody>
      </p:sp>
      <p:sp>
        <p:nvSpPr>
          <p:cNvPr id="129" name="Shape 121"/>
          <p:cNvSpPr/>
          <p:nvPr/>
        </p:nvSpPr>
        <p:spPr>
          <a:xfrm>
            <a:off x="8588700" y="7264080"/>
            <a:ext cx="197640" cy="442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3220" rIns="135000" bIns="-23220" anchor="t" anchorCtr="1">
            <a:noAutofit/>
          </a:bodyPr>
          <a:lstStyle/>
          <a:p>
            <a:endParaRPr lang="en-US" sz="2700">
              <a:solidFill>
                <a:srgbClr val="FFFFFF"/>
              </a:solidFill>
              <a:latin typeface="Arial"/>
            </a:endParaRPr>
          </a:p>
        </p:txBody>
      </p:sp>
      <p:sp>
        <p:nvSpPr>
          <p:cNvPr id="130" name="Shape 122"/>
          <p:cNvSpPr/>
          <p:nvPr/>
        </p:nvSpPr>
        <p:spPr>
          <a:xfrm>
            <a:off x="8786340" y="7308360"/>
            <a:ext cx="198180" cy="297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7800" rIns="135000" bIns="-37800" anchor="t" anchorCtr="1">
            <a:noAutofit/>
          </a:bodyPr>
          <a:lstStyle/>
          <a:p>
            <a:endParaRPr lang="en-US" sz="2700">
              <a:solidFill>
                <a:srgbClr val="FFFFFF"/>
              </a:solidFill>
              <a:latin typeface="Arial"/>
            </a:endParaRPr>
          </a:p>
        </p:txBody>
      </p:sp>
      <p:sp>
        <p:nvSpPr>
          <p:cNvPr id="131" name="Shape 123"/>
          <p:cNvSpPr/>
          <p:nvPr/>
        </p:nvSpPr>
        <p:spPr>
          <a:xfrm flipV="1">
            <a:off x="8984520" y="7325100"/>
            <a:ext cx="198180" cy="129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4540" rIns="135000" bIns="-54540" anchor="t" anchorCtr="1">
            <a:noAutofit/>
          </a:bodyPr>
          <a:lstStyle/>
          <a:p>
            <a:endParaRPr lang="en-US" sz="2700">
              <a:solidFill>
                <a:srgbClr val="FFFFFF"/>
              </a:solidFill>
              <a:latin typeface="Arial"/>
            </a:endParaRPr>
          </a:p>
        </p:txBody>
      </p:sp>
      <p:sp>
        <p:nvSpPr>
          <p:cNvPr id="132" name="Shape 124"/>
          <p:cNvSpPr/>
          <p:nvPr/>
        </p:nvSpPr>
        <p:spPr>
          <a:xfrm flipV="1">
            <a:off x="9182700" y="7254360"/>
            <a:ext cx="198180" cy="707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240" rIns="135000" bIns="3240" anchor="t" anchorCtr="1">
            <a:noAutofit/>
          </a:bodyPr>
          <a:lstStyle/>
          <a:p>
            <a:endParaRPr lang="en-US" sz="2700">
              <a:solidFill>
                <a:srgbClr val="FFFFFF"/>
              </a:solidFill>
              <a:latin typeface="Arial"/>
            </a:endParaRPr>
          </a:p>
        </p:txBody>
      </p:sp>
      <p:sp>
        <p:nvSpPr>
          <p:cNvPr id="133" name="Shape 125"/>
          <p:cNvSpPr/>
          <p:nvPr/>
        </p:nvSpPr>
        <p:spPr>
          <a:xfrm flipV="1">
            <a:off x="9380880" y="7139340"/>
            <a:ext cx="197640" cy="1150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7520" rIns="135000" bIns="47520" anchor="t" anchorCtr="1">
            <a:noAutofit/>
          </a:bodyPr>
          <a:lstStyle/>
          <a:p>
            <a:endParaRPr lang="en-US" sz="2700">
              <a:solidFill>
                <a:srgbClr val="FFFFFF"/>
              </a:solidFill>
              <a:latin typeface="Arial"/>
            </a:endParaRPr>
          </a:p>
        </p:txBody>
      </p:sp>
      <p:sp>
        <p:nvSpPr>
          <p:cNvPr id="134" name="Shape 126"/>
          <p:cNvSpPr/>
          <p:nvPr/>
        </p:nvSpPr>
        <p:spPr>
          <a:xfrm flipV="1">
            <a:off x="9578520" y="7017840"/>
            <a:ext cx="198180" cy="1215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4000" rIns="135000" bIns="54000" anchor="t" anchorCtr="1">
            <a:noAutofit/>
          </a:bodyPr>
          <a:lstStyle/>
          <a:p>
            <a:endParaRPr lang="en-US" sz="2700">
              <a:solidFill>
                <a:srgbClr val="FFFFFF"/>
              </a:solidFill>
              <a:latin typeface="Arial"/>
            </a:endParaRPr>
          </a:p>
        </p:txBody>
      </p:sp>
      <p:sp>
        <p:nvSpPr>
          <p:cNvPr id="135" name="Shape 127"/>
          <p:cNvSpPr/>
          <p:nvPr/>
        </p:nvSpPr>
        <p:spPr>
          <a:xfrm flipV="1">
            <a:off x="9776700" y="6933060"/>
            <a:ext cx="198180" cy="847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7280" rIns="135000" bIns="17280" anchor="t" anchorCtr="1">
            <a:noAutofit/>
          </a:bodyPr>
          <a:lstStyle/>
          <a:p>
            <a:endParaRPr lang="en-US" sz="2700">
              <a:solidFill>
                <a:srgbClr val="FFFFFF"/>
              </a:solidFill>
              <a:latin typeface="Arial"/>
            </a:endParaRPr>
          </a:p>
        </p:txBody>
      </p:sp>
      <p:sp>
        <p:nvSpPr>
          <p:cNvPr id="136" name="Shape 128"/>
          <p:cNvSpPr/>
          <p:nvPr/>
        </p:nvSpPr>
        <p:spPr>
          <a:xfrm flipV="1">
            <a:off x="9974880" y="6910380"/>
            <a:ext cx="197640" cy="226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4820" rIns="135000" bIns="-44820" anchor="t" anchorCtr="1">
            <a:noAutofit/>
          </a:bodyPr>
          <a:lstStyle/>
          <a:p>
            <a:endParaRPr lang="en-US" sz="2700">
              <a:solidFill>
                <a:srgbClr val="FFFFFF"/>
              </a:solidFill>
              <a:latin typeface="Arial"/>
            </a:endParaRPr>
          </a:p>
        </p:txBody>
      </p:sp>
      <p:sp>
        <p:nvSpPr>
          <p:cNvPr id="137" name="Shape 129"/>
          <p:cNvSpPr/>
          <p:nvPr/>
        </p:nvSpPr>
        <p:spPr>
          <a:xfrm>
            <a:off x="10172520" y="6910380"/>
            <a:ext cx="198180" cy="324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5100" rIns="135000" bIns="-35100" anchor="t" anchorCtr="1">
            <a:noAutofit/>
          </a:bodyPr>
          <a:lstStyle/>
          <a:p>
            <a:endParaRPr lang="en-US" sz="2700">
              <a:solidFill>
                <a:srgbClr val="FFFFFF"/>
              </a:solidFill>
              <a:latin typeface="Arial"/>
            </a:endParaRPr>
          </a:p>
        </p:txBody>
      </p:sp>
      <p:sp>
        <p:nvSpPr>
          <p:cNvPr id="138" name="Shape 130"/>
          <p:cNvSpPr/>
          <p:nvPr/>
        </p:nvSpPr>
        <p:spPr>
          <a:xfrm>
            <a:off x="10370700" y="6942780"/>
            <a:ext cx="198180" cy="594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8100" rIns="135000" bIns="-8100" anchor="t" anchorCtr="1">
            <a:noAutofit/>
          </a:bodyPr>
          <a:lstStyle/>
          <a:p>
            <a:endParaRPr lang="en-US" sz="2700">
              <a:solidFill>
                <a:srgbClr val="FFFFFF"/>
              </a:solidFill>
              <a:latin typeface="Arial"/>
            </a:endParaRPr>
          </a:p>
        </p:txBody>
      </p:sp>
      <p:sp>
        <p:nvSpPr>
          <p:cNvPr id="139" name="Shape 131"/>
          <p:cNvSpPr/>
          <p:nvPr/>
        </p:nvSpPr>
        <p:spPr>
          <a:xfrm>
            <a:off x="10568880" y="7002180"/>
            <a:ext cx="198180" cy="550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2420" rIns="135000" bIns="-12420" anchor="t" anchorCtr="1">
            <a:noAutofit/>
          </a:bodyPr>
          <a:lstStyle/>
          <a:p>
            <a:endParaRPr lang="en-US" sz="2700">
              <a:solidFill>
                <a:srgbClr val="FFFFFF"/>
              </a:solidFill>
              <a:latin typeface="Arial"/>
            </a:endParaRPr>
          </a:p>
        </p:txBody>
      </p:sp>
      <p:sp>
        <p:nvSpPr>
          <p:cNvPr id="140" name="Shape 132"/>
          <p:cNvSpPr/>
          <p:nvPr/>
        </p:nvSpPr>
        <p:spPr>
          <a:xfrm>
            <a:off x="10767060" y="7057260"/>
            <a:ext cx="197640" cy="372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0240" rIns="135000" bIns="-30240" anchor="t" anchorCtr="1">
            <a:noAutofit/>
          </a:bodyPr>
          <a:lstStyle/>
          <a:p>
            <a:endParaRPr lang="en-US" sz="2700">
              <a:solidFill>
                <a:srgbClr val="FFFFFF"/>
              </a:solidFill>
              <a:latin typeface="Arial"/>
            </a:endParaRPr>
          </a:p>
        </p:txBody>
      </p:sp>
      <p:sp>
        <p:nvSpPr>
          <p:cNvPr id="141" name="Shape 133"/>
          <p:cNvSpPr/>
          <p:nvPr/>
        </p:nvSpPr>
        <p:spPr>
          <a:xfrm>
            <a:off x="10964700" y="7094520"/>
            <a:ext cx="198180" cy="253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2120" rIns="135000" bIns="-42120" anchor="t" anchorCtr="1">
            <a:noAutofit/>
          </a:bodyPr>
          <a:lstStyle/>
          <a:p>
            <a:endParaRPr lang="en-US" sz="2700">
              <a:solidFill>
                <a:srgbClr val="FFFFFF"/>
              </a:solidFill>
              <a:latin typeface="Arial"/>
            </a:endParaRPr>
          </a:p>
        </p:txBody>
      </p:sp>
      <p:sp>
        <p:nvSpPr>
          <p:cNvPr id="142" name="Shape 134"/>
          <p:cNvSpPr/>
          <p:nvPr/>
        </p:nvSpPr>
        <p:spPr>
          <a:xfrm>
            <a:off x="11162880" y="7119900"/>
            <a:ext cx="198180" cy="275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9960" rIns="135000" bIns="-39960" anchor="t" anchorCtr="1">
            <a:noAutofit/>
          </a:bodyPr>
          <a:lstStyle/>
          <a:p>
            <a:endParaRPr lang="en-US" sz="2700">
              <a:solidFill>
                <a:srgbClr val="FFFFFF"/>
              </a:solidFill>
              <a:latin typeface="Arial"/>
            </a:endParaRPr>
          </a:p>
        </p:txBody>
      </p:sp>
      <p:sp>
        <p:nvSpPr>
          <p:cNvPr id="143" name="Shape 135"/>
          <p:cNvSpPr/>
          <p:nvPr/>
        </p:nvSpPr>
        <p:spPr>
          <a:xfrm>
            <a:off x="11361060" y="7147440"/>
            <a:ext cx="197640" cy="345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2940" rIns="135000" bIns="-32940" anchor="t" anchorCtr="1">
            <a:noAutofit/>
          </a:bodyPr>
          <a:lstStyle/>
          <a:p>
            <a:endParaRPr lang="en-US" sz="2700">
              <a:solidFill>
                <a:srgbClr val="FFFFFF"/>
              </a:solidFill>
              <a:latin typeface="Arial"/>
            </a:endParaRPr>
          </a:p>
        </p:txBody>
      </p:sp>
      <p:sp>
        <p:nvSpPr>
          <p:cNvPr id="144" name="Shape 136"/>
          <p:cNvSpPr/>
          <p:nvPr/>
        </p:nvSpPr>
        <p:spPr>
          <a:xfrm>
            <a:off x="11558700" y="7182000"/>
            <a:ext cx="198180" cy="243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3200" rIns="135000" bIns="-43200" anchor="t" anchorCtr="1">
            <a:noAutofit/>
          </a:bodyPr>
          <a:lstStyle/>
          <a:p>
            <a:endParaRPr lang="en-US" sz="2700">
              <a:solidFill>
                <a:srgbClr val="FFFFFF"/>
              </a:solidFill>
              <a:latin typeface="Arial"/>
            </a:endParaRPr>
          </a:p>
        </p:txBody>
      </p:sp>
      <p:sp>
        <p:nvSpPr>
          <p:cNvPr id="145" name="Shape 137"/>
          <p:cNvSpPr/>
          <p:nvPr/>
        </p:nvSpPr>
        <p:spPr>
          <a:xfrm flipV="1">
            <a:off x="11756880" y="7194960"/>
            <a:ext cx="198180" cy="11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6160" rIns="135000" bIns="-56160" anchor="t" anchorCtr="1">
            <a:noAutofit/>
          </a:bodyPr>
          <a:lstStyle/>
          <a:p>
            <a:endParaRPr lang="en-US" sz="2700">
              <a:solidFill>
                <a:srgbClr val="FFFFFF"/>
              </a:solidFill>
              <a:latin typeface="Arial"/>
            </a:endParaRPr>
          </a:p>
        </p:txBody>
      </p:sp>
      <p:sp>
        <p:nvSpPr>
          <p:cNvPr id="146" name="Shape 138"/>
          <p:cNvSpPr/>
          <p:nvPr/>
        </p:nvSpPr>
        <p:spPr>
          <a:xfrm flipV="1">
            <a:off x="11955060" y="7129620"/>
            <a:ext cx="197640" cy="65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147" name="Shape 139"/>
          <p:cNvSpPr/>
          <p:nvPr/>
        </p:nvSpPr>
        <p:spPr>
          <a:xfrm flipV="1">
            <a:off x="12152700" y="7020540"/>
            <a:ext cx="198180" cy="1090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1580" rIns="135000" bIns="41580" anchor="t" anchorCtr="1">
            <a:noAutofit/>
          </a:bodyPr>
          <a:lstStyle/>
          <a:p>
            <a:endParaRPr lang="en-US" sz="2700">
              <a:solidFill>
                <a:srgbClr val="FFFFFF"/>
              </a:solidFill>
              <a:latin typeface="Arial"/>
            </a:endParaRPr>
          </a:p>
        </p:txBody>
      </p:sp>
      <p:sp>
        <p:nvSpPr>
          <p:cNvPr id="148" name="Shape 140"/>
          <p:cNvSpPr/>
          <p:nvPr/>
        </p:nvSpPr>
        <p:spPr>
          <a:xfrm flipV="1">
            <a:off x="12350880" y="6902820"/>
            <a:ext cx="198180" cy="1177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0220" rIns="135000" bIns="50220" anchor="t" anchorCtr="1">
            <a:noAutofit/>
          </a:bodyPr>
          <a:lstStyle/>
          <a:p>
            <a:endParaRPr lang="en-US" sz="2700">
              <a:solidFill>
                <a:srgbClr val="FFFFFF"/>
              </a:solidFill>
              <a:latin typeface="Arial"/>
            </a:endParaRPr>
          </a:p>
        </p:txBody>
      </p:sp>
      <p:sp>
        <p:nvSpPr>
          <p:cNvPr id="149" name="Shape 141"/>
          <p:cNvSpPr/>
          <p:nvPr/>
        </p:nvSpPr>
        <p:spPr>
          <a:xfrm flipV="1">
            <a:off x="12549060" y="6819660"/>
            <a:ext cx="198180" cy="831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5660" rIns="135000" bIns="15660" anchor="t" anchorCtr="1">
            <a:noAutofit/>
          </a:bodyPr>
          <a:lstStyle/>
          <a:p>
            <a:endParaRPr lang="en-US" sz="2700">
              <a:solidFill>
                <a:srgbClr val="FFFFFF"/>
              </a:solidFill>
              <a:latin typeface="Arial"/>
            </a:endParaRPr>
          </a:p>
        </p:txBody>
      </p:sp>
      <p:sp>
        <p:nvSpPr>
          <p:cNvPr id="150" name="Shape 142"/>
          <p:cNvSpPr/>
          <p:nvPr/>
        </p:nvSpPr>
        <p:spPr>
          <a:xfrm flipV="1">
            <a:off x="12747240" y="6799140"/>
            <a:ext cx="197640" cy="205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6980" rIns="135000" bIns="-46980" anchor="t" anchorCtr="1">
            <a:noAutofit/>
          </a:bodyPr>
          <a:lstStyle/>
          <a:p>
            <a:endParaRPr lang="en-US" sz="2700">
              <a:solidFill>
                <a:srgbClr val="FFFFFF"/>
              </a:solidFill>
              <a:latin typeface="Arial"/>
            </a:endParaRPr>
          </a:p>
        </p:txBody>
      </p:sp>
      <p:sp>
        <p:nvSpPr>
          <p:cNvPr id="151" name="Shape 143"/>
          <p:cNvSpPr/>
          <p:nvPr/>
        </p:nvSpPr>
        <p:spPr>
          <a:xfrm>
            <a:off x="12944880" y="6799140"/>
            <a:ext cx="198180" cy="405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7000" rIns="135000" bIns="-27000" anchor="t" anchorCtr="1">
            <a:noAutofit/>
          </a:bodyPr>
          <a:lstStyle/>
          <a:p>
            <a:endParaRPr lang="en-US" sz="2700">
              <a:solidFill>
                <a:srgbClr val="FFFFFF"/>
              </a:solidFill>
              <a:latin typeface="Arial"/>
            </a:endParaRPr>
          </a:p>
        </p:txBody>
      </p:sp>
      <p:sp>
        <p:nvSpPr>
          <p:cNvPr id="152" name="Shape 144"/>
          <p:cNvSpPr/>
          <p:nvPr/>
        </p:nvSpPr>
        <p:spPr>
          <a:xfrm>
            <a:off x="13143060" y="6839640"/>
            <a:ext cx="198180" cy="729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400" rIns="135000" bIns="5400" anchor="t" anchorCtr="1">
            <a:noAutofit/>
          </a:bodyPr>
          <a:lstStyle/>
          <a:p>
            <a:endParaRPr lang="en-US" sz="2700">
              <a:solidFill>
                <a:srgbClr val="FFFFFF"/>
              </a:solidFill>
              <a:latin typeface="Arial"/>
            </a:endParaRPr>
          </a:p>
        </p:txBody>
      </p:sp>
      <p:sp>
        <p:nvSpPr>
          <p:cNvPr id="153" name="Shape 145"/>
          <p:cNvSpPr/>
          <p:nvPr/>
        </p:nvSpPr>
        <p:spPr>
          <a:xfrm>
            <a:off x="13341240" y="6912540"/>
            <a:ext cx="197640" cy="723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4860" rIns="135000" bIns="4860" anchor="t" anchorCtr="1">
            <a:noAutofit/>
          </a:bodyPr>
          <a:lstStyle/>
          <a:p>
            <a:endParaRPr lang="en-US" sz="2700">
              <a:solidFill>
                <a:srgbClr val="FFFFFF"/>
              </a:solidFill>
              <a:latin typeface="Arial"/>
            </a:endParaRPr>
          </a:p>
        </p:txBody>
      </p:sp>
      <p:sp>
        <p:nvSpPr>
          <p:cNvPr id="154" name="Shape 146"/>
          <p:cNvSpPr/>
          <p:nvPr/>
        </p:nvSpPr>
        <p:spPr>
          <a:xfrm>
            <a:off x="13538880" y="6984900"/>
            <a:ext cx="198180" cy="523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5120" rIns="135000" bIns="-15120" anchor="t" anchorCtr="1">
            <a:noAutofit/>
          </a:bodyPr>
          <a:lstStyle/>
          <a:p>
            <a:endParaRPr lang="en-US" sz="2700">
              <a:solidFill>
                <a:srgbClr val="FFFFFF"/>
              </a:solidFill>
              <a:latin typeface="Arial"/>
            </a:endParaRPr>
          </a:p>
        </p:txBody>
      </p:sp>
      <p:sp>
        <p:nvSpPr>
          <p:cNvPr id="155" name="Shape 147"/>
          <p:cNvSpPr/>
          <p:nvPr/>
        </p:nvSpPr>
        <p:spPr>
          <a:xfrm>
            <a:off x="13737060" y="7037280"/>
            <a:ext cx="198180" cy="372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0240" rIns="135000" bIns="-30240" anchor="t" anchorCtr="1">
            <a:noAutofit/>
          </a:bodyPr>
          <a:lstStyle/>
          <a:p>
            <a:endParaRPr lang="en-US" sz="2700">
              <a:solidFill>
                <a:srgbClr val="FFFFFF"/>
              </a:solidFill>
              <a:latin typeface="Arial"/>
            </a:endParaRPr>
          </a:p>
        </p:txBody>
      </p:sp>
      <p:sp>
        <p:nvSpPr>
          <p:cNvPr id="156" name="Shape 148"/>
          <p:cNvSpPr/>
          <p:nvPr/>
        </p:nvSpPr>
        <p:spPr>
          <a:xfrm>
            <a:off x="13935240" y="7074540"/>
            <a:ext cx="198180" cy="356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1860" rIns="135000" bIns="-31860" anchor="t" anchorCtr="1">
            <a:noAutofit/>
          </a:bodyPr>
          <a:lstStyle/>
          <a:p>
            <a:endParaRPr lang="en-US" sz="2700">
              <a:solidFill>
                <a:srgbClr val="FFFFFF"/>
              </a:solidFill>
              <a:latin typeface="Arial"/>
            </a:endParaRPr>
          </a:p>
        </p:txBody>
      </p:sp>
      <p:sp>
        <p:nvSpPr>
          <p:cNvPr id="157" name="Shape 149"/>
          <p:cNvSpPr/>
          <p:nvPr/>
        </p:nvSpPr>
        <p:spPr>
          <a:xfrm>
            <a:off x="14133420" y="7110180"/>
            <a:ext cx="197640" cy="410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6460" rIns="135000" bIns="-26460" anchor="t" anchorCtr="1">
            <a:noAutofit/>
          </a:bodyPr>
          <a:lstStyle/>
          <a:p>
            <a:endParaRPr lang="en-US" sz="2700">
              <a:solidFill>
                <a:srgbClr val="FFFFFF"/>
              </a:solidFill>
              <a:latin typeface="Arial"/>
            </a:endParaRPr>
          </a:p>
        </p:txBody>
      </p:sp>
      <p:sp>
        <p:nvSpPr>
          <p:cNvPr id="158" name="Shape 150"/>
          <p:cNvSpPr/>
          <p:nvPr/>
        </p:nvSpPr>
        <p:spPr>
          <a:xfrm>
            <a:off x="14331060" y="7151220"/>
            <a:ext cx="198180" cy="345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2940" rIns="135000" bIns="-32940" anchor="t" anchorCtr="1">
            <a:noAutofit/>
          </a:bodyPr>
          <a:lstStyle/>
          <a:p>
            <a:endParaRPr lang="en-US" sz="2700">
              <a:solidFill>
                <a:srgbClr val="FFFFFF"/>
              </a:solidFill>
              <a:latin typeface="Arial"/>
            </a:endParaRPr>
          </a:p>
        </p:txBody>
      </p:sp>
      <p:sp>
        <p:nvSpPr>
          <p:cNvPr id="159" name="Shape 151"/>
          <p:cNvSpPr/>
          <p:nvPr/>
        </p:nvSpPr>
        <p:spPr>
          <a:xfrm>
            <a:off x="14529240" y="7185780"/>
            <a:ext cx="198180" cy="43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63180" rIns="135000" bIns="-63180" anchor="t" anchorCtr="1">
            <a:noAutofit/>
          </a:bodyPr>
          <a:lstStyle/>
          <a:p>
            <a:endParaRPr lang="en-US" sz="2700">
              <a:solidFill>
                <a:srgbClr val="FFFFFF"/>
              </a:solidFill>
              <a:latin typeface="Arial"/>
            </a:endParaRPr>
          </a:p>
        </p:txBody>
      </p:sp>
      <p:sp>
        <p:nvSpPr>
          <p:cNvPr id="160" name="Shape 152"/>
          <p:cNvSpPr/>
          <p:nvPr/>
        </p:nvSpPr>
        <p:spPr>
          <a:xfrm flipV="1">
            <a:off x="14727420" y="7143660"/>
            <a:ext cx="197640" cy="464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060" rIns="135000" bIns="-21060" anchor="t" anchorCtr="1">
            <a:noAutofit/>
          </a:bodyPr>
          <a:lstStyle/>
          <a:p>
            <a:endParaRPr lang="en-US" sz="2700">
              <a:solidFill>
                <a:srgbClr val="FFFFFF"/>
              </a:solidFill>
              <a:latin typeface="Arial"/>
            </a:endParaRPr>
          </a:p>
        </p:txBody>
      </p:sp>
      <p:sp>
        <p:nvSpPr>
          <p:cNvPr id="161" name="Shape 153"/>
          <p:cNvSpPr/>
          <p:nvPr/>
        </p:nvSpPr>
        <p:spPr>
          <a:xfrm flipV="1">
            <a:off x="14925060" y="7052400"/>
            <a:ext cx="198180" cy="9126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3760" rIns="135000" bIns="23760" anchor="t" anchorCtr="1">
            <a:noAutofit/>
          </a:bodyPr>
          <a:lstStyle/>
          <a:p>
            <a:endParaRPr lang="en-US" sz="2700">
              <a:solidFill>
                <a:srgbClr val="FFFFFF"/>
              </a:solidFill>
              <a:latin typeface="Arial"/>
            </a:endParaRPr>
          </a:p>
        </p:txBody>
      </p:sp>
      <p:sp>
        <p:nvSpPr>
          <p:cNvPr id="162" name="Shape 154"/>
          <p:cNvSpPr/>
          <p:nvPr/>
        </p:nvSpPr>
        <p:spPr>
          <a:xfrm flipV="1">
            <a:off x="15123240" y="6948180"/>
            <a:ext cx="198180" cy="1042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6720" rIns="135000" bIns="36720" anchor="t" anchorCtr="1">
            <a:noAutofit/>
          </a:bodyPr>
          <a:lstStyle/>
          <a:p>
            <a:endParaRPr lang="en-US" sz="2700">
              <a:solidFill>
                <a:srgbClr val="FFFFFF"/>
              </a:solidFill>
              <a:latin typeface="Arial"/>
            </a:endParaRPr>
          </a:p>
        </p:txBody>
      </p:sp>
      <p:sp>
        <p:nvSpPr>
          <p:cNvPr id="163" name="Shape 155"/>
          <p:cNvSpPr/>
          <p:nvPr/>
        </p:nvSpPr>
        <p:spPr>
          <a:xfrm flipV="1">
            <a:off x="15321420" y="6874740"/>
            <a:ext cx="198180" cy="734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940" rIns="135000" bIns="5940" anchor="t" anchorCtr="1">
            <a:noAutofit/>
          </a:bodyPr>
          <a:lstStyle/>
          <a:p>
            <a:endParaRPr lang="en-US" sz="2700">
              <a:solidFill>
                <a:srgbClr val="FFFFFF"/>
              </a:solidFill>
              <a:latin typeface="Arial"/>
            </a:endParaRPr>
          </a:p>
        </p:txBody>
      </p:sp>
      <p:sp>
        <p:nvSpPr>
          <p:cNvPr id="164" name="Shape 156"/>
          <p:cNvSpPr/>
          <p:nvPr/>
        </p:nvSpPr>
        <p:spPr>
          <a:xfrm flipV="1">
            <a:off x="15519600" y="6862860"/>
            <a:ext cx="197640" cy="118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55620" rIns="135000" bIns="-55620" anchor="t" anchorCtr="1">
            <a:noAutofit/>
          </a:bodyPr>
          <a:lstStyle/>
          <a:p>
            <a:endParaRPr lang="en-US" sz="2700">
              <a:solidFill>
                <a:srgbClr val="FFFFFF"/>
              </a:solidFill>
              <a:latin typeface="Arial"/>
            </a:endParaRPr>
          </a:p>
        </p:txBody>
      </p:sp>
      <p:sp>
        <p:nvSpPr>
          <p:cNvPr id="165" name="Shape 157"/>
          <p:cNvSpPr/>
          <p:nvPr/>
        </p:nvSpPr>
        <p:spPr>
          <a:xfrm>
            <a:off x="15717240" y="6862860"/>
            <a:ext cx="198180" cy="5022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7280" rIns="135000" bIns="-17280" anchor="t" anchorCtr="1">
            <a:noAutofit/>
          </a:bodyPr>
          <a:lstStyle/>
          <a:p>
            <a:endParaRPr lang="en-US" sz="2700">
              <a:solidFill>
                <a:srgbClr val="FFFFFF"/>
              </a:solidFill>
              <a:latin typeface="Arial"/>
            </a:endParaRPr>
          </a:p>
        </p:txBody>
      </p:sp>
      <p:sp>
        <p:nvSpPr>
          <p:cNvPr id="166" name="Shape 158"/>
          <p:cNvSpPr/>
          <p:nvPr/>
        </p:nvSpPr>
        <p:spPr>
          <a:xfrm>
            <a:off x="15915420" y="6913080"/>
            <a:ext cx="198180" cy="869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9440" rIns="135000" bIns="19440" anchor="t" anchorCtr="1">
            <a:noAutofit/>
          </a:bodyPr>
          <a:lstStyle/>
          <a:p>
            <a:endParaRPr lang="en-US" sz="2700">
              <a:solidFill>
                <a:srgbClr val="FFFFFF"/>
              </a:solidFill>
              <a:latin typeface="Arial"/>
            </a:endParaRPr>
          </a:p>
        </p:txBody>
      </p:sp>
      <p:sp>
        <p:nvSpPr>
          <p:cNvPr id="167" name="Shape 159"/>
          <p:cNvSpPr/>
          <p:nvPr/>
        </p:nvSpPr>
        <p:spPr>
          <a:xfrm>
            <a:off x="16113600" y="7000020"/>
            <a:ext cx="197640" cy="8748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19980" rIns="135000" bIns="19980" anchor="t" anchorCtr="1">
            <a:noAutofit/>
          </a:bodyPr>
          <a:lstStyle/>
          <a:p>
            <a:endParaRPr lang="en-US" sz="2700">
              <a:solidFill>
                <a:srgbClr val="FFFFFF"/>
              </a:solidFill>
              <a:latin typeface="Arial"/>
            </a:endParaRPr>
          </a:p>
        </p:txBody>
      </p:sp>
      <p:sp>
        <p:nvSpPr>
          <p:cNvPr id="168" name="Shape 160"/>
          <p:cNvSpPr/>
          <p:nvPr/>
        </p:nvSpPr>
        <p:spPr>
          <a:xfrm>
            <a:off x="16311240" y="7087500"/>
            <a:ext cx="198180" cy="653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169" name="Shape 161"/>
          <p:cNvSpPr/>
          <p:nvPr/>
        </p:nvSpPr>
        <p:spPr>
          <a:xfrm>
            <a:off x="16509420" y="7152840"/>
            <a:ext cx="198180" cy="437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3760" rIns="135000" bIns="-23760" anchor="t" anchorCtr="1">
            <a:noAutofit/>
          </a:bodyPr>
          <a:lstStyle/>
          <a:p>
            <a:endParaRPr lang="en-US" sz="2700">
              <a:solidFill>
                <a:srgbClr val="FFFFFF"/>
              </a:solidFill>
              <a:latin typeface="Arial"/>
            </a:endParaRPr>
          </a:p>
        </p:txBody>
      </p:sp>
      <p:sp>
        <p:nvSpPr>
          <p:cNvPr id="170" name="Shape 162"/>
          <p:cNvSpPr/>
          <p:nvPr/>
        </p:nvSpPr>
        <p:spPr>
          <a:xfrm>
            <a:off x="16707600" y="7196580"/>
            <a:ext cx="198180" cy="3564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31860" rIns="135000" bIns="-31860" anchor="t" anchorCtr="1">
            <a:noAutofit/>
          </a:bodyPr>
          <a:lstStyle/>
          <a:p>
            <a:endParaRPr lang="en-US" sz="2700">
              <a:solidFill>
                <a:srgbClr val="FFFFFF"/>
              </a:solidFill>
              <a:latin typeface="Arial"/>
            </a:endParaRPr>
          </a:p>
        </p:txBody>
      </p:sp>
      <p:sp>
        <p:nvSpPr>
          <p:cNvPr id="171" name="Shape 163"/>
          <p:cNvSpPr/>
          <p:nvPr/>
        </p:nvSpPr>
        <p:spPr>
          <a:xfrm>
            <a:off x="16905780" y="7232220"/>
            <a:ext cx="197640" cy="37800"/>
          </a:xfrm>
          <a:prstGeom prst="line">
            <a:avLst/>
          </a:prstGeom>
          <a:ln w="17780">
            <a:solidFill>
              <a:srgbClr val="65A7FF"/>
            </a:solidFill>
            <a:round/>
          </a:ln>
        </p:spPr>
        <p:style>
          <a:lnRef idx="0">
            <a:scrgbClr r="0" g="0" b="0"/>
          </a:lnRef>
          <a:fillRef idx="0">
            <a:scrgbClr r="0" g="0" b="0"/>
          </a:fillRef>
          <a:effectRef idx="0">
            <a:scrgbClr r="0" g="0" b="0"/>
          </a:effectRef>
          <a:fontRef idx="minor"/>
        </p:style>
        <p:txBody>
          <a:bodyPr lIns="135000" tIns="-29700" rIns="135000" bIns="-29700" anchor="t" anchorCtr="1">
            <a:noAutofit/>
          </a:bodyPr>
          <a:lstStyle/>
          <a:p>
            <a:endParaRPr lang="en-US" sz="2700">
              <a:solidFill>
                <a:srgbClr val="FFFFFF"/>
              </a:solidFill>
              <a:latin typeface="Arial"/>
            </a:endParaRPr>
          </a:p>
        </p:txBody>
      </p:sp>
      <p:sp>
        <p:nvSpPr>
          <p:cNvPr id="172" name="Shape 164"/>
          <p:cNvSpPr/>
          <p:nvPr/>
        </p:nvSpPr>
        <p:spPr>
          <a:xfrm flipV="1">
            <a:off x="1261440" y="7651260"/>
            <a:ext cx="198180" cy="793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1880" rIns="135000" bIns="11880" anchor="t" anchorCtr="1">
            <a:noAutofit/>
          </a:bodyPr>
          <a:lstStyle/>
          <a:p>
            <a:endParaRPr lang="en-US" sz="2700">
              <a:solidFill>
                <a:srgbClr val="FFFFFF"/>
              </a:solidFill>
              <a:latin typeface="Arial"/>
            </a:endParaRPr>
          </a:p>
        </p:txBody>
      </p:sp>
      <p:sp>
        <p:nvSpPr>
          <p:cNvPr id="173" name="Shape 165"/>
          <p:cNvSpPr/>
          <p:nvPr/>
        </p:nvSpPr>
        <p:spPr>
          <a:xfrm flipV="1">
            <a:off x="1459620" y="7604280"/>
            <a:ext cx="198180" cy="469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0520" rIns="135000" bIns="-20520" anchor="t" anchorCtr="1">
            <a:noAutofit/>
          </a:bodyPr>
          <a:lstStyle/>
          <a:p>
            <a:endParaRPr lang="en-US" sz="2700">
              <a:solidFill>
                <a:srgbClr val="FFFFFF"/>
              </a:solidFill>
              <a:latin typeface="Arial"/>
            </a:endParaRPr>
          </a:p>
        </p:txBody>
      </p:sp>
      <p:sp>
        <p:nvSpPr>
          <p:cNvPr id="174" name="Shape 166"/>
          <p:cNvSpPr/>
          <p:nvPr/>
        </p:nvSpPr>
        <p:spPr>
          <a:xfrm flipV="1">
            <a:off x="1657800" y="7599420"/>
            <a:ext cx="197640" cy="48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2640" rIns="135000" bIns="-62640" anchor="t" anchorCtr="1">
            <a:noAutofit/>
          </a:bodyPr>
          <a:lstStyle/>
          <a:p>
            <a:endParaRPr lang="en-US" sz="2700">
              <a:solidFill>
                <a:srgbClr val="FFFFFF"/>
              </a:solidFill>
              <a:latin typeface="Arial"/>
            </a:endParaRPr>
          </a:p>
        </p:txBody>
      </p:sp>
      <p:sp>
        <p:nvSpPr>
          <p:cNvPr id="175" name="Shape 167"/>
          <p:cNvSpPr/>
          <p:nvPr/>
        </p:nvSpPr>
        <p:spPr>
          <a:xfrm>
            <a:off x="1855440" y="7599420"/>
            <a:ext cx="198180" cy="270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0500" rIns="135000" bIns="-40500" anchor="t" anchorCtr="1">
            <a:noAutofit/>
          </a:bodyPr>
          <a:lstStyle/>
          <a:p>
            <a:endParaRPr lang="en-US" sz="2700">
              <a:solidFill>
                <a:srgbClr val="FFFFFF"/>
              </a:solidFill>
              <a:latin typeface="Arial"/>
            </a:endParaRPr>
          </a:p>
        </p:txBody>
      </p:sp>
      <p:sp>
        <p:nvSpPr>
          <p:cNvPr id="176" name="Shape 168"/>
          <p:cNvSpPr/>
          <p:nvPr/>
        </p:nvSpPr>
        <p:spPr>
          <a:xfrm>
            <a:off x="2053620" y="7626420"/>
            <a:ext cx="198180" cy="378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9700" rIns="135000" bIns="-29700" anchor="t" anchorCtr="1">
            <a:noAutofit/>
          </a:bodyPr>
          <a:lstStyle/>
          <a:p>
            <a:endParaRPr lang="en-US" sz="2700">
              <a:solidFill>
                <a:srgbClr val="FFFFFF"/>
              </a:solidFill>
              <a:latin typeface="Arial"/>
            </a:endParaRPr>
          </a:p>
        </p:txBody>
      </p:sp>
      <p:sp>
        <p:nvSpPr>
          <p:cNvPr id="177" name="Shape 169"/>
          <p:cNvSpPr/>
          <p:nvPr/>
        </p:nvSpPr>
        <p:spPr>
          <a:xfrm>
            <a:off x="2251800" y="7664220"/>
            <a:ext cx="198180" cy="334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4020" rIns="135000" bIns="-34020" anchor="t" anchorCtr="1">
            <a:noAutofit/>
          </a:bodyPr>
          <a:lstStyle/>
          <a:p>
            <a:endParaRPr lang="en-US" sz="2700">
              <a:solidFill>
                <a:srgbClr val="FFFFFF"/>
              </a:solidFill>
              <a:latin typeface="Arial"/>
            </a:endParaRPr>
          </a:p>
        </p:txBody>
      </p:sp>
      <p:sp>
        <p:nvSpPr>
          <p:cNvPr id="178" name="Shape 170"/>
          <p:cNvSpPr/>
          <p:nvPr/>
        </p:nvSpPr>
        <p:spPr>
          <a:xfrm>
            <a:off x="2449980" y="7697700"/>
            <a:ext cx="197640" cy="280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9420" rIns="135000" bIns="-39420" anchor="t" anchorCtr="1">
            <a:noAutofit/>
          </a:bodyPr>
          <a:lstStyle/>
          <a:p>
            <a:endParaRPr lang="en-US" sz="2700">
              <a:solidFill>
                <a:srgbClr val="FFFFFF"/>
              </a:solidFill>
              <a:latin typeface="Arial"/>
            </a:endParaRPr>
          </a:p>
        </p:txBody>
      </p:sp>
      <p:sp>
        <p:nvSpPr>
          <p:cNvPr id="179" name="Shape 171"/>
          <p:cNvSpPr/>
          <p:nvPr/>
        </p:nvSpPr>
        <p:spPr>
          <a:xfrm>
            <a:off x="2647620" y="7725780"/>
            <a:ext cx="198180" cy="313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6180" rIns="135000" bIns="-36180" anchor="t" anchorCtr="1">
            <a:noAutofit/>
          </a:bodyPr>
          <a:lstStyle/>
          <a:p>
            <a:endParaRPr lang="en-US" sz="2700">
              <a:solidFill>
                <a:srgbClr val="FFFFFF"/>
              </a:solidFill>
              <a:latin typeface="Arial"/>
            </a:endParaRPr>
          </a:p>
        </p:txBody>
      </p:sp>
      <p:sp>
        <p:nvSpPr>
          <p:cNvPr id="180" name="Shape 172"/>
          <p:cNvSpPr/>
          <p:nvPr/>
        </p:nvSpPr>
        <p:spPr>
          <a:xfrm>
            <a:off x="2845800" y="7757100"/>
            <a:ext cx="198180" cy="426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4840" rIns="135000" bIns="-24840" anchor="t" anchorCtr="1">
            <a:noAutofit/>
          </a:bodyPr>
          <a:lstStyle/>
          <a:p>
            <a:endParaRPr lang="en-US" sz="2700">
              <a:solidFill>
                <a:srgbClr val="FFFFFF"/>
              </a:solidFill>
              <a:latin typeface="Arial"/>
            </a:endParaRPr>
          </a:p>
        </p:txBody>
      </p:sp>
      <p:sp>
        <p:nvSpPr>
          <p:cNvPr id="181" name="Shape 173"/>
          <p:cNvSpPr/>
          <p:nvPr/>
        </p:nvSpPr>
        <p:spPr>
          <a:xfrm>
            <a:off x="3043980" y="7799760"/>
            <a:ext cx="197640" cy="464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1060" rIns="135000" bIns="-21060" anchor="t" anchorCtr="1">
            <a:noAutofit/>
          </a:bodyPr>
          <a:lstStyle/>
          <a:p>
            <a:endParaRPr lang="en-US" sz="2700">
              <a:solidFill>
                <a:srgbClr val="FFFFFF"/>
              </a:solidFill>
              <a:latin typeface="Arial"/>
            </a:endParaRPr>
          </a:p>
        </p:txBody>
      </p:sp>
      <p:sp>
        <p:nvSpPr>
          <p:cNvPr id="182" name="Shape 174"/>
          <p:cNvSpPr/>
          <p:nvPr/>
        </p:nvSpPr>
        <p:spPr>
          <a:xfrm>
            <a:off x="3241620" y="7846200"/>
            <a:ext cx="198180" cy="313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6180" rIns="135000" bIns="-36180" anchor="t" anchorCtr="1">
            <a:noAutofit/>
          </a:bodyPr>
          <a:lstStyle/>
          <a:p>
            <a:endParaRPr lang="en-US" sz="2700">
              <a:solidFill>
                <a:srgbClr val="FFFFFF"/>
              </a:solidFill>
              <a:latin typeface="Arial"/>
            </a:endParaRPr>
          </a:p>
        </p:txBody>
      </p:sp>
      <p:sp>
        <p:nvSpPr>
          <p:cNvPr id="183" name="Shape 175"/>
          <p:cNvSpPr/>
          <p:nvPr/>
        </p:nvSpPr>
        <p:spPr>
          <a:xfrm flipV="1">
            <a:off x="3439800" y="7873740"/>
            <a:ext cx="198180" cy="37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3720" rIns="135000" bIns="-63720" anchor="t" anchorCtr="1">
            <a:noAutofit/>
          </a:bodyPr>
          <a:lstStyle/>
          <a:p>
            <a:endParaRPr lang="en-US" sz="2700">
              <a:solidFill>
                <a:srgbClr val="FFFFFF"/>
              </a:solidFill>
              <a:latin typeface="Arial"/>
            </a:endParaRPr>
          </a:p>
        </p:txBody>
      </p:sp>
      <p:sp>
        <p:nvSpPr>
          <p:cNvPr id="184" name="Shape 176"/>
          <p:cNvSpPr/>
          <p:nvPr/>
        </p:nvSpPr>
        <p:spPr>
          <a:xfrm flipV="1">
            <a:off x="3637980" y="7826760"/>
            <a:ext cx="198180" cy="469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0520" rIns="135000" bIns="-20520" anchor="t" anchorCtr="1">
            <a:noAutofit/>
          </a:bodyPr>
          <a:lstStyle/>
          <a:p>
            <a:endParaRPr lang="en-US" sz="2700">
              <a:solidFill>
                <a:srgbClr val="FFFFFF"/>
              </a:solidFill>
              <a:latin typeface="Arial"/>
            </a:endParaRPr>
          </a:p>
        </p:txBody>
      </p:sp>
      <p:sp>
        <p:nvSpPr>
          <p:cNvPr id="185" name="Shape 177"/>
          <p:cNvSpPr/>
          <p:nvPr/>
        </p:nvSpPr>
        <p:spPr>
          <a:xfrm flipV="1">
            <a:off x="3836160" y="7752780"/>
            <a:ext cx="197640" cy="739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480" rIns="135000" bIns="6480" anchor="t" anchorCtr="1">
            <a:noAutofit/>
          </a:bodyPr>
          <a:lstStyle/>
          <a:p>
            <a:endParaRPr lang="en-US" sz="2700">
              <a:solidFill>
                <a:srgbClr val="FFFFFF"/>
              </a:solidFill>
              <a:latin typeface="Arial"/>
            </a:endParaRPr>
          </a:p>
        </p:txBody>
      </p:sp>
      <p:sp>
        <p:nvSpPr>
          <p:cNvPr id="186" name="Shape 178"/>
          <p:cNvSpPr/>
          <p:nvPr/>
        </p:nvSpPr>
        <p:spPr>
          <a:xfrm flipV="1">
            <a:off x="4033800" y="7680420"/>
            <a:ext cx="198180" cy="723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860" rIns="135000" bIns="4860" anchor="t" anchorCtr="1">
            <a:noAutofit/>
          </a:bodyPr>
          <a:lstStyle/>
          <a:p>
            <a:endParaRPr lang="en-US" sz="2700">
              <a:solidFill>
                <a:srgbClr val="FFFFFF"/>
              </a:solidFill>
              <a:latin typeface="Arial"/>
            </a:endParaRPr>
          </a:p>
        </p:txBody>
      </p:sp>
      <p:sp>
        <p:nvSpPr>
          <p:cNvPr id="187" name="Shape 179"/>
          <p:cNvSpPr/>
          <p:nvPr/>
        </p:nvSpPr>
        <p:spPr>
          <a:xfrm flipV="1">
            <a:off x="4231980" y="7639380"/>
            <a:ext cx="198180" cy="410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6460" rIns="135000" bIns="-26460" anchor="t" anchorCtr="1">
            <a:noAutofit/>
          </a:bodyPr>
          <a:lstStyle/>
          <a:p>
            <a:endParaRPr lang="en-US" sz="2700">
              <a:solidFill>
                <a:srgbClr val="FFFFFF"/>
              </a:solidFill>
              <a:latin typeface="Arial"/>
            </a:endParaRPr>
          </a:p>
        </p:txBody>
      </p:sp>
      <p:sp>
        <p:nvSpPr>
          <p:cNvPr id="188" name="Shape 180"/>
          <p:cNvSpPr/>
          <p:nvPr/>
        </p:nvSpPr>
        <p:spPr>
          <a:xfrm>
            <a:off x="4430160" y="7639380"/>
            <a:ext cx="197640" cy="21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5340" rIns="135000" bIns="-65340" anchor="t" anchorCtr="1">
            <a:noAutofit/>
          </a:bodyPr>
          <a:lstStyle/>
          <a:p>
            <a:endParaRPr lang="en-US" sz="2700">
              <a:solidFill>
                <a:srgbClr val="FFFFFF"/>
              </a:solidFill>
              <a:latin typeface="Arial"/>
            </a:endParaRPr>
          </a:p>
        </p:txBody>
      </p:sp>
      <p:sp>
        <p:nvSpPr>
          <p:cNvPr id="189" name="Shape 181"/>
          <p:cNvSpPr/>
          <p:nvPr/>
        </p:nvSpPr>
        <p:spPr>
          <a:xfrm>
            <a:off x="4627800" y="7641540"/>
            <a:ext cx="198180" cy="367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0780" rIns="135000" bIns="-30780" anchor="t" anchorCtr="1">
            <a:noAutofit/>
          </a:bodyPr>
          <a:lstStyle/>
          <a:p>
            <a:endParaRPr lang="en-US" sz="2700">
              <a:solidFill>
                <a:srgbClr val="FFFFFF"/>
              </a:solidFill>
              <a:latin typeface="Arial"/>
            </a:endParaRPr>
          </a:p>
        </p:txBody>
      </p:sp>
      <p:sp>
        <p:nvSpPr>
          <p:cNvPr id="190" name="Shape 182"/>
          <p:cNvSpPr/>
          <p:nvPr/>
        </p:nvSpPr>
        <p:spPr>
          <a:xfrm>
            <a:off x="4825980" y="7678260"/>
            <a:ext cx="198180" cy="491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8360" rIns="135000" bIns="-18360" anchor="t" anchorCtr="1">
            <a:noAutofit/>
          </a:bodyPr>
          <a:lstStyle/>
          <a:p>
            <a:endParaRPr lang="en-US" sz="2700">
              <a:solidFill>
                <a:srgbClr val="FFFFFF"/>
              </a:solidFill>
              <a:latin typeface="Arial"/>
            </a:endParaRPr>
          </a:p>
        </p:txBody>
      </p:sp>
      <p:sp>
        <p:nvSpPr>
          <p:cNvPr id="191" name="Shape 183"/>
          <p:cNvSpPr/>
          <p:nvPr/>
        </p:nvSpPr>
        <p:spPr>
          <a:xfrm>
            <a:off x="5024160" y="7727400"/>
            <a:ext cx="198180" cy="448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2680" rIns="135000" bIns="-22680" anchor="t" anchorCtr="1">
            <a:noAutofit/>
          </a:bodyPr>
          <a:lstStyle/>
          <a:p>
            <a:endParaRPr lang="en-US" sz="2700">
              <a:solidFill>
                <a:srgbClr val="FFFFFF"/>
              </a:solidFill>
              <a:latin typeface="Arial"/>
            </a:endParaRPr>
          </a:p>
        </p:txBody>
      </p:sp>
      <p:sp>
        <p:nvSpPr>
          <p:cNvPr id="192" name="Shape 184"/>
          <p:cNvSpPr/>
          <p:nvPr/>
        </p:nvSpPr>
        <p:spPr>
          <a:xfrm>
            <a:off x="5222340" y="7772220"/>
            <a:ext cx="197640" cy="356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1860" rIns="135000" bIns="-31860" anchor="t" anchorCtr="1">
            <a:noAutofit/>
          </a:bodyPr>
          <a:lstStyle/>
          <a:p>
            <a:endParaRPr lang="en-US" sz="2700">
              <a:solidFill>
                <a:srgbClr val="FFFFFF"/>
              </a:solidFill>
              <a:latin typeface="Arial"/>
            </a:endParaRPr>
          </a:p>
        </p:txBody>
      </p:sp>
      <p:sp>
        <p:nvSpPr>
          <p:cNvPr id="193" name="Shape 185"/>
          <p:cNvSpPr/>
          <p:nvPr/>
        </p:nvSpPr>
        <p:spPr>
          <a:xfrm>
            <a:off x="5419980" y="7807860"/>
            <a:ext cx="198180" cy="345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2940" rIns="135000" bIns="-32940" anchor="t" anchorCtr="1">
            <a:noAutofit/>
          </a:bodyPr>
          <a:lstStyle/>
          <a:p>
            <a:endParaRPr lang="en-US" sz="2700">
              <a:solidFill>
                <a:srgbClr val="FFFFFF"/>
              </a:solidFill>
              <a:latin typeface="Arial"/>
            </a:endParaRPr>
          </a:p>
        </p:txBody>
      </p:sp>
      <p:sp>
        <p:nvSpPr>
          <p:cNvPr id="194" name="Shape 186"/>
          <p:cNvSpPr/>
          <p:nvPr/>
        </p:nvSpPr>
        <p:spPr>
          <a:xfrm>
            <a:off x="5618160" y="7842420"/>
            <a:ext cx="198180" cy="415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5920" rIns="135000" bIns="-25920" anchor="t" anchorCtr="1">
            <a:noAutofit/>
          </a:bodyPr>
          <a:lstStyle/>
          <a:p>
            <a:endParaRPr lang="en-US" sz="2700">
              <a:solidFill>
                <a:srgbClr val="FFFFFF"/>
              </a:solidFill>
              <a:latin typeface="Arial"/>
            </a:endParaRPr>
          </a:p>
        </p:txBody>
      </p:sp>
      <p:sp>
        <p:nvSpPr>
          <p:cNvPr id="195" name="Shape 187"/>
          <p:cNvSpPr/>
          <p:nvPr/>
        </p:nvSpPr>
        <p:spPr>
          <a:xfrm>
            <a:off x="5816340" y="7884000"/>
            <a:ext cx="197640" cy="453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2140" rIns="135000" bIns="-22140" anchor="t" anchorCtr="1">
            <a:noAutofit/>
          </a:bodyPr>
          <a:lstStyle/>
          <a:p>
            <a:endParaRPr lang="en-US" sz="2700">
              <a:solidFill>
                <a:srgbClr val="FFFFFF"/>
              </a:solidFill>
              <a:latin typeface="Arial"/>
            </a:endParaRPr>
          </a:p>
        </p:txBody>
      </p:sp>
      <p:sp>
        <p:nvSpPr>
          <p:cNvPr id="196" name="Shape 188"/>
          <p:cNvSpPr/>
          <p:nvPr/>
        </p:nvSpPr>
        <p:spPr>
          <a:xfrm>
            <a:off x="6013980" y="7929360"/>
            <a:ext cx="198180" cy="324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5100" rIns="135000" bIns="-35100" anchor="t" anchorCtr="1">
            <a:noAutofit/>
          </a:bodyPr>
          <a:lstStyle/>
          <a:p>
            <a:endParaRPr lang="en-US" sz="2700">
              <a:solidFill>
                <a:srgbClr val="FFFFFF"/>
              </a:solidFill>
              <a:latin typeface="Arial"/>
            </a:endParaRPr>
          </a:p>
        </p:txBody>
      </p:sp>
      <p:sp>
        <p:nvSpPr>
          <p:cNvPr id="197" name="Shape 189"/>
          <p:cNvSpPr/>
          <p:nvPr/>
        </p:nvSpPr>
        <p:spPr>
          <a:xfrm flipV="1">
            <a:off x="6212160" y="7960680"/>
            <a:ext cx="198180" cy="10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6420" rIns="135000" bIns="-66420" anchor="t" anchorCtr="1">
            <a:noAutofit/>
          </a:bodyPr>
          <a:lstStyle/>
          <a:p>
            <a:endParaRPr lang="en-US" sz="2700">
              <a:solidFill>
                <a:srgbClr val="FFFFFF"/>
              </a:solidFill>
              <a:latin typeface="Arial"/>
            </a:endParaRPr>
          </a:p>
        </p:txBody>
      </p:sp>
      <p:sp>
        <p:nvSpPr>
          <p:cNvPr id="198" name="Shape 190"/>
          <p:cNvSpPr/>
          <p:nvPr/>
        </p:nvSpPr>
        <p:spPr>
          <a:xfrm flipV="1">
            <a:off x="6410340" y="7916940"/>
            <a:ext cx="198180" cy="437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3760" rIns="135000" bIns="-23760" anchor="t" anchorCtr="1">
            <a:noAutofit/>
          </a:bodyPr>
          <a:lstStyle/>
          <a:p>
            <a:endParaRPr lang="en-US" sz="2700">
              <a:solidFill>
                <a:srgbClr val="FFFFFF"/>
              </a:solidFill>
              <a:latin typeface="Arial"/>
            </a:endParaRPr>
          </a:p>
        </p:txBody>
      </p:sp>
      <p:sp>
        <p:nvSpPr>
          <p:cNvPr id="199" name="Shape 191"/>
          <p:cNvSpPr/>
          <p:nvPr/>
        </p:nvSpPr>
        <p:spPr>
          <a:xfrm flipV="1">
            <a:off x="6608520" y="7842420"/>
            <a:ext cx="197640" cy="745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7020" rIns="135000" bIns="7020" anchor="t" anchorCtr="1">
            <a:noAutofit/>
          </a:bodyPr>
          <a:lstStyle/>
          <a:p>
            <a:endParaRPr lang="en-US" sz="2700">
              <a:solidFill>
                <a:srgbClr val="FFFFFF"/>
              </a:solidFill>
              <a:latin typeface="Arial"/>
            </a:endParaRPr>
          </a:p>
        </p:txBody>
      </p:sp>
      <p:sp>
        <p:nvSpPr>
          <p:cNvPr id="200" name="Shape 192"/>
          <p:cNvSpPr/>
          <p:nvPr/>
        </p:nvSpPr>
        <p:spPr>
          <a:xfrm flipV="1">
            <a:off x="6806160" y="7766280"/>
            <a:ext cx="198180" cy="761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8640" rIns="135000" bIns="8640" anchor="t" anchorCtr="1">
            <a:noAutofit/>
          </a:bodyPr>
          <a:lstStyle/>
          <a:p>
            <a:endParaRPr lang="en-US" sz="2700">
              <a:solidFill>
                <a:srgbClr val="FFFFFF"/>
              </a:solidFill>
              <a:latin typeface="Arial"/>
            </a:endParaRPr>
          </a:p>
        </p:txBody>
      </p:sp>
      <p:sp>
        <p:nvSpPr>
          <p:cNvPr id="201" name="Shape 193"/>
          <p:cNvSpPr/>
          <p:nvPr/>
        </p:nvSpPr>
        <p:spPr>
          <a:xfrm flipV="1">
            <a:off x="7004340" y="7718220"/>
            <a:ext cx="198180" cy="480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9440" rIns="135000" bIns="-19440" anchor="t" anchorCtr="1">
            <a:noAutofit/>
          </a:bodyPr>
          <a:lstStyle/>
          <a:p>
            <a:endParaRPr lang="en-US" sz="2700">
              <a:solidFill>
                <a:srgbClr val="FFFFFF"/>
              </a:solidFill>
              <a:latin typeface="Arial"/>
            </a:endParaRPr>
          </a:p>
        </p:txBody>
      </p:sp>
      <p:sp>
        <p:nvSpPr>
          <p:cNvPr id="202" name="Shape 194"/>
          <p:cNvSpPr/>
          <p:nvPr/>
        </p:nvSpPr>
        <p:spPr>
          <a:xfrm flipV="1">
            <a:off x="7202520" y="7713360"/>
            <a:ext cx="197640" cy="48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2640" rIns="135000" bIns="-62640" anchor="t" anchorCtr="1">
            <a:noAutofit/>
          </a:bodyPr>
          <a:lstStyle/>
          <a:p>
            <a:endParaRPr lang="en-US" sz="2700">
              <a:solidFill>
                <a:srgbClr val="FFFFFF"/>
              </a:solidFill>
              <a:latin typeface="Arial"/>
            </a:endParaRPr>
          </a:p>
        </p:txBody>
      </p:sp>
      <p:sp>
        <p:nvSpPr>
          <p:cNvPr id="203" name="Shape 195"/>
          <p:cNvSpPr/>
          <p:nvPr/>
        </p:nvSpPr>
        <p:spPr>
          <a:xfrm>
            <a:off x="7400160" y="7713360"/>
            <a:ext cx="198180" cy="313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6180" rIns="135000" bIns="-36180" anchor="t" anchorCtr="1">
            <a:noAutofit/>
          </a:bodyPr>
          <a:lstStyle/>
          <a:p>
            <a:endParaRPr lang="en-US" sz="2700">
              <a:solidFill>
                <a:srgbClr val="FFFFFF"/>
              </a:solidFill>
              <a:latin typeface="Arial"/>
            </a:endParaRPr>
          </a:p>
        </p:txBody>
      </p:sp>
      <p:sp>
        <p:nvSpPr>
          <p:cNvPr id="204" name="Shape 196"/>
          <p:cNvSpPr/>
          <p:nvPr/>
        </p:nvSpPr>
        <p:spPr>
          <a:xfrm>
            <a:off x="7598340" y="7744680"/>
            <a:ext cx="198180" cy="464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1060" rIns="135000" bIns="-21060" anchor="t" anchorCtr="1">
            <a:noAutofit/>
          </a:bodyPr>
          <a:lstStyle/>
          <a:p>
            <a:endParaRPr lang="en-US" sz="2700">
              <a:solidFill>
                <a:srgbClr val="FFFFFF"/>
              </a:solidFill>
              <a:latin typeface="Arial"/>
            </a:endParaRPr>
          </a:p>
        </p:txBody>
      </p:sp>
      <p:sp>
        <p:nvSpPr>
          <p:cNvPr id="205" name="Shape 197"/>
          <p:cNvSpPr/>
          <p:nvPr/>
        </p:nvSpPr>
        <p:spPr>
          <a:xfrm>
            <a:off x="7796520" y="7791120"/>
            <a:ext cx="198180" cy="415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5920" rIns="135000" bIns="-25920" anchor="t" anchorCtr="1">
            <a:noAutofit/>
          </a:bodyPr>
          <a:lstStyle/>
          <a:p>
            <a:endParaRPr lang="en-US" sz="2700">
              <a:solidFill>
                <a:srgbClr val="FFFFFF"/>
              </a:solidFill>
              <a:latin typeface="Arial"/>
            </a:endParaRPr>
          </a:p>
        </p:txBody>
      </p:sp>
      <p:sp>
        <p:nvSpPr>
          <p:cNvPr id="206" name="Shape 198"/>
          <p:cNvSpPr/>
          <p:nvPr/>
        </p:nvSpPr>
        <p:spPr>
          <a:xfrm>
            <a:off x="7994700" y="7832700"/>
            <a:ext cx="197640" cy="297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7800" rIns="135000" bIns="-37800" anchor="t" anchorCtr="1">
            <a:noAutofit/>
          </a:bodyPr>
          <a:lstStyle/>
          <a:p>
            <a:endParaRPr lang="en-US" sz="2700">
              <a:solidFill>
                <a:srgbClr val="FFFFFF"/>
              </a:solidFill>
              <a:latin typeface="Arial"/>
            </a:endParaRPr>
          </a:p>
        </p:txBody>
      </p:sp>
      <p:sp>
        <p:nvSpPr>
          <p:cNvPr id="207" name="Shape 199"/>
          <p:cNvSpPr/>
          <p:nvPr/>
        </p:nvSpPr>
        <p:spPr>
          <a:xfrm>
            <a:off x="8192340" y="7862400"/>
            <a:ext cx="198180" cy="237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3740" rIns="135000" bIns="-43740" anchor="t" anchorCtr="1">
            <a:noAutofit/>
          </a:bodyPr>
          <a:lstStyle/>
          <a:p>
            <a:endParaRPr lang="en-US" sz="2700">
              <a:solidFill>
                <a:srgbClr val="FFFFFF"/>
              </a:solidFill>
              <a:latin typeface="Arial"/>
            </a:endParaRPr>
          </a:p>
        </p:txBody>
      </p:sp>
      <p:sp>
        <p:nvSpPr>
          <p:cNvPr id="208" name="Shape 200"/>
          <p:cNvSpPr/>
          <p:nvPr/>
        </p:nvSpPr>
        <p:spPr>
          <a:xfrm>
            <a:off x="8390520" y="7886160"/>
            <a:ext cx="198180" cy="280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9420" rIns="135000" bIns="-39420" anchor="t" anchorCtr="1">
            <a:noAutofit/>
          </a:bodyPr>
          <a:lstStyle/>
          <a:p>
            <a:endParaRPr lang="en-US" sz="2700">
              <a:solidFill>
                <a:srgbClr val="FFFFFF"/>
              </a:solidFill>
              <a:latin typeface="Arial"/>
            </a:endParaRPr>
          </a:p>
        </p:txBody>
      </p:sp>
      <p:sp>
        <p:nvSpPr>
          <p:cNvPr id="209" name="Shape 201"/>
          <p:cNvSpPr/>
          <p:nvPr/>
        </p:nvSpPr>
        <p:spPr>
          <a:xfrm>
            <a:off x="8588700" y="7914240"/>
            <a:ext cx="197640" cy="313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6180" rIns="135000" bIns="-36180" anchor="t" anchorCtr="1">
            <a:noAutofit/>
          </a:bodyPr>
          <a:lstStyle/>
          <a:p>
            <a:endParaRPr lang="en-US" sz="2700">
              <a:solidFill>
                <a:srgbClr val="FFFFFF"/>
              </a:solidFill>
              <a:latin typeface="Arial"/>
            </a:endParaRPr>
          </a:p>
        </p:txBody>
      </p:sp>
      <p:sp>
        <p:nvSpPr>
          <p:cNvPr id="210" name="Shape 202"/>
          <p:cNvSpPr/>
          <p:nvPr/>
        </p:nvSpPr>
        <p:spPr>
          <a:xfrm>
            <a:off x="8786340" y="7945560"/>
            <a:ext cx="198180" cy="216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5900" rIns="135000" bIns="-45900" anchor="t" anchorCtr="1">
            <a:noAutofit/>
          </a:bodyPr>
          <a:lstStyle/>
          <a:p>
            <a:endParaRPr lang="en-US" sz="2700">
              <a:solidFill>
                <a:srgbClr val="FFFFFF"/>
              </a:solidFill>
              <a:latin typeface="Arial"/>
            </a:endParaRPr>
          </a:p>
        </p:txBody>
      </p:sp>
      <p:sp>
        <p:nvSpPr>
          <p:cNvPr id="211" name="Shape 203"/>
          <p:cNvSpPr/>
          <p:nvPr/>
        </p:nvSpPr>
        <p:spPr>
          <a:xfrm flipV="1">
            <a:off x="8984520" y="7957440"/>
            <a:ext cx="198180" cy="97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7780" rIns="135000" bIns="-57780" anchor="t" anchorCtr="1">
            <a:noAutofit/>
          </a:bodyPr>
          <a:lstStyle/>
          <a:p>
            <a:endParaRPr lang="en-US" sz="2700">
              <a:solidFill>
                <a:srgbClr val="FFFFFF"/>
              </a:solidFill>
              <a:latin typeface="Arial"/>
            </a:endParaRPr>
          </a:p>
        </p:txBody>
      </p:sp>
      <p:sp>
        <p:nvSpPr>
          <p:cNvPr id="212" name="Shape 204"/>
          <p:cNvSpPr/>
          <p:nvPr/>
        </p:nvSpPr>
        <p:spPr>
          <a:xfrm flipV="1">
            <a:off x="9182700" y="7907220"/>
            <a:ext cx="198180" cy="502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7280" rIns="135000" bIns="-17280" anchor="t" anchorCtr="1">
            <a:noAutofit/>
          </a:bodyPr>
          <a:lstStyle/>
          <a:p>
            <a:endParaRPr lang="en-US" sz="2700">
              <a:solidFill>
                <a:srgbClr val="FFFFFF"/>
              </a:solidFill>
              <a:latin typeface="Arial"/>
            </a:endParaRPr>
          </a:p>
        </p:txBody>
      </p:sp>
      <p:sp>
        <p:nvSpPr>
          <p:cNvPr id="213" name="Shape 205"/>
          <p:cNvSpPr/>
          <p:nvPr/>
        </p:nvSpPr>
        <p:spPr>
          <a:xfrm flipV="1">
            <a:off x="9380880" y="7825140"/>
            <a:ext cx="197640" cy="820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4580" rIns="135000" bIns="14580" anchor="t" anchorCtr="1">
            <a:noAutofit/>
          </a:bodyPr>
          <a:lstStyle/>
          <a:p>
            <a:endParaRPr lang="en-US" sz="2700">
              <a:solidFill>
                <a:srgbClr val="FFFFFF"/>
              </a:solidFill>
              <a:latin typeface="Arial"/>
            </a:endParaRPr>
          </a:p>
        </p:txBody>
      </p:sp>
      <p:sp>
        <p:nvSpPr>
          <p:cNvPr id="214" name="Shape 206"/>
          <p:cNvSpPr/>
          <p:nvPr/>
        </p:nvSpPr>
        <p:spPr>
          <a:xfrm flipV="1">
            <a:off x="9578520" y="7738200"/>
            <a:ext cx="198180" cy="869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9440" rIns="135000" bIns="19440" anchor="t" anchorCtr="1">
            <a:noAutofit/>
          </a:bodyPr>
          <a:lstStyle/>
          <a:p>
            <a:endParaRPr lang="en-US" sz="2700">
              <a:solidFill>
                <a:srgbClr val="FFFFFF"/>
              </a:solidFill>
              <a:latin typeface="Arial"/>
            </a:endParaRPr>
          </a:p>
        </p:txBody>
      </p:sp>
      <p:sp>
        <p:nvSpPr>
          <p:cNvPr id="215" name="Shape 207"/>
          <p:cNvSpPr/>
          <p:nvPr/>
        </p:nvSpPr>
        <p:spPr>
          <a:xfrm flipV="1">
            <a:off x="9776700" y="7677720"/>
            <a:ext cx="198180" cy="604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7020" rIns="135000" bIns="-7020" anchor="t" anchorCtr="1">
            <a:noAutofit/>
          </a:bodyPr>
          <a:lstStyle/>
          <a:p>
            <a:endParaRPr lang="en-US" sz="2700">
              <a:solidFill>
                <a:srgbClr val="FFFFFF"/>
              </a:solidFill>
              <a:latin typeface="Arial"/>
            </a:endParaRPr>
          </a:p>
        </p:txBody>
      </p:sp>
      <p:sp>
        <p:nvSpPr>
          <p:cNvPr id="216" name="Shape 208"/>
          <p:cNvSpPr/>
          <p:nvPr/>
        </p:nvSpPr>
        <p:spPr>
          <a:xfrm flipV="1">
            <a:off x="9974880" y="7661520"/>
            <a:ext cx="197640" cy="162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1300" rIns="135000" bIns="-51300" anchor="t" anchorCtr="1">
            <a:noAutofit/>
          </a:bodyPr>
          <a:lstStyle/>
          <a:p>
            <a:endParaRPr lang="en-US" sz="2700">
              <a:solidFill>
                <a:srgbClr val="FFFFFF"/>
              </a:solidFill>
              <a:latin typeface="Arial"/>
            </a:endParaRPr>
          </a:p>
        </p:txBody>
      </p:sp>
      <p:sp>
        <p:nvSpPr>
          <p:cNvPr id="217" name="Shape 209"/>
          <p:cNvSpPr/>
          <p:nvPr/>
        </p:nvSpPr>
        <p:spPr>
          <a:xfrm>
            <a:off x="10172520" y="7661520"/>
            <a:ext cx="198180" cy="232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4280" rIns="135000" bIns="-44280" anchor="t" anchorCtr="1">
            <a:noAutofit/>
          </a:bodyPr>
          <a:lstStyle/>
          <a:p>
            <a:endParaRPr lang="en-US" sz="2700">
              <a:solidFill>
                <a:srgbClr val="FFFFFF"/>
              </a:solidFill>
              <a:latin typeface="Arial"/>
            </a:endParaRPr>
          </a:p>
        </p:txBody>
      </p:sp>
      <p:sp>
        <p:nvSpPr>
          <p:cNvPr id="218" name="Shape 210"/>
          <p:cNvSpPr/>
          <p:nvPr/>
        </p:nvSpPr>
        <p:spPr>
          <a:xfrm>
            <a:off x="10370700" y="7684740"/>
            <a:ext cx="198180" cy="421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5380" rIns="135000" bIns="-25380" anchor="t" anchorCtr="1">
            <a:noAutofit/>
          </a:bodyPr>
          <a:lstStyle/>
          <a:p>
            <a:endParaRPr lang="en-US" sz="2700">
              <a:solidFill>
                <a:srgbClr val="FFFFFF"/>
              </a:solidFill>
              <a:latin typeface="Arial"/>
            </a:endParaRPr>
          </a:p>
        </p:txBody>
      </p:sp>
      <p:sp>
        <p:nvSpPr>
          <p:cNvPr id="219" name="Shape 211"/>
          <p:cNvSpPr/>
          <p:nvPr/>
        </p:nvSpPr>
        <p:spPr>
          <a:xfrm>
            <a:off x="10568880" y="7726860"/>
            <a:ext cx="198180" cy="394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8080" rIns="135000" bIns="-28080" anchor="t" anchorCtr="1">
            <a:noAutofit/>
          </a:bodyPr>
          <a:lstStyle/>
          <a:p>
            <a:endParaRPr lang="en-US" sz="2700">
              <a:solidFill>
                <a:srgbClr val="FFFFFF"/>
              </a:solidFill>
              <a:latin typeface="Arial"/>
            </a:endParaRPr>
          </a:p>
        </p:txBody>
      </p:sp>
      <p:sp>
        <p:nvSpPr>
          <p:cNvPr id="220" name="Shape 212"/>
          <p:cNvSpPr/>
          <p:nvPr/>
        </p:nvSpPr>
        <p:spPr>
          <a:xfrm>
            <a:off x="10767060" y="7766280"/>
            <a:ext cx="197640" cy="264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1040" rIns="135000" bIns="-41040" anchor="t" anchorCtr="1">
            <a:noAutofit/>
          </a:bodyPr>
          <a:lstStyle/>
          <a:p>
            <a:endParaRPr lang="en-US" sz="2700">
              <a:solidFill>
                <a:srgbClr val="FFFFFF"/>
              </a:solidFill>
              <a:latin typeface="Arial"/>
            </a:endParaRPr>
          </a:p>
        </p:txBody>
      </p:sp>
      <p:sp>
        <p:nvSpPr>
          <p:cNvPr id="221" name="Shape 213"/>
          <p:cNvSpPr/>
          <p:nvPr/>
        </p:nvSpPr>
        <p:spPr>
          <a:xfrm>
            <a:off x="10964700" y="7792740"/>
            <a:ext cx="198180" cy="183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9140" rIns="135000" bIns="-49140" anchor="t" anchorCtr="1">
            <a:noAutofit/>
          </a:bodyPr>
          <a:lstStyle/>
          <a:p>
            <a:endParaRPr lang="en-US" sz="2700">
              <a:solidFill>
                <a:srgbClr val="FFFFFF"/>
              </a:solidFill>
              <a:latin typeface="Arial"/>
            </a:endParaRPr>
          </a:p>
        </p:txBody>
      </p:sp>
      <p:sp>
        <p:nvSpPr>
          <p:cNvPr id="222" name="Shape 214"/>
          <p:cNvSpPr/>
          <p:nvPr/>
        </p:nvSpPr>
        <p:spPr>
          <a:xfrm>
            <a:off x="11162880" y="7811100"/>
            <a:ext cx="198180" cy="199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7520" rIns="135000" bIns="-47520" anchor="t" anchorCtr="1">
            <a:noAutofit/>
          </a:bodyPr>
          <a:lstStyle/>
          <a:p>
            <a:endParaRPr lang="en-US" sz="2700">
              <a:solidFill>
                <a:srgbClr val="FFFFFF"/>
              </a:solidFill>
              <a:latin typeface="Arial"/>
            </a:endParaRPr>
          </a:p>
        </p:txBody>
      </p:sp>
      <p:sp>
        <p:nvSpPr>
          <p:cNvPr id="223" name="Shape 215"/>
          <p:cNvSpPr/>
          <p:nvPr/>
        </p:nvSpPr>
        <p:spPr>
          <a:xfrm>
            <a:off x="11361060" y="7831080"/>
            <a:ext cx="197640" cy="243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3200" rIns="135000" bIns="-43200" anchor="t" anchorCtr="1">
            <a:noAutofit/>
          </a:bodyPr>
          <a:lstStyle/>
          <a:p>
            <a:endParaRPr lang="en-US" sz="2700">
              <a:solidFill>
                <a:srgbClr val="FFFFFF"/>
              </a:solidFill>
              <a:latin typeface="Arial"/>
            </a:endParaRPr>
          </a:p>
        </p:txBody>
      </p:sp>
      <p:sp>
        <p:nvSpPr>
          <p:cNvPr id="224" name="Shape 216"/>
          <p:cNvSpPr/>
          <p:nvPr/>
        </p:nvSpPr>
        <p:spPr>
          <a:xfrm>
            <a:off x="11558700" y="7855380"/>
            <a:ext cx="198180" cy="172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0220" rIns="135000" bIns="-50220" anchor="t" anchorCtr="1">
            <a:noAutofit/>
          </a:bodyPr>
          <a:lstStyle/>
          <a:p>
            <a:endParaRPr lang="en-US" sz="2700">
              <a:solidFill>
                <a:srgbClr val="FFFFFF"/>
              </a:solidFill>
              <a:latin typeface="Arial"/>
            </a:endParaRPr>
          </a:p>
        </p:txBody>
      </p:sp>
      <p:sp>
        <p:nvSpPr>
          <p:cNvPr id="225" name="Shape 217"/>
          <p:cNvSpPr/>
          <p:nvPr/>
        </p:nvSpPr>
        <p:spPr>
          <a:xfrm flipV="1">
            <a:off x="11756880" y="7864560"/>
            <a:ext cx="198180" cy="81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9400" rIns="135000" bIns="-59400" anchor="t" anchorCtr="1">
            <a:noAutofit/>
          </a:bodyPr>
          <a:lstStyle/>
          <a:p>
            <a:endParaRPr lang="en-US" sz="2700">
              <a:solidFill>
                <a:srgbClr val="FFFFFF"/>
              </a:solidFill>
              <a:latin typeface="Arial"/>
            </a:endParaRPr>
          </a:p>
        </p:txBody>
      </p:sp>
      <p:sp>
        <p:nvSpPr>
          <p:cNvPr id="226" name="Shape 218"/>
          <p:cNvSpPr/>
          <p:nvPr/>
        </p:nvSpPr>
        <p:spPr>
          <a:xfrm flipV="1">
            <a:off x="11955060" y="7818120"/>
            <a:ext cx="197640" cy="464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1060" rIns="135000" bIns="-21060" anchor="t" anchorCtr="1">
            <a:noAutofit/>
          </a:bodyPr>
          <a:lstStyle/>
          <a:p>
            <a:endParaRPr lang="en-US" sz="2700">
              <a:solidFill>
                <a:srgbClr val="FFFFFF"/>
              </a:solidFill>
              <a:latin typeface="Arial"/>
            </a:endParaRPr>
          </a:p>
        </p:txBody>
      </p:sp>
      <p:sp>
        <p:nvSpPr>
          <p:cNvPr id="227" name="Shape 219"/>
          <p:cNvSpPr/>
          <p:nvPr/>
        </p:nvSpPr>
        <p:spPr>
          <a:xfrm flipV="1">
            <a:off x="12152700" y="7740360"/>
            <a:ext cx="198180" cy="777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0260" rIns="135000" bIns="10260" anchor="t" anchorCtr="1">
            <a:noAutofit/>
          </a:bodyPr>
          <a:lstStyle/>
          <a:p>
            <a:endParaRPr lang="en-US" sz="2700">
              <a:solidFill>
                <a:srgbClr val="FFFFFF"/>
              </a:solidFill>
              <a:latin typeface="Arial"/>
            </a:endParaRPr>
          </a:p>
        </p:txBody>
      </p:sp>
      <p:sp>
        <p:nvSpPr>
          <p:cNvPr id="228" name="Shape 220"/>
          <p:cNvSpPr/>
          <p:nvPr/>
        </p:nvSpPr>
        <p:spPr>
          <a:xfrm flipV="1">
            <a:off x="12350880" y="7656120"/>
            <a:ext cx="198180" cy="842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6740" rIns="135000" bIns="16740" anchor="t" anchorCtr="1">
            <a:noAutofit/>
          </a:bodyPr>
          <a:lstStyle/>
          <a:p>
            <a:endParaRPr lang="en-US" sz="2700">
              <a:solidFill>
                <a:srgbClr val="FFFFFF"/>
              </a:solidFill>
              <a:latin typeface="Arial"/>
            </a:endParaRPr>
          </a:p>
        </p:txBody>
      </p:sp>
      <p:sp>
        <p:nvSpPr>
          <p:cNvPr id="229" name="Shape 221"/>
          <p:cNvSpPr/>
          <p:nvPr/>
        </p:nvSpPr>
        <p:spPr>
          <a:xfrm flipV="1">
            <a:off x="12549060" y="7596720"/>
            <a:ext cx="198180" cy="594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8100" rIns="135000" bIns="-8100" anchor="t" anchorCtr="1">
            <a:noAutofit/>
          </a:bodyPr>
          <a:lstStyle/>
          <a:p>
            <a:endParaRPr lang="en-US" sz="2700">
              <a:solidFill>
                <a:srgbClr val="FFFFFF"/>
              </a:solidFill>
              <a:latin typeface="Arial"/>
            </a:endParaRPr>
          </a:p>
        </p:txBody>
      </p:sp>
      <p:sp>
        <p:nvSpPr>
          <p:cNvPr id="230" name="Shape 222"/>
          <p:cNvSpPr/>
          <p:nvPr/>
        </p:nvSpPr>
        <p:spPr>
          <a:xfrm flipV="1">
            <a:off x="12747240" y="7582140"/>
            <a:ext cx="197640" cy="145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2920" rIns="135000" bIns="-52920" anchor="t" anchorCtr="1">
            <a:noAutofit/>
          </a:bodyPr>
          <a:lstStyle/>
          <a:p>
            <a:endParaRPr lang="en-US" sz="2700">
              <a:solidFill>
                <a:srgbClr val="FFFFFF"/>
              </a:solidFill>
              <a:latin typeface="Arial"/>
            </a:endParaRPr>
          </a:p>
        </p:txBody>
      </p:sp>
      <p:sp>
        <p:nvSpPr>
          <p:cNvPr id="231" name="Shape 223"/>
          <p:cNvSpPr/>
          <p:nvPr/>
        </p:nvSpPr>
        <p:spPr>
          <a:xfrm>
            <a:off x="12944880" y="7582140"/>
            <a:ext cx="198180" cy="286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8880" rIns="135000" bIns="-38880" anchor="t" anchorCtr="1">
            <a:noAutofit/>
          </a:bodyPr>
          <a:lstStyle/>
          <a:p>
            <a:endParaRPr lang="en-US" sz="2700">
              <a:solidFill>
                <a:srgbClr val="FFFFFF"/>
              </a:solidFill>
              <a:latin typeface="Arial"/>
            </a:endParaRPr>
          </a:p>
        </p:txBody>
      </p:sp>
      <p:sp>
        <p:nvSpPr>
          <p:cNvPr id="232" name="Shape 224"/>
          <p:cNvSpPr/>
          <p:nvPr/>
        </p:nvSpPr>
        <p:spPr>
          <a:xfrm>
            <a:off x="13143060" y="7610760"/>
            <a:ext cx="198180" cy="523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5120" rIns="135000" bIns="-15120" anchor="t" anchorCtr="1">
            <a:noAutofit/>
          </a:bodyPr>
          <a:lstStyle/>
          <a:p>
            <a:endParaRPr lang="en-US" sz="2700">
              <a:solidFill>
                <a:srgbClr val="FFFFFF"/>
              </a:solidFill>
              <a:latin typeface="Arial"/>
            </a:endParaRPr>
          </a:p>
        </p:txBody>
      </p:sp>
      <p:sp>
        <p:nvSpPr>
          <p:cNvPr id="233" name="Shape 225"/>
          <p:cNvSpPr/>
          <p:nvPr/>
        </p:nvSpPr>
        <p:spPr>
          <a:xfrm>
            <a:off x="13341240" y="7663140"/>
            <a:ext cx="197640" cy="513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6200" rIns="135000" bIns="-16200" anchor="t" anchorCtr="1">
            <a:noAutofit/>
          </a:bodyPr>
          <a:lstStyle/>
          <a:p>
            <a:endParaRPr lang="en-US" sz="2700">
              <a:solidFill>
                <a:srgbClr val="FFFFFF"/>
              </a:solidFill>
              <a:latin typeface="Arial"/>
            </a:endParaRPr>
          </a:p>
        </p:txBody>
      </p:sp>
      <p:sp>
        <p:nvSpPr>
          <p:cNvPr id="234" name="Shape 226"/>
          <p:cNvSpPr/>
          <p:nvPr/>
        </p:nvSpPr>
        <p:spPr>
          <a:xfrm>
            <a:off x="13538880" y="7714440"/>
            <a:ext cx="198180" cy="378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9700" rIns="135000" bIns="-29700" anchor="t" anchorCtr="1">
            <a:noAutofit/>
          </a:bodyPr>
          <a:lstStyle/>
          <a:p>
            <a:endParaRPr lang="en-US" sz="2700">
              <a:solidFill>
                <a:srgbClr val="FFFFFF"/>
              </a:solidFill>
              <a:latin typeface="Arial"/>
            </a:endParaRPr>
          </a:p>
        </p:txBody>
      </p:sp>
      <p:sp>
        <p:nvSpPr>
          <p:cNvPr id="235" name="Shape 227"/>
          <p:cNvSpPr/>
          <p:nvPr/>
        </p:nvSpPr>
        <p:spPr>
          <a:xfrm>
            <a:off x="13737060" y="7752240"/>
            <a:ext cx="198180" cy="264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1040" rIns="135000" bIns="-41040" anchor="t" anchorCtr="1">
            <a:noAutofit/>
          </a:bodyPr>
          <a:lstStyle/>
          <a:p>
            <a:endParaRPr lang="en-US" sz="2700">
              <a:solidFill>
                <a:srgbClr val="FFFFFF"/>
              </a:solidFill>
              <a:latin typeface="Arial"/>
            </a:endParaRPr>
          </a:p>
        </p:txBody>
      </p:sp>
      <p:sp>
        <p:nvSpPr>
          <p:cNvPr id="236" name="Shape 228"/>
          <p:cNvSpPr/>
          <p:nvPr/>
        </p:nvSpPr>
        <p:spPr>
          <a:xfrm>
            <a:off x="13935240" y="7778700"/>
            <a:ext cx="198180" cy="253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2120" rIns="135000" bIns="-42120" anchor="t" anchorCtr="1">
            <a:noAutofit/>
          </a:bodyPr>
          <a:lstStyle/>
          <a:p>
            <a:endParaRPr lang="en-US" sz="2700">
              <a:solidFill>
                <a:srgbClr val="FFFFFF"/>
              </a:solidFill>
              <a:latin typeface="Arial"/>
            </a:endParaRPr>
          </a:p>
        </p:txBody>
      </p:sp>
      <p:sp>
        <p:nvSpPr>
          <p:cNvPr id="237" name="Shape 229"/>
          <p:cNvSpPr/>
          <p:nvPr/>
        </p:nvSpPr>
        <p:spPr>
          <a:xfrm>
            <a:off x="14133420" y="7804080"/>
            <a:ext cx="197640" cy="291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8340" rIns="135000" bIns="-38340" anchor="t" anchorCtr="1">
            <a:noAutofit/>
          </a:bodyPr>
          <a:lstStyle/>
          <a:p>
            <a:endParaRPr lang="en-US" sz="2700">
              <a:solidFill>
                <a:srgbClr val="FFFFFF"/>
              </a:solidFill>
              <a:latin typeface="Arial"/>
            </a:endParaRPr>
          </a:p>
        </p:txBody>
      </p:sp>
      <p:sp>
        <p:nvSpPr>
          <p:cNvPr id="238" name="Shape 230"/>
          <p:cNvSpPr/>
          <p:nvPr/>
        </p:nvSpPr>
        <p:spPr>
          <a:xfrm>
            <a:off x="14331060" y="7833240"/>
            <a:ext cx="198180" cy="248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2660" rIns="135000" bIns="-42660" anchor="t" anchorCtr="1">
            <a:noAutofit/>
          </a:bodyPr>
          <a:lstStyle/>
          <a:p>
            <a:endParaRPr lang="en-US" sz="2700">
              <a:solidFill>
                <a:srgbClr val="FFFFFF"/>
              </a:solidFill>
              <a:latin typeface="Arial"/>
            </a:endParaRPr>
          </a:p>
        </p:txBody>
      </p:sp>
      <p:sp>
        <p:nvSpPr>
          <p:cNvPr id="239" name="Shape 231"/>
          <p:cNvSpPr/>
          <p:nvPr/>
        </p:nvSpPr>
        <p:spPr>
          <a:xfrm>
            <a:off x="14529240" y="7858080"/>
            <a:ext cx="198180" cy="32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64260" rIns="135000" bIns="-64260" anchor="t" anchorCtr="1">
            <a:noAutofit/>
          </a:bodyPr>
          <a:lstStyle/>
          <a:p>
            <a:endParaRPr lang="en-US" sz="2700">
              <a:solidFill>
                <a:srgbClr val="FFFFFF"/>
              </a:solidFill>
              <a:latin typeface="Arial"/>
            </a:endParaRPr>
          </a:p>
        </p:txBody>
      </p:sp>
      <p:sp>
        <p:nvSpPr>
          <p:cNvPr id="240" name="Shape 232"/>
          <p:cNvSpPr/>
          <p:nvPr/>
        </p:nvSpPr>
        <p:spPr>
          <a:xfrm flipV="1">
            <a:off x="14727420" y="7828380"/>
            <a:ext cx="197640" cy="329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4560" rIns="135000" bIns="-34560" anchor="t" anchorCtr="1">
            <a:noAutofit/>
          </a:bodyPr>
          <a:lstStyle/>
          <a:p>
            <a:endParaRPr lang="en-US" sz="2700">
              <a:solidFill>
                <a:srgbClr val="FFFFFF"/>
              </a:solidFill>
              <a:latin typeface="Arial"/>
            </a:endParaRPr>
          </a:p>
        </p:txBody>
      </p:sp>
      <p:sp>
        <p:nvSpPr>
          <p:cNvPr id="241" name="Shape 233"/>
          <p:cNvSpPr/>
          <p:nvPr/>
        </p:nvSpPr>
        <p:spPr>
          <a:xfrm flipV="1">
            <a:off x="14925060" y="7763040"/>
            <a:ext cx="198180" cy="653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160" rIns="135000" bIns="-2160" anchor="t" anchorCtr="1">
            <a:noAutofit/>
          </a:bodyPr>
          <a:lstStyle/>
          <a:p>
            <a:endParaRPr lang="en-US" sz="2700">
              <a:solidFill>
                <a:srgbClr val="FFFFFF"/>
              </a:solidFill>
              <a:latin typeface="Arial"/>
            </a:endParaRPr>
          </a:p>
        </p:txBody>
      </p:sp>
      <p:sp>
        <p:nvSpPr>
          <p:cNvPr id="242" name="Shape 234"/>
          <p:cNvSpPr/>
          <p:nvPr/>
        </p:nvSpPr>
        <p:spPr>
          <a:xfrm flipV="1">
            <a:off x="15123240" y="7688520"/>
            <a:ext cx="198180" cy="745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7020" rIns="135000" bIns="7020" anchor="t" anchorCtr="1">
            <a:noAutofit/>
          </a:bodyPr>
          <a:lstStyle/>
          <a:p>
            <a:endParaRPr lang="en-US" sz="2700">
              <a:solidFill>
                <a:srgbClr val="FFFFFF"/>
              </a:solidFill>
              <a:latin typeface="Arial"/>
            </a:endParaRPr>
          </a:p>
        </p:txBody>
      </p:sp>
      <p:sp>
        <p:nvSpPr>
          <p:cNvPr id="243" name="Shape 235"/>
          <p:cNvSpPr/>
          <p:nvPr/>
        </p:nvSpPr>
        <p:spPr>
          <a:xfrm flipV="1">
            <a:off x="15321420" y="7636140"/>
            <a:ext cx="198180" cy="523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15120" rIns="135000" bIns="-15120" anchor="t" anchorCtr="1">
            <a:noAutofit/>
          </a:bodyPr>
          <a:lstStyle/>
          <a:p>
            <a:endParaRPr lang="en-US" sz="2700">
              <a:solidFill>
                <a:srgbClr val="FFFFFF"/>
              </a:solidFill>
              <a:latin typeface="Arial"/>
            </a:endParaRPr>
          </a:p>
        </p:txBody>
      </p:sp>
      <p:sp>
        <p:nvSpPr>
          <p:cNvPr id="244" name="Shape 236"/>
          <p:cNvSpPr/>
          <p:nvPr/>
        </p:nvSpPr>
        <p:spPr>
          <a:xfrm flipV="1">
            <a:off x="15519600" y="7627500"/>
            <a:ext cx="197640" cy="86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8860" rIns="135000" bIns="-58860" anchor="t" anchorCtr="1">
            <a:noAutofit/>
          </a:bodyPr>
          <a:lstStyle/>
          <a:p>
            <a:endParaRPr lang="en-US" sz="2700">
              <a:solidFill>
                <a:srgbClr val="FFFFFF"/>
              </a:solidFill>
              <a:latin typeface="Arial"/>
            </a:endParaRPr>
          </a:p>
        </p:txBody>
      </p:sp>
      <p:sp>
        <p:nvSpPr>
          <p:cNvPr id="245" name="Shape 237"/>
          <p:cNvSpPr/>
          <p:nvPr/>
        </p:nvSpPr>
        <p:spPr>
          <a:xfrm>
            <a:off x="15717240" y="7627500"/>
            <a:ext cx="198180" cy="361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1320" rIns="135000" bIns="-31320" anchor="t" anchorCtr="1">
            <a:noAutofit/>
          </a:bodyPr>
          <a:lstStyle/>
          <a:p>
            <a:endParaRPr lang="en-US" sz="2700">
              <a:solidFill>
                <a:srgbClr val="FFFFFF"/>
              </a:solidFill>
              <a:latin typeface="Arial"/>
            </a:endParaRPr>
          </a:p>
        </p:txBody>
      </p:sp>
      <p:sp>
        <p:nvSpPr>
          <p:cNvPr id="246" name="Shape 238"/>
          <p:cNvSpPr/>
          <p:nvPr/>
        </p:nvSpPr>
        <p:spPr>
          <a:xfrm>
            <a:off x="15915420" y="7663680"/>
            <a:ext cx="198180" cy="6156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5940" rIns="135000" bIns="-5940" anchor="t" anchorCtr="1">
            <a:noAutofit/>
          </a:bodyPr>
          <a:lstStyle/>
          <a:p>
            <a:endParaRPr lang="en-US" sz="2700">
              <a:solidFill>
                <a:srgbClr val="FFFFFF"/>
              </a:solidFill>
              <a:latin typeface="Arial"/>
            </a:endParaRPr>
          </a:p>
        </p:txBody>
      </p:sp>
      <p:sp>
        <p:nvSpPr>
          <p:cNvPr id="247" name="Shape 239"/>
          <p:cNvSpPr/>
          <p:nvPr/>
        </p:nvSpPr>
        <p:spPr>
          <a:xfrm>
            <a:off x="16113600" y="7725240"/>
            <a:ext cx="197640" cy="6264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860" rIns="135000" bIns="-4860" anchor="t" anchorCtr="1">
            <a:noAutofit/>
          </a:bodyPr>
          <a:lstStyle/>
          <a:p>
            <a:endParaRPr lang="en-US" sz="2700">
              <a:solidFill>
                <a:srgbClr val="FFFFFF"/>
              </a:solidFill>
              <a:latin typeface="Arial"/>
            </a:endParaRPr>
          </a:p>
        </p:txBody>
      </p:sp>
      <p:sp>
        <p:nvSpPr>
          <p:cNvPr id="248" name="Shape 240"/>
          <p:cNvSpPr/>
          <p:nvPr/>
        </p:nvSpPr>
        <p:spPr>
          <a:xfrm>
            <a:off x="16311240" y="7787880"/>
            <a:ext cx="198180" cy="469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20520" rIns="135000" bIns="-20520" anchor="t" anchorCtr="1">
            <a:noAutofit/>
          </a:bodyPr>
          <a:lstStyle/>
          <a:p>
            <a:endParaRPr lang="en-US" sz="2700">
              <a:solidFill>
                <a:srgbClr val="FFFFFF"/>
              </a:solidFill>
              <a:latin typeface="Arial"/>
            </a:endParaRPr>
          </a:p>
        </p:txBody>
      </p:sp>
      <p:sp>
        <p:nvSpPr>
          <p:cNvPr id="249" name="Shape 241"/>
          <p:cNvSpPr/>
          <p:nvPr/>
        </p:nvSpPr>
        <p:spPr>
          <a:xfrm>
            <a:off x="16509420" y="7834860"/>
            <a:ext cx="198180" cy="3078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36720" rIns="135000" bIns="-36720" anchor="t" anchorCtr="1">
            <a:noAutofit/>
          </a:bodyPr>
          <a:lstStyle/>
          <a:p>
            <a:endParaRPr lang="en-US" sz="2700">
              <a:solidFill>
                <a:srgbClr val="FFFFFF"/>
              </a:solidFill>
              <a:latin typeface="Arial"/>
            </a:endParaRPr>
          </a:p>
        </p:txBody>
      </p:sp>
      <p:sp>
        <p:nvSpPr>
          <p:cNvPr id="250" name="Shape 242"/>
          <p:cNvSpPr/>
          <p:nvPr/>
        </p:nvSpPr>
        <p:spPr>
          <a:xfrm>
            <a:off x="16707600" y="7865640"/>
            <a:ext cx="198180" cy="2592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1580" rIns="135000" bIns="-41580" anchor="t" anchorCtr="1">
            <a:noAutofit/>
          </a:bodyPr>
          <a:lstStyle/>
          <a:p>
            <a:endParaRPr lang="en-US" sz="2700">
              <a:solidFill>
                <a:srgbClr val="FFFFFF"/>
              </a:solidFill>
              <a:latin typeface="Arial"/>
            </a:endParaRPr>
          </a:p>
        </p:txBody>
      </p:sp>
      <p:sp>
        <p:nvSpPr>
          <p:cNvPr id="251" name="Shape 243"/>
          <p:cNvSpPr/>
          <p:nvPr/>
        </p:nvSpPr>
        <p:spPr>
          <a:xfrm>
            <a:off x="16905780" y="7891560"/>
            <a:ext cx="197640" cy="27000"/>
          </a:xfrm>
          <a:prstGeom prst="line">
            <a:avLst/>
          </a:prstGeom>
          <a:ln w="17780">
            <a:solidFill>
              <a:srgbClr val="BC8BFF"/>
            </a:solidFill>
            <a:round/>
          </a:ln>
        </p:spPr>
        <p:style>
          <a:lnRef idx="0">
            <a:scrgbClr r="0" g="0" b="0"/>
          </a:lnRef>
          <a:fillRef idx="0">
            <a:scrgbClr r="0" g="0" b="0"/>
          </a:fillRef>
          <a:effectRef idx="0">
            <a:scrgbClr r="0" g="0" b="0"/>
          </a:effectRef>
          <a:fontRef idx="minor"/>
        </p:style>
        <p:txBody>
          <a:bodyPr lIns="135000" tIns="-40500" rIns="135000" bIns="-40500" anchor="t" anchorCtr="1">
            <a:noAutofit/>
          </a:bodyPr>
          <a:lstStyle/>
          <a:p>
            <a:endParaRPr lang="en-US" sz="2700">
              <a:solidFill>
                <a:srgbClr val="FFFFFF"/>
              </a:solidFill>
              <a:latin typeface="Arial"/>
            </a:endParaRPr>
          </a:p>
        </p:txBody>
      </p:sp>
      <p:sp>
        <p:nvSpPr>
          <p:cNvPr id="252" name="Shape 244"/>
          <p:cNvSpPr/>
          <p:nvPr/>
        </p:nvSpPr>
        <p:spPr>
          <a:xfrm>
            <a:off x="1165860" y="8435340"/>
            <a:ext cx="4032180" cy="808920"/>
          </a:xfrm>
          <a:prstGeom prst="roundRect">
            <a:avLst>
              <a:gd name="adj" fmla="val 22034"/>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253" name="Text 245"/>
          <p:cNvSpPr/>
          <p:nvPr/>
        </p:nvSpPr>
        <p:spPr>
          <a:xfrm>
            <a:off x="1371600" y="8559000"/>
            <a:ext cx="3565620" cy="1917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defTabSz="1371600">
              <a:tabLst>
                <a:tab pos="0" algn="l"/>
              </a:tabLst>
            </a:pPr>
            <a:r>
              <a:rPr lang="en-US" sz="1350" b="1" spc="119">
                <a:solidFill>
                  <a:srgbClr val="65A7FF"/>
                </a:solidFill>
                <a:latin typeface="Aptos"/>
                <a:ea typeface="Aptos"/>
              </a:rPr>
              <a:t>01  REPRESENT</a:t>
            </a:r>
            <a:endParaRPr lang="en-US" sz="1350">
              <a:solidFill>
                <a:srgbClr val="FFFFFF"/>
              </a:solidFill>
              <a:latin typeface="Arial"/>
            </a:endParaRPr>
          </a:p>
        </p:txBody>
      </p:sp>
      <p:sp>
        <p:nvSpPr>
          <p:cNvPr id="254" name="Text 246"/>
          <p:cNvSpPr/>
          <p:nvPr/>
        </p:nvSpPr>
        <p:spPr>
          <a:xfrm>
            <a:off x="1371600" y="8805780"/>
            <a:ext cx="3565620" cy="232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15" b="1">
                <a:solidFill>
                  <a:srgbClr val="D5E4F1"/>
                </a:solidFill>
                <a:latin typeface="Aptos"/>
                <a:ea typeface="Aptos"/>
              </a:rPr>
              <a:t>CSP · FBCSP</a:t>
            </a:r>
            <a:endParaRPr lang="en-US" sz="1515">
              <a:solidFill>
                <a:srgbClr val="FFFFFF"/>
              </a:solidFill>
              <a:latin typeface="Arial"/>
            </a:endParaRPr>
          </a:p>
        </p:txBody>
      </p:sp>
      <p:sp>
        <p:nvSpPr>
          <p:cNvPr id="255" name="Shape 247"/>
          <p:cNvSpPr/>
          <p:nvPr/>
        </p:nvSpPr>
        <p:spPr>
          <a:xfrm>
            <a:off x="5472900" y="8435340"/>
            <a:ext cx="4032180" cy="808920"/>
          </a:xfrm>
          <a:prstGeom prst="roundRect">
            <a:avLst>
              <a:gd name="adj" fmla="val 22034"/>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256" name="Text 248"/>
          <p:cNvSpPr/>
          <p:nvPr/>
        </p:nvSpPr>
        <p:spPr>
          <a:xfrm>
            <a:off x="5678640" y="8559000"/>
            <a:ext cx="3565620" cy="1917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defTabSz="1371600">
              <a:tabLst>
                <a:tab pos="0" algn="l"/>
              </a:tabLst>
            </a:pPr>
            <a:r>
              <a:rPr lang="en-US" sz="1350" b="1" spc="119">
                <a:solidFill>
                  <a:srgbClr val="39D2C3"/>
                </a:solidFill>
                <a:latin typeface="Aptos"/>
                <a:ea typeface="Aptos"/>
              </a:rPr>
              <a:t>02  MONITOR</a:t>
            </a:r>
            <a:endParaRPr lang="en-US" sz="1350">
              <a:solidFill>
                <a:srgbClr val="FFFFFF"/>
              </a:solidFill>
              <a:latin typeface="Arial"/>
            </a:endParaRPr>
          </a:p>
        </p:txBody>
      </p:sp>
      <p:sp>
        <p:nvSpPr>
          <p:cNvPr id="257" name="Text 249"/>
          <p:cNvSpPr/>
          <p:nvPr/>
        </p:nvSpPr>
        <p:spPr>
          <a:xfrm>
            <a:off x="5678640" y="8805780"/>
            <a:ext cx="3565620" cy="232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15" b="1">
                <a:solidFill>
                  <a:srgbClr val="D5E4F1"/>
                </a:solidFill>
                <a:latin typeface="Aptos"/>
                <a:ea typeface="Aptos"/>
              </a:rPr>
              <a:t>EWMA · CUSUM · ABCD</a:t>
            </a:r>
            <a:endParaRPr lang="en-US" sz="1515">
              <a:solidFill>
                <a:srgbClr val="FFFFFF"/>
              </a:solidFill>
              <a:latin typeface="Arial"/>
            </a:endParaRPr>
          </a:p>
        </p:txBody>
      </p:sp>
      <p:sp>
        <p:nvSpPr>
          <p:cNvPr id="258" name="Shape 250"/>
          <p:cNvSpPr/>
          <p:nvPr/>
        </p:nvSpPr>
        <p:spPr>
          <a:xfrm>
            <a:off x="9779400" y="8435340"/>
            <a:ext cx="4032180" cy="808920"/>
          </a:xfrm>
          <a:prstGeom prst="roundRect">
            <a:avLst>
              <a:gd name="adj" fmla="val 22034"/>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259" name="Text 251"/>
          <p:cNvSpPr/>
          <p:nvPr/>
        </p:nvSpPr>
        <p:spPr>
          <a:xfrm>
            <a:off x="9985140" y="8559000"/>
            <a:ext cx="3565620" cy="1917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defTabSz="1371600">
              <a:tabLst>
                <a:tab pos="0" algn="l"/>
              </a:tabLst>
            </a:pPr>
            <a:r>
              <a:rPr lang="en-US" sz="1350" b="1" spc="119">
                <a:solidFill>
                  <a:srgbClr val="F9BE4A"/>
                </a:solidFill>
                <a:latin typeface="Aptos"/>
                <a:ea typeface="Aptos"/>
              </a:rPr>
              <a:t>03  DECIDE</a:t>
            </a:r>
            <a:endParaRPr lang="en-US" sz="1350">
              <a:solidFill>
                <a:srgbClr val="FFFFFF"/>
              </a:solidFill>
              <a:latin typeface="Arial"/>
            </a:endParaRPr>
          </a:p>
        </p:txBody>
      </p:sp>
      <p:sp>
        <p:nvSpPr>
          <p:cNvPr id="260" name="Text 252"/>
          <p:cNvSpPr/>
          <p:nvPr/>
        </p:nvSpPr>
        <p:spPr>
          <a:xfrm>
            <a:off x="9985140" y="8805780"/>
            <a:ext cx="3565620" cy="232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15" b="1">
                <a:solidFill>
                  <a:srgbClr val="D5E4F1"/>
                </a:solidFill>
                <a:latin typeface="Aptos"/>
                <a:ea typeface="Aptos"/>
              </a:rPr>
              <a:t>Validation · selective update</a:t>
            </a:r>
            <a:endParaRPr lang="en-US" sz="1515">
              <a:solidFill>
                <a:srgbClr val="FFFFFF"/>
              </a:solidFill>
              <a:latin typeface="Arial"/>
            </a:endParaRPr>
          </a:p>
        </p:txBody>
      </p:sp>
      <p:sp>
        <p:nvSpPr>
          <p:cNvPr id="261" name="Shape 253"/>
          <p:cNvSpPr/>
          <p:nvPr/>
        </p:nvSpPr>
        <p:spPr>
          <a:xfrm>
            <a:off x="14086440" y="8435340"/>
            <a:ext cx="4032180" cy="808920"/>
          </a:xfrm>
          <a:prstGeom prst="roundRect">
            <a:avLst>
              <a:gd name="adj" fmla="val 22034"/>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262" name="Text 254"/>
          <p:cNvSpPr/>
          <p:nvPr/>
        </p:nvSpPr>
        <p:spPr>
          <a:xfrm>
            <a:off x="14292180" y="8559000"/>
            <a:ext cx="3565620" cy="1917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defTabSz="1371600">
              <a:tabLst>
                <a:tab pos="0" algn="l"/>
              </a:tabLst>
            </a:pPr>
            <a:r>
              <a:rPr lang="en-US" sz="1350" b="1" spc="119">
                <a:solidFill>
                  <a:srgbClr val="BC8BFF"/>
                </a:solidFill>
                <a:latin typeface="Aptos"/>
                <a:ea typeface="Aptos"/>
              </a:rPr>
              <a:t>04  RETAIN</a:t>
            </a:r>
            <a:endParaRPr lang="en-US" sz="1350">
              <a:solidFill>
                <a:srgbClr val="FFFFFF"/>
              </a:solidFill>
              <a:latin typeface="Arial"/>
            </a:endParaRPr>
          </a:p>
        </p:txBody>
      </p:sp>
      <p:sp>
        <p:nvSpPr>
          <p:cNvPr id="263" name="Text 255"/>
          <p:cNvSpPr/>
          <p:nvPr/>
        </p:nvSpPr>
        <p:spPr>
          <a:xfrm>
            <a:off x="14292180" y="8805780"/>
            <a:ext cx="3565620" cy="2327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15" b="1">
                <a:solidFill>
                  <a:srgbClr val="D5E4F1"/>
                </a:solidFill>
                <a:latin typeface="Aptos"/>
                <a:ea typeface="Aptos"/>
              </a:rPr>
              <a:t>Continual learning</a:t>
            </a:r>
            <a:endParaRPr lang="en-US" sz="1515">
              <a:solidFill>
                <a:srgbClr val="FFFFFF"/>
              </a:solidFill>
              <a:latin typeface="Arial"/>
            </a:endParaRPr>
          </a:p>
        </p:txBody>
      </p:sp>
      <p:sp>
        <p:nvSpPr>
          <p:cNvPr id="264" name="Text 256"/>
          <p:cNvSpPr/>
          <p:nvPr/>
        </p:nvSpPr>
        <p:spPr>
          <a:xfrm>
            <a:off x="1138320" y="9820440"/>
            <a:ext cx="1618434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305">
                <a:solidFill>
                  <a:srgbClr val="7192AA"/>
                </a:solidFill>
                <a:latin typeface="Aptos"/>
                <a:ea typeface="Aptos"/>
              </a:rPr>
              <a:t>Based on the WP1 literature library, the 19 Oct diary audit, and hlin863/ewma_covariate_shift_demo</a:t>
            </a:r>
            <a:endParaRPr lang="en-US" sz="1305">
              <a:solidFill>
                <a:srgbClr val="FFFFFF"/>
              </a:solidFill>
              <a:latin typeface="Arial"/>
            </a:endParaRPr>
          </a:p>
        </p:txBody>
      </p:sp>
    </p:spTree>
    <p:extLst>
      <p:ext uri="{BB962C8B-B14F-4D97-AF65-F5344CB8AC3E}">
        <p14:creationId xmlns:p14="http://schemas.microsoft.com/office/powerpoint/2010/main" val="3007442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Text 0"/>
          <p:cNvSpPr/>
          <p:nvPr/>
        </p:nvSpPr>
        <p:spPr>
          <a:xfrm>
            <a:off x="960120" y="521100"/>
            <a:ext cx="161843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b="1" spc="195">
                <a:solidFill>
                  <a:srgbClr val="39D2C3"/>
                </a:solidFill>
                <a:latin typeface="Aptos"/>
                <a:ea typeface="Aptos"/>
              </a:rPr>
              <a:t>DIRECT PREDECESSORS</a:t>
            </a:r>
            <a:endParaRPr lang="en-US">
              <a:solidFill>
                <a:srgbClr val="FFFFFF"/>
              </a:solidFill>
              <a:latin typeface="Arial"/>
            </a:endParaRPr>
          </a:p>
        </p:txBody>
      </p:sp>
      <p:sp>
        <p:nvSpPr>
          <p:cNvPr id="346" name="Text 1"/>
          <p:cNvSpPr/>
          <p:nvPr/>
        </p:nvSpPr>
        <p:spPr>
          <a:xfrm>
            <a:off x="960120" y="1083780"/>
            <a:ext cx="16321500" cy="877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4125" b="1">
                <a:solidFill>
                  <a:srgbClr val="F0F6FF"/>
                </a:solidFill>
                <a:latin typeface="Aptos"/>
                <a:ea typeface="Aptos"/>
              </a:rPr>
              <a:t>Four cornerstone papers &amp; what each contributes</a:t>
            </a:r>
            <a:endParaRPr lang="en-US" sz="4125">
              <a:solidFill>
                <a:srgbClr val="FFFFFF"/>
              </a:solidFill>
              <a:latin typeface="Arial"/>
            </a:endParaRPr>
          </a:p>
        </p:txBody>
      </p:sp>
      <p:sp>
        <p:nvSpPr>
          <p:cNvPr id="347" name="Text 2"/>
          <p:cNvSpPr/>
          <p:nvPr/>
        </p:nvSpPr>
        <p:spPr>
          <a:xfrm>
            <a:off x="1001160" y="1988820"/>
            <a:ext cx="159100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80">
                <a:solidFill>
                  <a:srgbClr val="9BB3C9"/>
                </a:solidFill>
                <a:latin typeface="Aptos"/>
                <a:ea typeface="Aptos"/>
              </a:rPr>
              <a:t>Prioritise the paper’s functional role, the reusable method, and its remaining evidential boundary.</a:t>
            </a:r>
            <a:endParaRPr lang="en-US" sz="1980">
              <a:solidFill>
                <a:srgbClr val="FFFFFF"/>
              </a:solidFill>
              <a:latin typeface="Arial"/>
            </a:endParaRPr>
          </a:p>
        </p:txBody>
      </p:sp>
      <p:sp>
        <p:nvSpPr>
          <p:cNvPr id="348" name="Shape 3"/>
          <p:cNvSpPr/>
          <p:nvPr/>
        </p:nvSpPr>
        <p:spPr>
          <a:xfrm>
            <a:off x="960120" y="2688120"/>
            <a:ext cx="16322040" cy="540"/>
          </a:xfrm>
          <a:prstGeom prst="line">
            <a:avLst/>
          </a:prstGeom>
          <a:ln w="13335">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49" name="Shape 4"/>
          <p:cNvSpPr/>
          <p:nvPr/>
        </p:nvSpPr>
        <p:spPr>
          <a:xfrm>
            <a:off x="960120" y="9669780"/>
            <a:ext cx="16322040" cy="540"/>
          </a:xfrm>
          <a:prstGeom prst="line">
            <a:avLst/>
          </a:prstGeom>
          <a:ln w="508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50" name="Text 5"/>
          <p:cNvSpPr/>
          <p:nvPr/>
        </p:nvSpPr>
        <p:spPr>
          <a:xfrm>
            <a:off x="1001160" y="9745380"/>
            <a:ext cx="1371546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275" spc="98">
                <a:solidFill>
                  <a:srgbClr val="7192AA"/>
                </a:solidFill>
                <a:latin typeface="Aptos"/>
                <a:ea typeface="Aptos"/>
              </a:rPr>
              <a:t>ULSTER PHD  /  LITERATURE → IMPLEMENTATION → EVIDENCE</a:t>
            </a:r>
            <a:endParaRPr lang="en-US" sz="1275">
              <a:solidFill>
                <a:srgbClr val="FFFFFF"/>
              </a:solidFill>
              <a:latin typeface="Arial"/>
            </a:endParaRPr>
          </a:p>
        </p:txBody>
      </p:sp>
      <p:sp>
        <p:nvSpPr>
          <p:cNvPr id="351" name="Text 6"/>
          <p:cNvSpPr/>
          <p:nvPr/>
        </p:nvSpPr>
        <p:spPr>
          <a:xfrm>
            <a:off x="16555320" y="9717840"/>
            <a:ext cx="6442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350">
                <a:solidFill>
                  <a:srgbClr val="7192AA"/>
                </a:solidFill>
                <a:latin typeface="Aptos"/>
                <a:ea typeface="Aptos"/>
              </a:rPr>
              <a:t>04</a:t>
            </a:r>
            <a:endParaRPr lang="en-US" sz="1350">
              <a:solidFill>
                <a:srgbClr val="FFFFFF"/>
              </a:solidFill>
              <a:latin typeface="Arial"/>
            </a:endParaRPr>
          </a:p>
        </p:txBody>
      </p:sp>
      <p:sp>
        <p:nvSpPr>
          <p:cNvPr id="352" name="Shape 7"/>
          <p:cNvSpPr/>
          <p:nvPr/>
        </p:nvSpPr>
        <p:spPr>
          <a:xfrm>
            <a:off x="1042200" y="3058560"/>
            <a:ext cx="8338680" cy="2646540"/>
          </a:xfrm>
          <a:prstGeom prst="roundRect">
            <a:avLst>
              <a:gd name="adj" fmla="val 673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353" name="Shape 8"/>
          <p:cNvSpPr/>
          <p:nvPr/>
        </p:nvSpPr>
        <p:spPr>
          <a:xfrm>
            <a:off x="1042200" y="3058560"/>
            <a:ext cx="540" cy="2647080"/>
          </a:xfrm>
          <a:prstGeom prst="line">
            <a:avLst/>
          </a:prstGeom>
          <a:ln w="63500">
            <a:solidFill>
              <a:srgbClr val="65A7FF"/>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354" name="Text 9">
            <a:hlinkClick r:id="rId3"/>
          </p:cNvPr>
          <p:cNvSpPr/>
          <p:nvPr/>
        </p:nvSpPr>
        <p:spPr>
          <a:xfrm>
            <a:off x="1358100" y="3264300"/>
            <a:ext cx="61716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505" b="1" u="sng">
                <a:solidFill>
                  <a:srgbClr val="65A7FF"/>
                </a:solidFill>
                <a:latin typeface="Aptos"/>
                <a:ea typeface="Aptos"/>
                <a:hlinkClick r:id="rId3"/>
              </a:rPr>
              <a:t>Ramoser et al. (2000)</a:t>
            </a:r>
            <a:endParaRPr lang="en-US" sz="2505">
              <a:solidFill>
                <a:srgbClr val="FFFFFF"/>
              </a:solidFill>
              <a:latin typeface="Arial"/>
            </a:endParaRPr>
          </a:p>
        </p:txBody>
      </p:sp>
      <p:sp>
        <p:nvSpPr>
          <p:cNvPr id="355" name="Text 10"/>
          <p:cNvSpPr/>
          <p:nvPr/>
        </p:nvSpPr>
        <p:spPr>
          <a:xfrm>
            <a:off x="7365600" y="3305340"/>
            <a:ext cx="16729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r" defTabSz="1371600">
              <a:tabLst>
                <a:tab pos="0" algn="l"/>
              </a:tabLst>
            </a:pPr>
            <a:r>
              <a:rPr lang="en-US" sz="1245" b="1">
                <a:solidFill>
                  <a:srgbClr val="9BB3C9"/>
                </a:solidFill>
                <a:latin typeface="Aptos"/>
                <a:ea typeface="Aptos"/>
              </a:rPr>
              <a:t>EEG SIGNAL REPRESENTATION</a:t>
            </a:r>
            <a:endParaRPr lang="en-US" sz="1245">
              <a:solidFill>
                <a:srgbClr val="FFFFFF"/>
              </a:solidFill>
              <a:latin typeface="Arial"/>
            </a:endParaRPr>
          </a:p>
        </p:txBody>
      </p:sp>
      <p:sp>
        <p:nvSpPr>
          <p:cNvPr id="356" name="Text 11"/>
          <p:cNvSpPr/>
          <p:nvPr/>
        </p:nvSpPr>
        <p:spPr>
          <a:xfrm>
            <a:off x="1358100" y="3840480"/>
            <a:ext cx="7652880" cy="61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890">
                <a:solidFill>
                  <a:srgbClr val="D5E4F1"/>
                </a:solidFill>
                <a:latin typeface="Aptos"/>
                <a:ea typeface="Aptos"/>
              </a:rPr>
              <a:t>Common spatial patterns for discriminatory single-trial hand imagery.</a:t>
            </a:r>
            <a:endParaRPr lang="en-US" sz="1890">
              <a:solidFill>
                <a:srgbClr val="FFFFFF"/>
              </a:solidFill>
              <a:latin typeface="Arial"/>
            </a:endParaRPr>
          </a:p>
        </p:txBody>
      </p:sp>
      <p:sp>
        <p:nvSpPr>
          <p:cNvPr id="357" name="Text 12"/>
          <p:cNvSpPr/>
          <p:nvPr/>
        </p:nvSpPr>
        <p:spPr>
          <a:xfrm>
            <a:off x="1358100" y="4567320"/>
            <a:ext cx="7652880" cy="42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05">
                <a:solidFill>
                  <a:srgbClr val="9BB3C9"/>
                </a:solidFill>
                <a:latin typeface="Aptos"/>
                <a:ea typeface="Aptos"/>
              </a:rPr>
              <a:t>REPO: Maps to upstream CSP/FBCSP features.</a:t>
            </a:r>
            <a:endParaRPr lang="en-US" sz="1605">
              <a:solidFill>
                <a:srgbClr val="FFFFFF"/>
              </a:solidFill>
              <a:latin typeface="Arial"/>
            </a:endParaRPr>
          </a:p>
        </p:txBody>
      </p:sp>
      <p:sp>
        <p:nvSpPr>
          <p:cNvPr id="358" name="Text 13"/>
          <p:cNvSpPr/>
          <p:nvPr/>
        </p:nvSpPr>
        <p:spPr>
          <a:xfrm>
            <a:off x="1358100" y="5143500"/>
            <a:ext cx="765288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30">
                <a:solidFill>
                  <a:srgbClr val="F9BE4A"/>
                </a:solidFill>
                <a:latin typeface="Aptos"/>
                <a:ea typeface="Aptos"/>
              </a:rPr>
              <a:t>LIMIT: CSP accuracy is not drift-detection accuracy.</a:t>
            </a:r>
            <a:endParaRPr lang="en-US" sz="1530">
              <a:solidFill>
                <a:srgbClr val="FFFFFF"/>
              </a:solidFill>
              <a:latin typeface="Arial"/>
            </a:endParaRPr>
          </a:p>
        </p:txBody>
      </p:sp>
      <p:sp>
        <p:nvSpPr>
          <p:cNvPr id="359" name="Shape 14"/>
          <p:cNvSpPr/>
          <p:nvPr/>
        </p:nvSpPr>
        <p:spPr>
          <a:xfrm>
            <a:off x="9683280" y="3058560"/>
            <a:ext cx="8338680" cy="2646540"/>
          </a:xfrm>
          <a:prstGeom prst="roundRect">
            <a:avLst>
              <a:gd name="adj" fmla="val 673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360" name="Shape 15"/>
          <p:cNvSpPr/>
          <p:nvPr/>
        </p:nvSpPr>
        <p:spPr>
          <a:xfrm>
            <a:off x="9683280" y="3058560"/>
            <a:ext cx="540" cy="2647080"/>
          </a:xfrm>
          <a:prstGeom prst="line">
            <a:avLst/>
          </a:prstGeom>
          <a:ln w="6350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361" name="Text 16">
            <a:hlinkClick r:id="rId4"/>
          </p:cNvPr>
          <p:cNvSpPr/>
          <p:nvPr/>
        </p:nvSpPr>
        <p:spPr>
          <a:xfrm>
            <a:off x="9999180" y="3264300"/>
            <a:ext cx="61716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505" b="1" u="sng">
                <a:solidFill>
                  <a:srgbClr val="39D2C3"/>
                </a:solidFill>
                <a:latin typeface="Aptos"/>
                <a:ea typeface="Aptos"/>
                <a:hlinkClick r:id="rId4"/>
              </a:rPr>
              <a:t>Raza et al. (2015)</a:t>
            </a:r>
            <a:endParaRPr lang="en-US" sz="2505">
              <a:solidFill>
                <a:srgbClr val="FFFFFF"/>
              </a:solidFill>
              <a:latin typeface="Arial"/>
            </a:endParaRPr>
          </a:p>
        </p:txBody>
      </p:sp>
      <p:sp>
        <p:nvSpPr>
          <p:cNvPr id="362" name="Text 17"/>
          <p:cNvSpPr/>
          <p:nvPr/>
        </p:nvSpPr>
        <p:spPr>
          <a:xfrm>
            <a:off x="16006680" y="3305340"/>
            <a:ext cx="16729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r" defTabSz="1371600">
              <a:tabLst>
                <a:tab pos="0" algn="l"/>
              </a:tabLst>
            </a:pPr>
            <a:r>
              <a:rPr lang="en-US" sz="1245" b="1">
                <a:solidFill>
                  <a:srgbClr val="9BB3C9"/>
                </a:solidFill>
                <a:latin typeface="Aptos"/>
                <a:ea typeface="Aptos"/>
              </a:rPr>
              <a:t>SEQUENTIAL CHANGE TEST</a:t>
            </a:r>
            <a:endParaRPr lang="en-US" sz="1245">
              <a:solidFill>
                <a:srgbClr val="FFFFFF"/>
              </a:solidFill>
              <a:latin typeface="Arial"/>
            </a:endParaRPr>
          </a:p>
        </p:txBody>
      </p:sp>
      <p:sp>
        <p:nvSpPr>
          <p:cNvPr id="363" name="Text 18"/>
          <p:cNvSpPr/>
          <p:nvPr/>
        </p:nvSpPr>
        <p:spPr>
          <a:xfrm>
            <a:off x="9999180" y="3840480"/>
            <a:ext cx="7652880" cy="61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890">
                <a:solidFill>
                  <a:srgbClr val="D5E4F1"/>
                </a:solidFill>
                <a:latin typeface="Aptos"/>
                <a:ea typeface="Aptos"/>
              </a:rPr>
              <a:t>Stage I EWMA; Stage II K–S (univariate) or Hotelling T² (multivariate).</a:t>
            </a:r>
            <a:endParaRPr lang="en-US" sz="1890">
              <a:solidFill>
                <a:srgbClr val="FFFFFF"/>
              </a:solidFill>
              <a:latin typeface="Arial"/>
            </a:endParaRPr>
          </a:p>
        </p:txBody>
      </p:sp>
      <p:sp>
        <p:nvSpPr>
          <p:cNvPr id="364" name="Text 19"/>
          <p:cNvSpPr/>
          <p:nvPr/>
        </p:nvSpPr>
        <p:spPr>
          <a:xfrm>
            <a:off x="9999180" y="4567320"/>
            <a:ext cx="7652880" cy="42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05">
                <a:solidFill>
                  <a:srgbClr val="9BB3C9"/>
                </a:solidFill>
                <a:latin typeface="Aptos"/>
                <a:ea typeface="Aptos"/>
              </a:rPr>
              <a:t>REPO: Maps to CSE warning and validation.</a:t>
            </a:r>
            <a:endParaRPr lang="en-US" sz="1605">
              <a:solidFill>
                <a:srgbClr val="FFFFFF"/>
              </a:solidFill>
              <a:latin typeface="Arial"/>
            </a:endParaRPr>
          </a:p>
        </p:txBody>
      </p:sp>
      <p:sp>
        <p:nvSpPr>
          <p:cNvPr id="365" name="Text 20"/>
          <p:cNvSpPr/>
          <p:nvPr/>
        </p:nvSpPr>
        <p:spPr>
          <a:xfrm>
            <a:off x="9999180" y="5143500"/>
            <a:ext cx="765288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30">
                <a:solidFill>
                  <a:srgbClr val="F9BE4A"/>
                </a:solidFill>
                <a:latin typeface="Aptos"/>
                <a:ea typeface="Aptos"/>
              </a:rPr>
              <a:t>LIMIT: Two-stage alarms require calibration and chronology audit.</a:t>
            </a:r>
            <a:endParaRPr lang="en-US" sz="1530">
              <a:solidFill>
                <a:srgbClr val="FFFFFF"/>
              </a:solidFill>
              <a:latin typeface="Arial"/>
            </a:endParaRPr>
          </a:p>
        </p:txBody>
      </p:sp>
      <p:sp>
        <p:nvSpPr>
          <p:cNvPr id="366" name="Shape 21"/>
          <p:cNvSpPr/>
          <p:nvPr/>
        </p:nvSpPr>
        <p:spPr>
          <a:xfrm>
            <a:off x="1042200" y="6007500"/>
            <a:ext cx="8338680" cy="2646540"/>
          </a:xfrm>
          <a:prstGeom prst="roundRect">
            <a:avLst>
              <a:gd name="adj" fmla="val 673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367" name="Shape 22"/>
          <p:cNvSpPr/>
          <p:nvPr/>
        </p:nvSpPr>
        <p:spPr>
          <a:xfrm>
            <a:off x="1042200" y="6007500"/>
            <a:ext cx="540" cy="2647080"/>
          </a:xfrm>
          <a:prstGeom prst="line">
            <a:avLst/>
          </a:prstGeom>
          <a:ln w="63500">
            <a:solidFill>
              <a:srgbClr val="75D69A"/>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368" name="Text 23">
            <a:hlinkClick r:id="rId5"/>
          </p:cNvPr>
          <p:cNvSpPr/>
          <p:nvPr/>
        </p:nvSpPr>
        <p:spPr>
          <a:xfrm>
            <a:off x="1358100" y="6213240"/>
            <a:ext cx="61716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505" b="1" u="sng">
                <a:solidFill>
                  <a:srgbClr val="75D69A"/>
                </a:solidFill>
                <a:latin typeface="Aptos"/>
                <a:ea typeface="Aptos"/>
                <a:hlinkClick r:id="rId5"/>
              </a:rPr>
              <a:t>Chowdhury et al. (2018)</a:t>
            </a:r>
            <a:endParaRPr lang="en-US" sz="2505">
              <a:solidFill>
                <a:srgbClr val="FFFFFF"/>
              </a:solidFill>
              <a:latin typeface="Arial"/>
            </a:endParaRPr>
          </a:p>
        </p:txBody>
      </p:sp>
      <p:sp>
        <p:nvSpPr>
          <p:cNvPr id="369" name="Text 24"/>
          <p:cNvSpPr/>
          <p:nvPr/>
        </p:nvSpPr>
        <p:spPr>
          <a:xfrm>
            <a:off x="7365600" y="6254280"/>
            <a:ext cx="16729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r" defTabSz="1371600">
              <a:tabLst>
                <a:tab pos="0" algn="l"/>
              </a:tabLst>
            </a:pPr>
            <a:r>
              <a:rPr lang="en-US" sz="1245" b="1">
                <a:solidFill>
                  <a:srgbClr val="9BB3C9"/>
                </a:solidFill>
                <a:latin typeface="Aptos"/>
                <a:ea typeface="Aptos"/>
              </a:rPr>
              <a:t>ONLINE CLOSED-LOOP APPLICATION</a:t>
            </a:r>
            <a:endParaRPr lang="en-US" sz="1245">
              <a:solidFill>
                <a:srgbClr val="FFFFFF"/>
              </a:solidFill>
              <a:latin typeface="Arial"/>
            </a:endParaRPr>
          </a:p>
        </p:txBody>
      </p:sp>
      <p:sp>
        <p:nvSpPr>
          <p:cNvPr id="370" name="Text 25"/>
          <p:cNvSpPr/>
          <p:nvPr/>
        </p:nvSpPr>
        <p:spPr>
          <a:xfrm>
            <a:off x="1358100" y="6789420"/>
            <a:ext cx="7652880" cy="61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890">
                <a:solidFill>
                  <a:srgbClr val="D5E4F1"/>
                </a:solidFill>
                <a:latin typeface="Aptos"/>
                <a:ea typeface="Aptos"/>
              </a:rPr>
              <a:t>CSD-based adaptation linked to visual / hand-exoskeleton feedback.</a:t>
            </a:r>
            <a:endParaRPr lang="en-US" sz="1890">
              <a:solidFill>
                <a:srgbClr val="FFFFFF"/>
              </a:solidFill>
              <a:latin typeface="Arial"/>
            </a:endParaRPr>
          </a:p>
        </p:txBody>
      </p:sp>
      <p:sp>
        <p:nvSpPr>
          <p:cNvPr id="371" name="Text 26"/>
          <p:cNvSpPr/>
          <p:nvPr/>
        </p:nvSpPr>
        <p:spPr>
          <a:xfrm>
            <a:off x="1358100" y="7516260"/>
            <a:ext cx="7652880" cy="42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05">
                <a:solidFill>
                  <a:srgbClr val="9BB3C9"/>
                </a:solidFill>
                <a:latin typeface="Aptos"/>
                <a:ea typeface="Aptos"/>
              </a:rPr>
              <a:t>REPO: Maps to BCI translational architecture.</a:t>
            </a:r>
            <a:endParaRPr lang="en-US" sz="1605">
              <a:solidFill>
                <a:srgbClr val="FFFFFF"/>
              </a:solidFill>
              <a:latin typeface="Arial"/>
            </a:endParaRPr>
          </a:p>
        </p:txBody>
      </p:sp>
      <p:sp>
        <p:nvSpPr>
          <p:cNvPr id="372" name="Text 27"/>
          <p:cNvSpPr/>
          <p:nvPr/>
        </p:nvSpPr>
        <p:spPr>
          <a:xfrm>
            <a:off x="1358100" y="8092440"/>
            <a:ext cx="765288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30">
                <a:solidFill>
                  <a:srgbClr val="F9BE4A"/>
                </a:solidFill>
                <a:latin typeface="Aptos"/>
                <a:ea typeface="Aptos"/>
              </a:rPr>
              <a:t>LIMIT: Clinical findings do not validate this repo’s online deployment.</a:t>
            </a:r>
            <a:endParaRPr lang="en-US" sz="1530">
              <a:solidFill>
                <a:srgbClr val="FFFFFF"/>
              </a:solidFill>
              <a:latin typeface="Arial"/>
            </a:endParaRPr>
          </a:p>
        </p:txBody>
      </p:sp>
      <p:sp>
        <p:nvSpPr>
          <p:cNvPr id="373" name="Shape 28"/>
          <p:cNvSpPr/>
          <p:nvPr/>
        </p:nvSpPr>
        <p:spPr>
          <a:xfrm>
            <a:off x="9683280" y="6007500"/>
            <a:ext cx="8338680" cy="2646540"/>
          </a:xfrm>
          <a:prstGeom prst="roundRect">
            <a:avLst>
              <a:gd name="adj" fmla="val 673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374" name="Shape 29"/>
          <p:cNvSpPr/>
          <p:nvPr/>
        </p:nvSpPr>
        <p:spPr>
          <a:xfrm>
            <a:off x="9683280" y="6007500"/>
            <a:ext cx="540" cy="2647080"/>
          </a:xfrm>
          <a:prstGeom prst="line">
            <a:avLst/>
          </a:prstGeom>
          <a:ln w="63500">
            <a:solidFill>
              <a:srgbClr val="F9BE4A"/>
            </a:solidFill>
            <a:round/>
          </a:ln>
        </p:spPr>
        <p:style>
          <a:lnRef idx="0">
            <a:scrgbClr r="0" g="0" b="0"/>
          </a:lnRef>
          <a:fillRef idx="0">
            <a:scrgbClr r="0" g="0" b="0"/>
          </a:fillRef>
          <a:effectRef idx="0">
            <a:scrgbClr r="0" g="0" b="0"/>
          </a:effectRef>
          <a:fontRef idx="minor"/>
        </p:style>
        <p:txBody>
          <a:bodyPr lIns="135000" tIns="67500" rIns="135000" bIns="67500" anchor="t" anchorCtr="1">
            <a:noAutofit/>
          </a:bodyPr>
          <a:lstStyle/>
          <a:p>
            <a:endParaRPr lang="en-US" sz="2700">
              <a:solidFill>
                <a:srgbClr val="FFFFFF"/>
              </a:solidFill>
              <a:latin typeface="Arial"/>
            </a:endParaRPr>
          </a:p>
        </p:txBody>
      </p:sp>
      <p:sp>
        <p:nvSpPr>
          <p:cNvPr id="375" name="Text 30">
            <a:hlinkClick r:id="rId6"/>
          </p:cNvPr>
          <p:cNvSpPr/>
          <p:nvPr/>
        </p:nvSpPr>
        <p:spPr>
          <a:xfrm>
            <a:off x="9999180" y="6213240"/>
            <a:ext cx="61716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505" b="1" u="sng">
                <a:solidFill>
                  <a:srgbClr val="F9BE4A"/>
                </a:solidFill>
                <a:latin typeface="Aptos"/>
                <a:ea typeface="Aptos"/>
                <a:hlinkClick r:id="rId6"/>
              </a:rPr>
              <a:t>Raza et al. (2019)</a:t>
            </a:r>
            <a:endParaRPr lang="en-US" sz="2505">
              <a:solidFill>
                <a:srgbClr val="FFFFFF"/>
              </a:solidFill>
              <a:latin typeface="Arial"/>
            </a:endParaRPr>
          </a:p>
        </p:txBody>
      </p:sp>
      <p:sp>
        <p:nvSpPr>
          <p:cNvPr id="376" name="Text 31"/>
          <p:cNvSpPr/>
          <p:nvPr/>
        </p:nvSpPr>
        <p:spPr>
          <a:xfrm>
            <a:off x="16006680" y="6254280"/>
            <a:ext cx="16729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algn="r" defTabSz="1371600">
              <a:tabLst>
                <a:tab pos="0" algn="l"/>
              </a:tabLst>
            </a:pPr>
            <a:r>
              <a:rPr lang="en-US" sz="1245" b="1">
                <a:solidFill>
                  <a:srgbClr val="9BB3C9"/>
                </a:solidFill>
                <a:latin typeface="Aptos"/>
                <a:ea typeface="Aptos"/>
              </a:rPr>
              <a:t>ADAPTIVE ENSEMBLE FRAMEWORK</a:t>
            </a:r>
            <a:endParaRPr lang="en-US" sz="1245">
              <a:solidFill>
                <a:srgbClr val="FFFFFF"/>
              </a:solidFill>
              <a:latin typeface="Arial"/>
            </a:endParaRPr>
          </a:p>
        </p:txBody>
      </p:sp>
      <p:sp>
        <p:nvSpPr>
          <p:cNvPr id="377" name="Text 32"/>
          <p:cNvSpPr/>
          <p:nvPr/>
        </p:nvSpPr>
        <p:spPr>
          <a:xfrm>
            <a:off x="9999180" y="6789420"/>
            <a:ext cx="7652880" cy="61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890">
                <a:solidFill>
                  <a:srgbClr val="D5E4F1"/>
                </a:solidFill>
                <a:latin typeface="Aptos"/>
                <a:ea typeface="Aptos"/>
              </a:rPr>
              <a:t>CSE-UAEL: conditional ensemble expansion after estimated shifts.</a:t>
            </a:r>
            <a:endParaRPr lang="en-US" sz="1890">
              <a:solidFill>
                <a:srgbClr val="FFFFFF"/>
              </a:solidFill>
              <a:latin typeface="Arial"/>
            </a:endParaRPr>
          </a:p>
        </p:txBody>
      </p:sp>
      <p:sp>
        <p:nvSpPr>
          <p:cNvPr id="378" name="Text 33"/>
          <p:cNvSpPr/>
          <p:nvPr/>
        </p:nvSpPr>
        <p:spPr>
          <a:xfrm>
            <a:off x="9999180" y="7516260"/>
            <a:ext cx="7652880" cy="42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05">
                <a:solidFill>
                  <a:srgbClr val="9BB3C9"/>
                </a:solidFill>
                <a:latin typeface="Aptos"/>
                <a:ea typeface="Aptos"/>
              </a:rPr>
              <a:t>REPO: Maps to Table 1 reconstruction / adaptation pathway.</a:t>
            </a:r>
            <a:endParaRPr lang="en-US" sz="1605">
              <a:solidFill>
                <a:srgbClr val="FFFFFF"/>
              </a:solidFill>
              <a:latin typeface="Arial"/>
            </a:endParaRPr>
          </a:p>
        </p:txBody>
      </p:sp>
      <p:sp>
        <p:nvSpPr>
          <p:cNvPr id="379" name="Text 34"/>
          <p:cNvSpPr/>
          <p:nvPr/>
        </p:nvSpPr>
        <p:spPr>
          <a:xfrm>
            <a:off x="9999180" y="8092440"/>
            <a:ext cx="765288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30">
                <a:solidFill>
                  <a:srgbClr val="F9BE4A"/>
                </a:solidFill>
                <a:latin typeface="Aptos"/>
                <a:ea typeface="Aptos"/>
              </a:rPr>
              <a:t>LIMIT: Published EEG counts remain unreconciled.</a:t>
            </a:r>
            <a:endParaRPr lang="en-US" sz="1530">
              <a:solidFill>
                <a:srgbClr val="FFFFFF"/>
              </a:solidFill>
              <a:latin typeface="Arial"/>
            </a:endParaRPr>
          </a:p>
        </p:txBody>
      </p:sp>
    </p:spTree>
    <p:extLst>
      <p:ext uri="{BB962C8B-B14F-4D97-AF65-F5344CB8AC3E}">
        <p14:creationId xmlns:p14="http://schemas.microsoft.com/office/powerpoint/2010/main" val="150305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Text 0"/>
          <p:cNvSpPr/>
          <p:nvPr/>
        </p:nvSpPr>
        <p:spPr>
          <a:xfrm>
            <a:off x="960120" y="521100"/>
            <a:ext cx="161843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b="1" spc="195">
                <a:solidFill>
                  <a:srgbClr val="39D2C3"/>
                </a:solidFill>
                <a:latin typeface="Aptos"/>
                <a:ea typeface="Aptos"/>
              </a:rPr>
              <a:t>NEW STATISTICAL DIRECTIONS</a:t>
            </a:r>
            <a:endParaRPr lang="en-US">
              <a:solidFill>
                <a:srgbClr val="FFFFFF"/>
              </a:solidFill>
              <a:latin typeface="Arial"/>
            </a:endParaRPr>
          </a:p>
        </p:txBody>
      </p:sp>
      <p:sp>
        <p:nvSpPr>
          <p:cNvPr id="381" name="Text 1"/>
          <p:cNvSpPr/>
          <p:nvPr/>
        </p:nvSpPr>
        <p:spPr>
          <a:xfrm>
            <a:off x="960120" y="1083780"/>
            <a:ext cx="16321500" cy="877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4125" b="1">
                <a:solidFill>
                  <a:srgbClr val="F0F6FF"/>
                </a:solidFill>
                <a:latin typeface="Aptos"/>
                <a:ea typeface="Aptos"/>
              </a:rPr>
              <a:t>Different tests answer different change questions</a:t>
            </a:r>
            <a:endParaRPr lang="en-US" sz="4125">
              <a:solidFill>
                <a:srgbClr val="FFFFFF"/>
              </a:solidFill>
              <a:latin typeface="Arial"/>
            </a:endParaRPr>
          </a:p>
        </p:txBody>
      </p:sp>
      <p:sp>
        <p:nvSpPr>
          <p:cNvPr id="382" name="Text 2"/>
          <p:cNvSpPr/>
          <p:nvPr/>
        </p:nvSpPr>
        <p:spPr>
          <a:xfrm>
            <a:off x="1001160" y="1988820"/>
            <a:ext cx="159100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80">
                <a:solidFill>
                  <a:srgbClr val="9BB3C9"/>
                </a:solidFill>
                <a:latin typeface="Aptos"/>
                <a:ea typeface="Aptos"/>
              </a:rPr>
              <a:t>A useful comparison is statistical target, not simply whether a method raises an alarm.</a:t>
            </a:r>
            <a:endParaRPr lang="en-US" sz="1980">
              <a:solidFill>
                <a:srgbClr val="FFFFFF"/>
              </a:solidFill>
              <a:latin typeface="Arial"/>
            </a:endParaRPr>
          </a:p>
        </p:txBody>
      </p:sp>
      <p:sp>
        <p:nvSpPr>
          <p:cNvPr id="383" name="Shape 3"/>
          <p:cNvSpPr/>
          <p:nvPr/>
        </p:nvSpPr>
        <p:spPr>
          <a:xfrm>
            <a:off x="960120" y="2688120"/>
            <a:ext cx="16322040" cy="540"/>
          </a:xfrm>
          <a:prstGeom prst="line">
            <a:avLst/>
          </a:prstGeom>
          <a:ln w="13335">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84" name="Shape 4"/>
          <p:cNvSpPr/>
          <p:nvPr/>
        </p:nvSpPr>
        <p:spPr>
          <a:xfrm>
            <a:off x="960120" y="9669780"/>
            <a:ext cx="16322040" cy="540"/>
          </a:xfrm>
          <a:prstGeom prst="line">
            <a:avLst/>
          </a:prstGeom>
          <a:ln w="508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85" name="Text 5"/>
          <p:cNvSpPr/>
          <p:nvPr/>
        </p:nvSpPr>
        <p:spPr>
          <a:xfrm>
            <a:off x="1001160" y="9745380"/>
            <a:ext cx="1371546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275" spc="98">
                <a:solidFill>
                  <a:srgbClr val="7192AA"/>
                </a:solidFill>
                <a:latin typeface="Aptos"/>
                <a:ea typeface="Aptos"/>
              </a:rPr>
              <a:t>ULSTER PHD  /  LITERATURE → IMPLEMENTATION → EVIDENCE</a:t>
            </a:r>
            <a:endParaRPr lang="en-US" sz="1275">
              <a:solidFill>
                <a:srgbClr val="FFFFFF"/>
              </a:solidFill>
              <a:latin typeface="Arial"/>
            </a:endParaRPr>
          </a:p>
        </p:txBody>
      </p:sp>
      <p:sp>
        <p:nvSpPr>
          <p:cNvPr id="386" name="Text 6"/>
          <p:cNvSpPr/>
          <p:nvPr/>
        </p:nvSpPr>
        <p:spPr>
          <a:xfrm>
            <a:off x="16555320" y="9717840"/>
            <a:ext cx="6442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350">
                <a:solidFill>
                  <a:srgbClr val="7192AA"/>
                </a:solidFill>
                <a:latin typeface="Aptos"/>
                <a:ea typeface="Aptos"/>
              </a:rPr>
              <a:t>05</a:t>
            </a:r>
            <a:endParaRPr lang="en-US" sz="1350">
              <a:solidFill>
                <a:srgbClr val="FFFFFF"/>
              </a:solidFill>
              <a:latin typeface="Arial"/>
            </a:endParaRPr>
          </a:p>
        </p:txBody>
      </p:sp>
      <p:sp>
        <p:nvSpPr>
          <p:cNvPr id="387" name="Shape 7"/>
          <p:cNvSpPr/>
          <p:nvPr/>
        </p:nvSpPr>
        <p:spPr>
          <a:xfrm>
            <a:off x="1028700" y="3099600"/>
            <a:ext cx="5458320" cy="5787720"/>
          </a:xfrm>
          <a:prstGeom prst="roundRect">
            <a:avLst>
              <a:gd name="adj" fmla="val 326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388" name="Shape 8"/>
          <p:cNvSpPr/>
          <p:nvPr/>
        </p:nvSpPr>
        <p:spPr>
          <a:xfrm>
            <a:off x="1330020" y="3744360"/>
            <a:ext cx="4842180" cy="540"/>
          </a:xfrm>
          <a:prstGeom prst="line">
            <a:avLst/>
          </a:prstGeom>
          <a:ln w="25400">
            <a:solidFill>
              <a:srgbClr val="39D2C3"/>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89" name="Text 9"/>
          <p:cNvSpPr/>
          <p:nvPr/>
        </p:nvSpPr>
        <p:spPr>
          <a:xfrm>
            <a:off x="1330560" y="3305340"/>
            <a:ext cx="4868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400" b="1">
                <a:solidFill>
                  <a:srgbClr val="39D2C3"/>
                </a:solidFill>
                <a:latin typeface="Aptos"/>
                <a:ea typeface="Aptos"/>
              </a:rPr>
              <a:t>Raza et al. (2015)</a:t>
            </a:r>
            <a:endParaRPr lang="en-US" sz="2400">
              <a:solidFill>
                <a:srgbClr val="FFFFFF"/>
              </a:solidFill>
              <a:latin typeface="Arial"/>
            </a:endParaRPr>
          </a:p>
        </p:txBody>
      </p:sp>
      <p:sp>
        <p:nvSpPr>
          <p:cNvPr id="390" name="Text 10"/>
          <p:cNvSpPr/>
          <p:nvPr/>
        </p:nvSpPr>
        <p:spPr>
          <a:xfrm>
            <a:off x="1330560" y="3909060"/>
            <a:ext cx="4868640" cy="328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35" b="1" spc="47">
                <a:solidFill>
                  <a:srgbClr val="D5E4F1"/>
                </a:solidFill>
                <a:latin typeface="Aptos"/>
                <a:ea typeface="Aptos"/>
              </a:rPr>
              <a:t>TWO-STAGE EWMA / T²</a:t>
            </a:r>
            <a:endParaRPr lang="en-US" sz="1635">
              <a:solidFill>
                <a:srgbClr val="FFFFFF"/>
              </a:solidFill>
              <a:latin typeface="Arial"/>
            </a:endParaRPr>
          </a:p>
        </p:txBody>
      </p:sp>
      <p:sp>
        <p:nvSpPr>
          <p:cNvPr id="391" name="Text 11"/>
          <p:cNvSpPr/>
          <p:nvPr/>
        </p:nvSpPr>
        <p:spPr>
          <a:xfrm>
            <a:off x="1330560" y="455382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SIGNALS</a:t>
            </a:r>
            <a:endParaRPr lang="en-US" sz="1409">
              <a:solidFill>
                <a:srgbClr val="FFFFFF"/>
              </a:solidFill>
              <a:latin typeface="Arial"/>
            </a:endParaRPr>
          </a:p>
        </p:txBody>
      </p:sp>
      <p:sp>
        <p:nvSpPr>
          <p:cNvPr id="392" name="Text 12"/>
          <p:cNvSpPr/>
          <p:nvPr/>
        </p:nvSpPr>
        <p:spPr>
          <a:xfrm>
            <a:off x="2661120" y="453330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CSP/PCA feature stream</a:t>
            </a:r>
            <a:endParaRPr lang="en-US" sz="1695">
              <a:solidFill>
                <a:srgbClr val="FFFFFF"/>
              </a:solidFill>
              <a:latin typeface="Arial"/>
            </a:endParaRPr>
          </a:p>
        </p:txBody>
      </p:sp>
      <p:sp>
        <p:nvSpPr>
          <p:cNvPr id="393" name="Shape 13"/>
          <p:cNvSpPr/>
          <p:nvPr/>
        </p:nvSpPr>
        <p:spPr>
          <a:xfrm>
            <a:off x="1344060" y="514350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94" name="Text 14"/>
          <p:cNvSpPr/>
          <p:nvPr/>
        </p:nvSpPr>
        <p:spPr>
          <a:xfrm>
            <a:off x="1330560" y="53492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STAGE I</a:t>
            </a:r>
            <a:endParaRPr lang="en-US" sz="1409">
              <a:solidFill>
                <a:srgbClr val="FFFFFF"/>
              </a:solidFill>
              <a:latin typeface="Arial"/>
            </a:endParaRPr>
          </a:p>
        </p:txBody>
      </p:sp>
      <p:sp>
        <p:nvSpPr>
          <p:cNvPr id="395" name="Text 15"/>
          <p:cNvSpPr/>
          <p:nvPr/>
        </p:nvSpPr>
        <p:spPr>
          <a:xfrm>
            <a:off x="2661120" y="53287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Online EWMA warning</a:t>
            </a:r>
            <a:endParaRPr lang="en-US" sz="1695">
              <a:solidFill>
                <a:srgbClr val="FFFFFF"/>
              </a:solidFill>
              <a:latin typeface="Arial"/>
            </a:endParaRPr>
          </a:p>
        </p:txBody>
      </p:sp>
      <p:sp>
        <p:nvSpPr>
          <p:cNvPr id="396" name="Shape 16"/>
          <p:cNvSpPr/>
          <p:nvPr/>
        </p:nvSpPr>
        <p:spPr>
          <a:xfrm>
            <a:off x="1344060" y="593892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397" name="Text 17"/>
          <p:cNvSpPr/>
          <p:nvPr/>
        </p:nvSpPr>
        <p:spPr>
          <a:xfrm>
            <a:off x="1330560" y="614466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STAGE II</a:t>
            </a:r>
            <a:endParaRPr lang="en-US" sz="1409">
              <a:solidFill>
                <a:srgbClr val="FFFFFF"/>
              </a:solidFill>
              <a:latin typeface="Arial"/>
            </a:endParaRPr>
          </a:p>
        </p:txBody>
      </p:sp>
      <p:sp>
        <p:nvSpPr>
          <p:cNvPr id="398" name="Text 18"/>
          <p:cNvSpPr/>
          <p:nvPr/>
        </p:nvSpPr>
        <p:spPr>
          <a:xfrm>
            <a:off x="2661120" y="612414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K–S or two-window Hotelling T²</a:t>
            </a:r>
            <a:endParaRPr lang="en-US" sz="1695">
              <a:solidFill>
                <a:srgbClr val="FFFFFF"/>
              </a:solidFill>
              <a:latin typeface="Arial"/>
            </a:endParaRPr>
          </a:p>
        </p:txBody>
      </p:sp>
      <p:sp>
        <p:nvSpPr>
          <p:cNvPr id="399" name="Shape 19"/>
          <p:cNvSpPr/>
          <p:nvPr/>
        </p:nvSpPr>
        <p:spPr>
          <a:xfrm>
            <a:off x="1344060" y="673434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00" name="Text 20"/>
          <p:cNvSpPr/>
          <p:nvPr/>
        </p:nvSpPr>
        <p:spPr>
          <a:xfrm>
            <a:off x="1330560" y="694008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1371600">
              <a:tabLst>
                <a:tab pos="0" algn="l"/>
              </a:tabLst>
            </a:pPr>
            <a:r>
              <a:rPr lang="en-US" sz="1409" b="1">
                <a:solidFill>
                  <a:srgbClr val="9BB3C9"/>
                </a:solidFill>
                <a:latin typeface="Aptos"/>
                <a:ea typeface="Aptos"/>
              </a:rPr>
              <a:t>WHAT IT SUPPORTS</a:t>
            </a:r>
            <a:endParaRPr lang="en-US" sz="1409">
              <a:solidFill>
                <a:srgbClr val="FFFFFF"/>
              </a:solidFill>
              <a:latin typeface="Arial"/>
            </a:endParaRPr>
          </a:p>
        </p:txBody>
      </p:sp>
      <p:sp>
        <p:nvSpPr>
          <p:cNvPr id="401" name="Text 21"/>
          <p:cNvSpPr/>
          <p:nvPr/>
        </p:nvSpPr>
        <p:spPr>
          <a:xfrm>
            <a:off x="2661120" y="691956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Mean-sensitive multivariate validation</a:t>
            </a:r>
            <a:endParaRPr lang="en-US" sz="1695">
              <a:solidFill>
                <a:srgbClr val="FFFFFF"/>
              </a:solidFill>
              <a:latin typeface="Arial"/>
            </a:endParaRPr>
          </a:p>
        </p:txBody>
      </p:sp>
      <p:sp>
        <p:nvSpPr>
          <p:cNvPr id="402" name="Shape 22"/>
          <p:cNvSpPr/>
          <p:nvPr/>
        </p:nvSpPr>
        <p:spPr>
          <a:xfrm>
            <a:off x="1344060" y="752976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03" name="Text 23"/>
          <p:cNvSpPr/>
          <p:nvPr/>
        </p:nvSpPr>
        <p:spPr>
          <a:xfrm>
            <a:off x="1330560" y="77360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OPEN IN PHD</a:t>
            </a:r>
            <a:endParaRPr lang="en-US" sz="1409">
              <a:solidFill>
                <a:srgbClr val="FFFFFF"/>
              </a:solidFill>
              <a:latin typeface="Arial"/>
            </a:endParaRPr>
          </a:p>
        </p:txBody>
      </p:sp>
      <p:sp>
        <p:nvSpPr>
          <p:cNvPr id="404" name="Text 24"/>
          <p:cNvSpPr/>
          <p:nvPr/>
        </p:nvSpPr>
        <p:spPr>
          <a:xfrm>
            <a:off x="2661120" y="77155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Repeated testing, covariance assumptions</a:t>
            </a:r>
            <a:endParaRPr lang="en-US" sz="1695">
              <a:solidFill>
                <a:srgbClr val="FFFFFF"/>
              </a:solidFill>
              <a:latin typeface="Arial"/>
            </a:endParaRPr>
          </a:p>
        </p:txBody>
      </p:sp>
      <p:sp>
        <p:nvSpPr>
          <p:cNvPr id="405" name="Shape 25"/>
          <p:cNvSpPr/>
          <p:nvPr/>
        </p:nvSpPr>
        <p:spPr>
          <a:xfrm>
            <a:off x="6789420" y="3099600"/>
            <a:ext cx="5458320" cy="5787720"/>
          </a:xfrm>
          <a:prstGeom prst="roundRect">
            <a:avLst>
              <a:gd name="adj" fmla="val 326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406" name="Shape 26"/>
          <p:cNvSpPr/>
          <p:nvPr/>
        </p:nvSpPr>
        <p:spPr>
          <a:xfrm>
            <a:off x="7090740" y="3744360"/>
            <a:ext cx="4842180" cy="540"/>
          </a:xfrm>
          <a:prstGeom prst="line">
            <a:avLst/>
          </a:prstGeom>
          <a:ln w="25400">
            <a:solidFill>
              <a:srgbClr val="F9BE4A"/>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07" name="Text 27"/>
          <p:cNvSpPr/>
          <p:nvPr/>
        </p:nvSpPr>
        <p:spPr>
          <a:xfrm>
            <a:off x="7091280" y="3305340"/>
            <a:ext cx="4868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400" b="1">
                <a:solidFill>
                  <a:srgbClr val="F9BE4A"/>
                </a:solidFill>
                <a:latin typeface="Aptos"/>
                <a:ea typeface="Aptos"/>
              </a:rPr>
              <a:t>Park et al. (2023)</a:t>
            </a:r>
            <a:endParaRPr lang="en-US" sz="2400">
              <a:solidFill>
                <a:srgbClr val="FFFFFF"/>
              </a:solidFill>
              <a:latin typeface="Arial"/>
            </a:endParaRPr>
          </a:p>
        </p:txBody>
      </p:sp>
      <p:sp>
        <p:nvSpPr>
          <p:cNvPr id="408" name="Text 28"/>
          <p:cNvSpPr/>
          <p:nvPr/>
        </p:nvSpPr>
        <p:spPr>
          <a:xfrm>
            <a:off x="7091280" y="3909060"/>
            <a:ext cx="4868640" cy="328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35" b="1" spc="47">
                <a:solidFill>
                  <a:srgbClr val="D5E4F1"/>
                </a:solidFill>
                <a:latin typeface="Aptos"/>
                <a:ea typeface="Aptos"/>
              </a:rPr>
              <a:t>STRUCTURAL CHANGE</a:t>
            </a:r>
            <a:endParaRPr lang="en-US" sz="1635">
              <a:solidFill>
                <a:srgbClr val="FFFFFF"/>
              </a:solidFill>
              <a:latin typeface="Arial"/>
            </a:endParaRPr>
          </a:p>
        </p:txBody>
      </p:sp>
      <p:sp>
        <p:nvSpPr>
          <p:cNvPr id="409" name="Text 29"/>
          <p:cNvSpPr/>
          <p:nvPr/>
        </p:nvSpPr>
        <p:spPr>
          <a:xfrm>
            <a:off x="7091280" y="455382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FIRST-ORDER</a:t>
            </a:r>
            <a:endParaRPr lang="en-US" sz="1409">
              <a:solidFill>
                <a:srgbClr val="FFFFFF"/>
              </a:solidFill>
              <a:latin typeface="Arial"/>
            </a:endParaRPr>
          </a:p>
        </p:txBody>
      </p:sp>
      <p:sp>
        <p:nvSpPr>
          <p:cNvPr id="410" name="Text 30"/>
          <p:cNvSpPr/>
          <p:nvPr/>
        </p:nvSpPr>
        <p:spPr>
          <a:xfrm>
            <a:off x="8421840" y="453330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Mean CUSUM / peak agreement</a:t>
            </a:r>
            <a:endParaRPr lang="en-US" sz="1695">
              <a:solidFill>
                <a:srgbClr val="FFFFFF"/>
              </a:solidFill>
              <a:latin typeface="Arial"/>
            </a:endParaRPr>
          </a:p>
        </p:txBody>
      </p:sp>
      <p:sp>
        <p:nvSpPr>
          <p:cNvPr id="411" name="Shape 31"/>
          <p:cNvSpPr/>
          <p:nvPr/>
        </p:nvSpPr>
        <p:spPr>
          <a:xfrm>
            <a:off x="7104780" y="514350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12" name="Text 32"/>
          <p:cNvSpPr/>
          <p:nvPr/>
        </p:nvSpPr>
        <p:spPr>
          <a:xfrm>
            <a:off x="7091280" y="53492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1371600">
              <a:tabLst>
                <a:tab pos="0" algn="l"/>
              </a:tabLst>
            </a:pPr>
            <a:r>
              <a:rPr lang="en-US" sz="1409" b="1">
                <a:solidFill>
                  <a:srgbClr val="9BB3C9"/>
                </a:solidFill>
                <a:latin typeface="Aptos"/>
                <a:ea typeface="Aptos"/>
              </a:rPr>
              <a:t>SECOND-ORDER</a:t>
            </a:r>
            <a:endParaRPr lang="en-US" sz="1409">
              <a:solidFill>
                <a:srgbClr val="FFFFFF"/>
              </a:solidFill>
              <a:latin typeface="Arial"/>
            </a:endParaRPr>
          </a:p>
        </p:txBody>
      </p:sp>
      <p:sp>
        <p:nvSpPr>
          <p:cNvPr id="413" name="Text 33"/>
          <p:cNvSpPr/>
          <p:nvPr/>
        </p:nvSpPr>
        <p:spPr>
          <a:xfrm>
            <a:off x="8421840" y="53287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Wavelet spectral matrices / dynamic PCA</a:t>
            </a:r>
            <a:endParaRPr lang="en-US" sz="1695">
              <a:solidFill>
                <a:srgbClr val="FFFFFF"/>
              </a:solidFill>
              <a:latin typeface="Arial"/>
            </a:endParaRPr>
          </a:p>
        </p:txBody>
      </p:sp>
      <p:sp>
        <p:nvSpPr>
          <p:cNvPr id="414" name="Shape 34"/>
          <p:cNvSpPr/>
          <p:nvPr/>
        </p:nvSpPr>
        <p:spPr>
          <a:xfrm>
            <a:off x="7104780" y="593892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15" name="Text 35"/>
          <p:cNvSpPr/>
          <p:nvPr/>
        </p:nvSpPr>
        <p:spPr>
          <a:xfrm>
            <a:off x="7091280" y="614466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DISTINCTION</a:t>
            </a:r>
            <a:endParaRPr lang="en-US" sz="1409">
              <a:solidFill>
                <a:srgbClr val="FFFFFF"/>
              </a:solidFill>
              <a:latin typeface="Arial"/>
            </a:endParaRPr>
          </a:p>
        </p:txBody>
      </p:sp>
      <p:sp>
        <p:nvSpPr>
          <p:cNvPr id="416" name="Text 36"/>
          <p:cNvSpPr/>
          <p:nvPr/>
        </p:nvSpPr>
        <p:spPr>
          <a:xfrm>
            <a:off x="8421840" y="612414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Covariance + temporal dependence changes</a:t>
            </a:r>
            <a:endParaRPr lang="en-US" sz="1695">
              <a:solidFill>
                <a:srgbClr val="FFFFFF"/>
              </a:solidFill>
              <a:latin typeface="Arial"/>
            </a:endParaRPr>
          </a:p>
        </p:txBody>
      </p:sp>
      <p:sp>
        <p:nvSpPr>
          <p:cNvPr id="417" name="Shape 37"/>
          <p:cNvSpPr/>
          <p:nvPr/>
        </p:nvSpPr>
        <p:spPr>
          <a:xfrm>
            <a:off x="7104780" y="673434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18" name="Text 38"/>
          <p:cNvSpPr/>
          <p:nvPr/>
        </p:nvSpPr>
        <p:spPr>
          <a:xfrm>
            <a:off x="7091280" y="694008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IN REPO</a:t>
            </a:r>
            <a:endParaRPr lang="en-US" sz="1409">
              <a:solidFill>
                <a:srgbClr val="FFFFFF"/>
              </a:solidFill>
              <a:latin typeface="Arial"/>
            </a:endParaRPr>
          </a:p>
        </p:txBody>
      </p:sp>
      <p:sp>
        <p:nvSpPr>
          <p:cNvPr id="419" name="Text 39"/>
          <p:cNvSpPr/>
          <p:nvPr/>
        </p:nvSpPr>
        <p:spPr>
          <a:xfrm>
            <a:off x="8421840" y="691956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Mean-CUSUM and proposed CPSS</a:t>
            </a:r>
            <a:endParaRPr lang="en-US" sz="1695">
              <a:solidFill>
                <a:srgbClr val="FFFFFF"/>
              </a:solidFill>
              <a:latin typeface="Arial"/>
            </a:endParaRPr>
          </a:p>
        </p:txBody>
      </p:sp>
      <p:sp>
        <p:nvSpPr>
          <p:cNvPr id="420" name="Shape 40"/>
          <p:cNvSpPr/>
          <p:nvPr/>
        </p:nvSpPr>
        <p:spPr>
          <a:xfrm>
            <a:off x="7104780" y="752976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21" name="Text 41"/>
          <p:cNvSpPr/>
          <p:nvPr/>
        </p:nvSpPr>
        <p:spPr>
          <a:xfrm>
            <a:off x="7091280" y="77360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NOT YET</a:t>
            </a:r>
            <a:endParaRPr lang="en-US" sz="1409">
              <a:solidFill>
                <a:srgbClr val="FFFFFF"/>
              </a:solidFill>
              <a:latin typeface="Arial"/>
            </a:endParaRPr>
          </a:p>
        </p:txBody>
      </p:sp>
      <p:sp>
        <p:nvSpPr>
          <p:cNvPr id="422" name="Text 42"/>
          <p:cNvSpPr/>
          <p:nvPr/>
        </p:nvSpPr>
        <p:spPr>
          <a:xfrm>
            <a:off x="8421840" y="77155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Second-order method / paper reproduction</a:t>
            </a:r>
            <a:endParaRPr lang="en-US" sz="1695">
              <a:solidFill>
                <a:srgbClr val="FFFFFF"/>
              </a:solidFill>
              <a:latin typeface="Arial"/>
            </a:endParaRPr>
          </a:p>
        </p:txBody>
      </p:sp>
      <p:sp>
        <p:nvSpPr>
          <p:cNvPr id="423" name="Shape 43"/>
          <p:cNvSpPr/>
          <p:nvPr/>
        </p:nvSpPr>
        <p:spPr>
          <a:xfrm>
            <a:off x="12550140" y="3099600"/>
            <a:ext cx="5458320" cy="5787720"/>
          </a:xfrm>
          <a:prstGeom prst="roundRect">
            <a:avLst>
              <a:gd name="adj" fmla="val 3266"/>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424" name="Shape 44"/>
          <p:cNvSpPr/>
          <p:nvPr/>
        </p:nvSpPr>
        <p:spPr>
          <a:xfrm>
            <a:off x="12851460" y="3744360"/>
            <a:ext cx="4842180" cy="540"/>
          </a:xfrm>
          <a:prstGeom prst="line">
            <a:avLst/>
          </a:prstGeom>
          <a:ln w="25400">
            <a:solidFill>
              <a:srgbClr val="BC8BFF"/>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25" name="Text 45"/>
          <p:cNvSpPr/>
          <p:nvPr/>
        </p:nvSpPr>
        <p:spPr>
          <a:xfrm>
            <a:off x="12852000" y="3305340"/>
            <a:ext cx="4868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400" b="1">
                <a:solidFill>
                  <a:srgbClr val="BC8BFF"/>
                </a:solidFill>
                <a:latin typeface="Aptos"/>
                <a:ea typeface="Aptos"/>
              </a:rPr>
              <a:t>Heyden et al. (2024)</a:t>
            </a:r>
            <a:endParaRPr lang="en-US" sz="2400">
              <a:solidFill>
                <a:srgbClr val="FFFFFF"/>
              </a:solidFill>
              <a:latin typeface="Arial"/>
            </a:endParaRPr>
          </a:p>
        </p:txBody>
      </p:sp>
      <p:sp>
        <p:nvSpPr>
          <p:cNvPr id="426" name="Text 46"/>
          <p:cNvSpPr/>
          <p:nvPr/>
        </p:nvSpPr>
        <p:spPr>
          <a:xfrm>
            <a:off x="12852000" y="3909060"/>
            <a:ext cx="4868640" cy="328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35" b="1" spc="47">
                <a:solidFill>
                  <a:srgbClr val="D5E4F1"/>
                </a:solidFill>
                <a:latin typeface="Aptos"/>
                <a:ea typeface="Aptos"/>
              </a:rPr>
              <a:t>HIGH-DIMENSIONAL STREAMS</a:t>
            </a:r>
            <a:endParaRPr lang="en-US" sz="1635">
              <a:solidFill>
                <a:srgbClr val="FFFFFF"/>
              </a:solidFill>
              <a:latin typeface="Arial"/>
            </a:endParaRPr>
          </a:p>
        </p:txBody>
      </p:sp>
      <p:sp>
        <p:nvSpPr>
          <p:cNvPr id="427" name="Text 47"/>
          <p:cNvSpPr/>
          <p:nvPr/>
        </p:nvSpPr>
        <p:spPr>
          <a:xfrm>
            <a:off x="12852000" y="455382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DETECTOR</a:t>
            </a:r>
            <a:endParaRPr lang="en-US" sz="1409">
              <a:solidFill>
                <a:srgbClr val="FFFFFF"/>
              </a:solidFill>
              <a:latin typeface="Arial"/>
            </a:endParaRPr>
          </a:p>
        </p:txBody>
      </p:sp>
      <p:sp>
        <p:nvSpPr>
          <p:cNvPr id="428" name="Text 48"/>
          <p:cNvSpPr/>
          <p:nvPr/>
        </p:nvSpPr>
        <p:spPr>
          <a:xfrm>
            <a:off x="14182560" y="453330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ABCD / adaptive window</a:t>
            </a:r>
            <a:endParaRPr lang="en-US" sz="1695">
              <a:solidFill>
                <a:srgbClr val="FFFFFF"/>
              </a:solidFill>
              <a:latin typeface="Arial"/>
            </a:endParaRPr>
          </a:p>
        </p:txBody>
      </p:sp>
      <p:sp>
        <p:nvSpPr>
          <p:cNvPr id="429" name="Shape 49"/>
          <p:cNvSpPr/>
          <p:nvPr/>
        </p:nvSpPr>
        <p:spPr>
          <a:xfrm>
            <a:off x="12865500" y="514350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30" name="Text 50"/>
          <p:cNvSpPr/>
          <p:nvPr/>
        </p:nvSpPr>
        <p:spPr>
          <a:xfrm>
            <a:off x="12852000" y="53492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SIGNAL</a:t>
            </a:r>
            <a:endParaRPr lang="en-US" sz="1409">
              <a:solidFill>
                <a:srgbClr val="FFFFFF"/>
              </a:solidFill>
              <a:latin typeface="Arial"/>
            </a:endParaRPr>
          </a:p>
        </p:txBody>
      </p:sp>
      <p:sp>
        <p:nvSpPr>
          <p:cNvPr id="431" name="Text 51"/>
          <p:cNvSpPr/>
          <p:nvPr/>
        </p:nvSpPr>
        <p:spPr>
          <a:xfrm>
            <a:off x="14182560" y="53287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Encoder–decoder reconstruction loss</a:t>
            </a:r>
            <a:endParaRPr lang="en-US" sz="1695">
              <a:solidFill>
                <a:srgbClr val="FFFFFF"/>
              </a:solidFill>
              <a:latin typeface="Arial"/>
            </a:endParaRPr>
          </a:p>
        </p:txBody>
      </p:sp>
      <p:sp>
        <p:nvSpPr>
          <p:cNvPr id="432" name="Shape 52"/>
          <p:cNvSpPr/>
          <p:nvPr/>
        </p:nvSpPr>
        <p:spPr>
          <a:xfrm>
            <a:off x="12865500" y="593892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33" name="Text 53"/>
          <p:cNvSpPr/>
          <p:nvPr/>
        </p:nvSpPr>
        <p:spPr>
          <a:xfrm>
            <a:off x="12852000" y="614466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TARGETS</a:t>
            </a:r>
            <a:endParaRPr lang="en-US" sz="1409">
              <a:solidFill>
                <a:srgbClr val="FFFFFF"/>
              </a:solidFill>
              <a:latin typeface="Arial"/>
            </a:endParaRPr>
          </a:p>
        </p:txBody>
      </p:sp>
      <p:sp>
        <p:nvSpPr>
          <p:cNvPr id="434" name="Text 54"/>
          <p:cNvSpPr/>
          <p:nvPr/>
        </p:nvSpPr>
        <p:spPr>
          <a:xfrm>
            <a:off x="14182560" y="612414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Change time, subspace, severity</a:t>
            </a:r>
            <a:endParaRPr lang="en-US" sz="1695">
              <a:solidFill>
                <a:srgbClr val="FFFFFF"/>
              </a:solidFill>
              <a:latin typeface="Arial"/>
            </a:endParaRPr>
          </a:p>
        </p:txBody>
      </p:sp>
      <p:sp>
        <p:nvSpPr>
          <p:cNvPr id="435" name="Shape 55"/>
          <p:cNvSpPr/>
          <p:nvPr/>
        </p:nvSpPr>
        <p:spPr>
          <a:xfrm>
            <a:off x="12865500" y="673434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36" name="Text 56"/>
          <p:cNvSpPr/>
          <p:nvPr/>
        </p:nvSpPr>
        <p:spPr>
          <a:xfrm>
            <a:off x="12852000" y="694008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09" b="1">
                <a:solidFill>
                  <a:srgbClr val="9BB3C9"/>
                </a:solidFill>
                <a:latin typeface="Aptos"/>
                <a:ea typeface="Aptos"/>
              </a:rPr>
              <a:t>VALUE</a:t>
            </a:r>
            <a:endParaRPr lang="en-US" sz="1409">
              <a:solidFill>
                <a:srgbClr val="FFFFFF"/>
              </a:solidFill>
              <a:latin typeface="Arial"/>
            </a:endParaRPr>
          </a:p>
        </p:txBody>
      </p:sp>
      <p:sp>
        <p:nvSpPr>
          <p:cNvPr id="437" name="Text 57"/>
          <p:cNvSpPr/>
          <p:nvPr/>
        </p:nvSpPr>
        <p:spPr>
          <a:xfrm>
            <a:off x="14182560" y="691956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Complementary comparison candidate</a:t>
            </a:r>
            <a:endParaRPr lang="en-US" sz="1695">
              <a:solidFill>
                <a:srgbClr val="FFFFFF"/>
              </a:solidFill>
              <a:latin typeface="Arial"/>
            </a:endParaRPr>
          </a:p>
        </p:txBody>
      </p:sp>
      <p:sp>
        <p:nvSpPr>
          <p:cNvPr id="438" name="Shape 58"/>
          <p:cNvSpPr/>
          <p:nvPr/>
        </p:nvSpPr>
        <p:spPr>
          <a:xfrm>
            <a:off x="12865500" y="7529760"/>
            <a:ext cx="4759560" cy="540"/>
          </a:xfrm>
          <a:prstGeom prst="line">
            <a:avLst/>
          </a:prstGeom>
          <a:ln w="609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439" name="Text 59"/>
          <p:cNvSpPr/>
          <p:nvPr/>
        </p:nvSpPr>
        <p:spPr>
          <a:xfrm>
            <a:off x="12852000" y="7736040"/>
            <a:ext cx="12614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19999"/>
          </a:bodyPr>
          <a:lstStyle/>
          <a:p>
            <a:pPr defTabSz="1371600">
              <a:tabLst>
                <a:tab pos="0" algn="l"/>
              </a:tabLst>
            </a:pPr>
            <a:r>
              <a:rPr lang="en-US" sz="1409" b="1">
                <a:solidFill>
                  <a:srgbClr val="9BB3C9"/>
                </a:solidFill>
                <a:latin typeface="Aptos"/>
                <a:ea typeface="Aptos"/>
              </a:rPr>
              <a:t>NOT ESTABLISHED</a:t>
            </a:r>
            <a:endParaRPr lang="en-US" sz="1409">
              <a:solidFill>
                <a:srgbClr val="FFFFFF"/>
              </a:solidFill>
              <a:latin typeface="Arial"/>
            </a:endParaRPr>
          </a:p>
        </p:txBody>
      </p:sp>
      <p:sp>
        <p:nvSpPr>
          <p:cNvPr id="440" name="Text 60"/>
          <p:cNvSpPr/>
          <p:nvPr/>
        </p:nvSpPr>
        <p:spPr>
          <a:xfrm>
            <a:off x="14182560" y="7715520"/>
            <a:ext cx="3510540" cy="53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D5E4F1"/>
                </a:solidFill>
                <a:latin typeface="Aptos"/>
                <a:ea typeface="Aptos"/>
              </a:rPr>
              <a:t>ABCD EEG benchmark in this repo</a:t>
            </a:r>
            <a:endParaRPr lang="en-US" sz="1695">
              <a:solidFill>
                <a:srgbClr val="FFFFFF"/>
              </a:solidFill>
              <a:latin typeface="Arial"/>
            </a:endParaRPr>
          </a:p>
        </p:txBody>
      </p:sp>
      <p:sp>
        <p:nvSpPr>
          <p:cNvPr id="441" name="Text 61"/>
          <p:cNvSpPr/>
          <p:nvPr/>
        </p:nvSpPr>
        <p:spPr>
          <a:xfrm>
            <a:off x="1056240" y="9230760"/>
            <a:ext cx="16184340" cy="328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25">
                <a:solidFill>
                  <a:srgbClr val="F9BE4A"/>
                </a:solidFill>
                <a:latin typeface="Aptos"/>
                <a:ea typeface="Aptos"/>
              </a:rPr>
              <a:t>Caution: Hotelling mean-vector evidence does not establish general second-order or concept-change detection.</a:t>
            </a:r>
            <a:endParaRPr lang="en-US" sz="1725">
              <a:solidFill>
                <a:srgbClr val="FFFFFF"/>
              </a:solidFill>
              <a:latin typeface="Arial"/>
            </a:endParaRPr>
          </a:p>
        </p:txBody>
      </p:sp>
    </p:spTree>
    <p:extLst>
      <p:ext uri="{BB962C8B-B14F-4D97-AF65-F5344CB8AC3E}">
        <p14:creationId xmlns:p14="http://schemas.microsoft.com/office/powerpoint/2010/main" val="254112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 name="Text 0"/>
          <p:cNvSpPr/>
          <p:nvPr/>
        </p:nvSpPr>
        <p:spPr>
          <a:xfrm>
            <a:off x="960120" y="521100"/>
            <a:ext cx="161843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b="1" spc="195">
                <a:solidFill>
                  <a:srgbClr val="39D2C3"/>
                </a:solidFill>
                <a:latin typeface="Aptos"/>
                <a:ea typeface="Aptos"/>
              </a:rPr>
              <a:t>BEYOND CSE</a:t>
            </a:r>
            <a:endParaRPr lang="en-US">
              <a:solidFill>
                <a:srgbClr val="FFFFFF"/>
              </a:solidFill>
              <a:latin typeface="Arial"/>
            </a:endParaRPr>
          </a:p>
        </p:txBody>
      </p:sp>
      <p:sp>
        <p:nvSpPr>
          <p:cNvPr id="502" name="Text 1"/>
          <p:cNvSpPr/>
          <p:nvPr/>
        </p:nvSpPr>
        <p:spPr>
          <a:xfrm>
            <a:off x="960120" y="1083780"/>
            <a:ext cx="16321500" cy="877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4125" b="1">
                <a:solidFill>
                  <a:srgbClr val="F0F6FF"/>
                </a:solidFill>
                <a:latin typeface="Aptos"/>
                <a:ea typeface="Aptos"/>
              </a:rPr>
              <a:t>Why drift detection alone is not the PhD end-point</a:t>
            </a:r>
            <a:endParaRPr lang="en-US" sz="4125">
              <a:solidFill>
                <a:srgbClr val="FFFFFF"/>
              </a:solidFill>
              <a:latin typeface="Arial"/>
            </a:endParaRPr>
          </a:p>
        </p:txBody>
      </p:sp>
      <p:sp>
        <p:nvSpPr>
          <p:cNvPr id="503" name="Text 2"/>
          <p:cNvSpPr/>
          <p:nvPr/>
        </p:nvSpPr>
        <p:spPr>
          <a:xfrm>
            <a:off x="1001160" y="1988820"/>
            <a:ext cx="159100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80">
                <a:solidFill>
                  <a:srgbClr val="9BB3C9"/>
                </a:solidFill>
                <a:latin typeface="Aptos"/>
                <a:ea typeface="Aptos"/>
              </a:rPr>
              <a:t>Separate monitoring evidence, adaptation policy, knowledge retention and deployment outcomes.</a:t>
            </a:r>
            <a:endParaRPr lang="en-US" sz="1980">
              <a:solidFill>
                <a:srgbClr val="FFFFFF"/>
              </a:solidFill>
              <a:latin typeface="Arial"/>
            </a:endParaRPr>
          </a:p>
        </p:txBody>
      </p:sp>
      <p:sp>
        <p:nvSpPr>
          <p:cNvPr id="504" name="Shape 3"/>
          <p:cNvSpPr/>
          <p:nvPr/>
        </p:nvSpPr>
        <p:spPr>
          <a:xfrm>
            <a:off x="960120" y="2688120"/>
            <a:ext cx="16322040" cy="540"/>
          </a:xfrm>
          <a:prstGeom prst="line">
            <a:avLst/>
          </a:prstGeom>
          <a:ln w="13335">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05" name="Shape 4"/>
          <p:cNvSpPr/>
          <p:nvPr/>
        </p:nvSpPr>
        <p:spPr>
          <a:xfrm>
            <a:off x="960120" y="9669780"/>
            <a:ext cx="16322040" cy="540"/>
          </a:xfrm>
          <a:prstGeom prst="line">
            <a:avLst/>
          </a:prstGeom>
          <a:ln w="508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06" name="Text 5"/>
          <p:cNvSpPr/>
          <p:nvPr/>
        </p:nvSpPr>
        <p:spPr>
          <a:xfrm>
            <a:off x="1001160" y="9745380"/>
            <a:ext cx="1371546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275" spc="98">
                <a:solidFill>
                  <a:srgbClr val="7192AA"/>
                </a:solidFill>
                <a:latin typeface="Aptos"/>
                <a:ea typeface="Aptos"/>
              </a:rPr>
              <a:t>ULSTER PHD  /  LITERATURE → IMPLEMENTATION → EVIDENCE</a:t>
            </a:r>
            <a:endParaRPr lang="en-US" sz="1275">
              <a:solidFill>
                <a:srgbClr val="FFFFFF"/>
              </a:solidFill>
              <a:latin typeface="Arial"/>
            </a:endParaRPr>
          </a:p>
        </p:txBody>
      </p:sp>
      <p:sp>
        <p:nvSpPr>
          <p:cNvPr id="507" name="Text 6"/>
          <p:cNvSpPr/>
          <p:nvPr/>
        </p:nvSpPr>
        <p:spPr>
          <a:xfrm>
            <a:off x="16555320" y="9717840"/>
            <a:ext cx="6442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350">
                <a:solidFill>
                  <a:srgbClr val="7192AA"/>
                </a:solidFill>
                <a:latin typeface="Aptos"/>
                <a:ea typeface="Aptos"/>
              </a:rPr>
              <a:t>07</a:t>
            </a:r>
            <a:endParaRPr lang="en-US" sz="1350">
              <a:solidFill>
                <a:srgbClr val="FFFFFF"/>
              </a:solidFill>
              <a:latin typeface="Arial"/>
            </a:endParaRPr>
          </a:p>
        </p:txBody>
      </p:sp>
      <p:sp>
        <p:nvSpPr>
          <p:cNvPr id="508" name="Shape 7"/>
          <p:cNvSpPr/>
          <p:nvPr/>
        </p:nvSpPr>
        <p:spPr>
          <a:xfrm>
            <a:off x="1042200" y="3442500"/>
            <a:ext cx="3977100" cy="4786560"/>
          </a:xfrm>
          <a:prstGeom prst="roundRect">
            <a:avLst>
              <a:gd name="adj" fmla="val 4483"/>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09" name="Shape 8"/>
          <p:cNvSpPr/>
          <p:nvPr/>
        </p:nvSpPr>
        <p:spPr>
          <a:xfrm>
            <a:off x="1261980" y="3812940"/>
            <a:ext cx="301320" cy="301320"/>
          </a:xfrm>
          <a:prstGeom prst="ellipse">
            <a:avLst/>
          </a:prstGeom>
          <a:solidFill>
            <a:srgbClr val="39D2C3"/>
          </a:solidFill>
          <a:ln w="1270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510" name="Text 9"/>
          <p:cNvSpPr/>
          <p:nvPr/>
        </p:nvSpPr>
        <p:spPr>
          <a:xfrm>
            <a:off x="1701000" y="3703320"/>
            <a:ext cx="3140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055" b="1">
                <a:solidFill>
                  <a:srgbClr val="39D2C3"/>
                </a:solidFill>
                <a:latin typeface="Aptos"/>
                <a:ea typeface="Aptos"/>
              </a:rPr>
              <a:t>MONITOR</a:t>
            </a:r>
            <a:endParaRPr lang="en-US" sz="2055">
              <a:solidFill>
                <a:srgbClr val="FFFFFF"/>
              </a:solidFill>
              <a:latin typeface="Arial"/>
            </a:endParaRPr>
          </a:p>
        </p:txBody>
      </p:sp>
      <p:sp>
        <p:nvSpPr>
          <p:cNvPr id="511" name="Text 10">
            <a:hlinkClick r:id="rId3"/>
          </p:cNvPr>
          <p:cNvSpPr/>
          <p:nvPr/>
        </p:nvSpPr>
        <p:spPr>
          <a:xfrm>
            <a:off x="1371600" y="4375620"/>
            <a:ext cx="33598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280" b="1" u="sng">
                <a:solidFill>
                  <a:srgbClr val="F0F6FF"/>
                </a:solidFill>
                <a:latin typeface="Aptos"/>
                <a:ea typeface="Aptos"/>
                <a:hlinkClick r:id="rId3"/>
              </a:rPr>
              <a:t>Diethe et al. (2019)</a:t>
            </a:r>
            <a:endParaRPr lang="en-US" sz="2280">
              <a:solidFill>
                <a:srgbClr val="FFFFFF"/>
              </a:solidFill>
              <a:latin typeface="Arial"/>
            </a:endParaRPr>
          </a:p>
        </p:txBody>
      </p:sp>
      <p:sp>
        <p:nvSpPr>
          <p:cNvPr id="512" name="Shape 11"/>
          <p:cNvSpPr/>
          <p:nvPr/>
        </p:nvSpPr>
        <p:spPr>
          <a:xfrm>
            <a:off x="1371600" y="5115960"/>
            <a:ext cx="3318840" cy="540"/>
          </a:xfrm>
          <a:prstGeom prst="line">
            <a:avLst/>
          </a:prstGeom>
          <a:ln w="863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13" name="Text 12"/>
          <p:cNvSpPr/>
          <p:nvPr/>
        </p:nvSpPr>
        <p:spPr>
          <a:xfrm>
            <a:off x="1385100" y="5445360"/>
            <a:ext cx="3332340" cy="1549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a:solidFill>
                  <a:srgbClr val="D5E4F1"/>
                </a:solidFill>
                <a:latin typeface="Aptos"/>
                <a:ea typeface="Aptos"/>
              </a:rPr>
              <a:t>Data + prediction monitoring; model-policy engine; validate and roll back.</a:t>
            </a:r>
            <a:endParaRPr lang="en-US" sz="1950">
              <a:solidFill>
                <a:srgbClr val="FFFFFF"/>
              </a:solidFill>
              <a:latin typeface="Arial"/>
            </a:endParaRPr>
          </a:p>
        </p:txBody>
      </p:sp>
      <p:sp>
        <p:nvSpPr>
          <p:cNvPr id="514" name="Text 13"/>
          <p:cNvSpPr/>
          <p:nvPr/>
        </p:nvSpPr>
        <p:spPr>
          <a:xfrm>
            <a:off x="1385100" y="7502760"/>
            <a:ext cx="331884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60">
                <a:solidFill>
                  <a:srgbClr val="F9BE4A"/>
                </a:solidFill>
                <a:latin typeface="Aptos"/>
                <a:ea typeface="Aptos"/>
              </a:rPr>
              <a:t>Repo: six-policy laboratory</a:t>
            </a:r>
            <a:endParaRPr lang="en-US" sz="1560">
              <a:solidFill>
                <a:srgbClr val="FFFFFF"/>
              </a:solidFill>
              <a:latin typeface="Arial"/>
            </a:endParaRPr>
          </a:p>
        </p:txBody>
      </p:sp>
      <p:sp>
        <p:nvSpPr>
          <p:cNvPr id="515" name="Shape 14"/>
          <p:cNvSpPr/>
          <p:nvPr/>
        </p:nvSpPr>
        <p:spPr>
          <a:xfrm>
            <a:off x="5349240" y="3442500"/>
            <a:ext cx="3977100" cy="4786560"/>
          </a:xfrm>
          <a:prstGeom prst="roundRect">
            <a:avLst>
              <a:gd name="adj" fmla="val 4483"/>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16" name="Shape 15"/>
          <p:cNvSpPr/>
          <p:nvPr/>
        </p:nvSpPr>
        <p:spPr>
          <a:xfrm>
            <a:off x="5568480" y="3812940"/>
            <a:ext cx="301320" cy="301320"/>
          </a:xfrm>
          <a:prstGeom prst="ellipse">
            <a:avLst/>
          </a:prstGeom>
          <a:solidFill>
            <a:srgbClr val="BC8BFF"/>
          </a:solidFill>
          <a:ln w="12700">
            <a:solidFill>
              <a:srgbClr val="BC8BFF"/>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517" name="Text 16"/>
          <p:cNvSpPr/>
          <p:nvPr/>
        </p:nvSpPr>
        <p:spPr>
          <a:xfrm>
            <a:off x="6007500" y="3703320"/>
            <a:ext cx="3140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055" b="1">
                <a:solidFill>
                  <a:srgbClr val="BC8BFF"/>
                </a:solidFill>
                <a:latin typeface="Aptos"/>
                <a:ea typeface="Aptos"/>
              </a:rPr>
              <a:t>RETAIN</a:t>
            </a:r>
            <a:endParaRPr lang="en-US" sz="2055">
              <a:solidFill>
                <a:srgbClr val="FFFFFF"/>
              </a:solidFill>
              <a:latin typeface="Arial"/>
            </a:endParaRPr>
          </a:p>
        </p:txBody>
      </p:sp>
      <p:sp>
        <p:nvSpPr>
          <p:cNvPr id="518" name="Text 17">
            <a:hlinkClick r:id="rId4"/>
          </p:cNvPr>
          <p:cNvSpPr/>
          <p:nvPr/>
        </p:nvSpPr>
        <p:spPr>
          <a:xfrm>
            <a:off x="5678640" y="4375620"/>
            <a:ext cx="33598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280" b="1" u="sng">
                <a:solidFill>
                  <a:srgbClr val="F0F6FF"/>
                </a:solidFill>
                <a:latin typeface="Aptos"/>
                <a:ea typeface="Aptos"/>
                <a:hlinkClick r:id="rId4"/>
              </a:rPr>
              <a:t>Wang et al. (2022)</a:t>
            </a:r>
            <a:endParaRPr lang="en-US" sz="2280">
              <a:solidFill>
                <a:srgbClr val="FFFFFF"/>
              </a:solidFill>
              <a:latin typeface="Arial"/>
            </a:endParaRPr>
          </a:p>
        </p:txBody>
      </p:sp>
      <p:sp>
        <p:nvSpPr>
          <p:cNvPr id="519" name="Shape 18"/>
          <p:cNvSpPr/>
          <p:nvPr/>
        </p:nvSpPr>
        <p:spPr>
          <a:xfrm>
            <a:off x="5678100" y="5115960"/>
            <a:ext cx="3319380" cy="540"/>
          </a:xfrm>
          <a:prstGeom prst="line">
            <a:avLst/>
          </a:prstGeom>
          <a:ln w="863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20" name="Text 19"/>
          <p:cNvSpPr/>
          <p:nvPr/>
        </p:nvSpPr>
        <p:spPr>
          <a:xfrm>
            <a:off x="5692140" y="5445360"/>
            <a:ext cx="3332340" cy="1549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a:solidFill>
                  <a:srgbClr val="D5E4F1"/>
                </a:solidFill>
                <a:latin typeface="Aptos"/>
                <a:ea typeface="Aptos"/>
              </a:rPr>
              <a:t>L2P / DualPrompt use lightweight prompts to address rehearsal-free CL.</a:t>
            </a:r>
            <a:endParaRPr lang="en-US" sz="1950">
              <a:solidFill>
                <a:srgbClr val="FFFFFF"/>
              </a:solidFill>
              <a:latin typeface="Arial"/>
            </a:endParaRPr>
          </a:p>
        </p:txBody>
      </p:sp>
      <p:sp>
        <p:nvSpPr>
          <p:cNvPr id="521" name="Text 20"/>
          <p:cNvSpPr/>
          <p:nvPr/>
        </p:nvSpPr>
        <p:spPr>
          <a:xfrm>
            <a:off x="5692140" y="7502760"/>
            <a:ext cx="331884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60">
                <a:solidFill>
                  <a:srgbClr val="F9BE4A"/>
                </a:solidFill>
                <a:latin typeface="Aptos"/>
                <a:ea typeface="Aptos"/>
              </a:rPr>
              <a:t>Conceptual comparator; not EEG result</a:t>
            </a:r>
            <a:endParaRPr lang="en-US" sz="1560">
              <a:solidFill>
                <a:srgbClr val="FFFFFF"/>
              </a:solidFill>
              <a:latin typeface="Arial"/>
            </a:endParaRPr>
          </a:p>
        </p:txBody>
      </p:sp>
      <p:sp>
        <p:nvSpPr>
          <p:cNvPr id="522" name="Shape 21"/>
          <p:cNvSpPr/>
          <p:nvPr/>
        </p:nvSpPr>
        <p:spPr>
          <a:xfrm>
            <a:off x="9656280" y="3442500"/>
            <a:ext cx="3977100" cy="4786560"/>
          </a:xfrm>
          <a:prstGeom prst="roundRect">
            <a:avLst>
              <a:gd name="adj" fmla="val 4483"/>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23" name="Shape 22"/>
          <p:cNvSpPr/>
          <p:nvPr/>
        </p:nvSpPr>
        <p:spPr>
          <a:xfrm>
            <a:off x="9875520" y="3812940"/>
            <a:ext cx="301320" cy="301320"/>
          </a:xfrm>
          <a:prstGeom prst="ellipse">
            <a:avLst/>
          </a:prstGeom>
          <a:solidFill>
            <a:srgbClr val="F9BE4A"/>
          </a:solidFill>
          <a:ln w="12700">
            <a:solidFill>
              <a:srgbClr val="F9BE4A"/>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524" name="Text 23"/>
          <p:cNvSpPr/>
          <p:nvPr/>
        </p:nvSpPr>
        <p:spPr>
          <a:xfrm>
            <a:off x="10314540" y="3703320"/>
            <a:ext cx="3140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055" b="1">
                <a:solidFill>
                  <a:srgbClr val="F9BE4A"/>
                </a:solidFill>
                <a:latin typeface="Aptos"/>
                <a:ea typeface="Aptos"/>
              </a:rPr>
              <a:t>EVALUATE</a:t>
            </a:r>
            <a:endParaRPr lang="en-US" sz="2055">
              <a:solidFill>
                <a:srgbClr val="FFFFFF"/>
              </a:solidFill>
              <a:latin typeface="Arial"/>
            </a:endParaRPr>
          </a:p>
        </p:txBody>
      </p:sp>
      <p:sp>
        <p:nvSpPr>
          <p:cNvPr id="525" name="Text 24">
            <a:hlinkClick r:id="rId5"/>
          </p:cNvPr>
          <p:cNvSpPr/>
          <p:nvPr/>
        </p:nvSpPr>
        <p:spPr>
          <a:xfrm>
            <a:off x="9985140" y="4375620"/>
            <a:ext cx="33598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280" b="1" u="sng">
                <a:solidFill>
                  <a:srgbClr val="F0F6FF"/>
                </a:solidFill>
                <a:latin typeface="Aptos"/>
                <a:ea typeface="Aptos"/>
                <a:hlinkClick r:id="rId5"/>
              </a:rPr>
              <a:t>Hurtado et al. (2023)</a:t>
            </a:r>
            <a:endParaRPr lang="en-US" sz="2280">
              <a:solidFill>
                <a:srgbClr val="FFFFFF"/>
              </a:solidFill>
              <a:latin typeface="Arial"/>
            </a:endParaRPr>
          </a:p>
        </p:txBody>
      </p:sp>
      <p:sp>
        <p:nvSpPr>
          <p:cNvPr id="526" name="Shape 25"/>
          <p:cNvSpPr/>
          <p:nvPr/>
        </p:nvSpPr>
        <p:spPr>
          <a:xfrm>
            <a:off x="9985140" y="5115960"/>
            <a:ext cx="3319380" cy="540"/>
          </a:xfrm>
          <a:prstGeom prst="line">
            <a:avLst/>
          </a:prstGeom>
          <a:ln w="863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27" name="Text 26"/>
          <p:cNvSpPr/>
          <p:nvPr/>
        </p:nvSpPr>
        <p:spPr>
          <a:xfrm>
            <a:off x="9999180" y="5445360"/>
            <a:ext cx="3332340" cy="1549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a:solidFill>
                  <a:srgbClr val="D5E4F1"/>
                </a:solidFill>
                <a:latin typeface="Aptos"/>
                <a:ea typeface="Aptos"/>
              </a:rPr>
              <a:t>Realistic PdM CL benchmarks and the cost of static-distribution assumptions.</a:t>
            </a:r>
            <a:endParaRPr lang="en-US" sz="1950">
              <a:solidFill>
                <a:srgbClr val="FFFFFF"/>
              </a:solidFill>
              <a:latin typeface="Arial"/>
            </a:endParaRPr>
          </a:p>
        </p:txBody>
      </p:sp>
      <p:sp>
        <p:nvSpPr>
          <p:cNvPr id="528" name="Text 27"/>
          <p:cNvSpPr/>
          <p:nvPr/>
        </p:nvSpPr>
        <p:spPr>
          <a:xfrm>
            <a:off x="9999180" y="7502760"/>
            <a:ext cx="331884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60">
                <a:solidFill>
                  <a:srgbClr val="F9BE4A"/>
                </a:solidFill>
                <a:latin typeface="Aptos"/>
                <a:ea typeface="Aptos"/>
              </a:rPr>
              <a:t>Cross-domain research motivation</a:t>
            </a:r>
            <a:endParaRPr lang="en-US" sz="1560">
              <a:solidFill>
                <a:srgbClr val="FFFFFF"/>
              </a:solidFill>
              <a:latin typeface="Arial"/>
            </a:endParaRPr>
          </a:p>
        </p:txBody>
      </p:sp>
      <p:sp>
        <p:nvSpPr>
          <p:cNvPr id="529" name="Shape 28"/>
          <p:cNvSpPr/>
          <p:nvPr/>
        </p:nvSpPr>
        <p:spPr>
          <a:xfrm>
            <a:off x="13962780" y="3442500"/>
            <a:ext cx="3977100" cy="4786560"/>
          </a:xfrm>
          <a:prstGeom prst="roundRect">
            <a:avLst>
              <a:gd name="adj" fmla="val 4483"/>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30" name="Shape 29"/>
          <p:cNvSpPr/>
          <p:nvPr/>
        </p:nvSpPr>
        <p:spPr>
          <a:xfrm>
            <a:off x="14182560" y="3812940"/>
            <a:ext cx="301320" cy="301320"/>
          </a:xfrm>
          <a:prstGeom prst="ellipse">
            <a:avLst/>
          </a:prstGeom>
          <a:solidFill>
            <a:srgbClr val="75D69A"/>
          </a:solidFill>
          <a:ln w="12700">
            <a:solidFill>
              <a:srgbClr val="75D69A"/>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531" name="Text 30"/>
          <p:cNvSpPr/>
          <p:nvPr/>
        </p:nvSpPr>
        <p:spPr>
          <a:xfrm>
            <a:off x="14621040" y="3703320"/>
            <a:ext cx="3140640" cy="397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055" b="1">
                <a:solidFill>
                  <a:srgbClr val="75D69A"/>
                </a:solidFill>
                <a:latin typeface="Aptos"/>
                <a:ea typeface="Aptos"/>
              </a:rPr>
              <a:t>DEPLOY</a:t>
            </a:r>
            <a:endParaRPr lang="en-US" sz="2055">
              <a:solidFill>
                <a:srgbClr val="FFFFFF"/>
              </a:solidFill>
              <a:latin typeface="Arial"/>
            </a:endParaRPr>
          </a:p>
        </p:txBody>
      </p:sp>
      <p:sp>
        <p:nvSpPr>
          <p:cNvPr id="532" name="Text 31">
            <a:hlinkClick r:id="rId6"/>
          </p:cNvPr>
          <p:cNvSpPr/>
          <p:nvPr/>
        </p:nvSpPr>
        <p:spPr>
          <a:xfrm>
            <a:off x="14292180" y="4375620"/>
            <a:ext cx="33598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280" b="1" u="sng">
                <a:solidFill>
                  <a:srgbClr val="F0F6FF"/>
                </a:solidFill>
                <a:latin typeface="Aptos"/>
                <a:ea typeface="Aptos"/>
                <a:hlinkClick r:id="rId6"/>
              </a:rPr>
              <a:t>Gupta et al. (2024)</a:t>
            </a:r>
            <a:endParaRPr lang="en-US" sz="2280">
              <a:solidFill>
                <a:srgbClr val="FFFFFF"/>
              </a:solidFill>
              <a:latin typeface="Arial"/>
            </a:endParaRPr>
          </a:p>
        </p:txBody>
      </p:sp>
      <p:sp>
        <p:nvSpPr>
          <p:cNvPr id="533" name="Shape 32"/>
          <p:cNvSpPr/>
          <p:nvPr/>
        </p:nvSpPr>
        <p:spPr>
          <a:xfrm>
            <a:off x="14291640" y="5115960"/>
            <a:ext cx="3319380" cy="540"/>
          </a:xfrm>
          <a:prstGeom prst="line">
            <a:avLst/>
          </a:prstGeom>
          <a:ln w="8636">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34" name="Text 33"/>
          <p:cNvSpPr/>
          <p:nvPr/>
        </p:nvSpPr>
        <p:spPr>
          <a:xfrm>
            <a:off x="14305680" y="5445360"/>
            <a:ext cx="3332340" cy="1549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a:solidFill>
                  <a:srgbClr val="D5E4F1"/>
                </a:solidFill>
                <a:latin typeface="Aptos"/>
                <a:ea typeface="Aptos"/>
              </a:rPr>
              <a:t>TWIN-ADAPT: continual anomaly-classifier updates in smart-lab digital twins.</a:t>
            </a:r>
            <a:endParaRPr lang="en-US" sz="1950">
              <a:solidFill>
                <a:srgbClr val="FFFFFF"/>
              </a:solidFill>
              <a:latin typeface="Arial"/>
            </a:endParaRPr>
          </a:p>
        </p:txBody>
      </p:sp>
      <p:sp>
        <p:nvSpPr>
          <p:cNvPr id="535" name="Text 34"/>
          <p:cNvSpPr/>
          <p:nvPr/>
        </p:nvSpPr>
        <p:spPr>
          <a:xfrm>
            <a:off x="14305680" y="7502760"/>
            <a:ext cx="331884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60">
                <a:solidFill>
                  <a:srgbClr val="F9BE4A"/>
                </a:solidFill>
                <a:latin typeface="Aptos"/>
                <a:ea typeface="Aptos"/>
              </a:rPr>
              <a:t>Industrial application direction</a:t>
            </a:r>
            <a:endParaRPr lang="en-US" sz="1560">
              <a:solidFill>
                <a:srgbClr val="FFFFFF"/>
              </a:solidFill>
              <a:latin typeface="Arial"/>
            </a:endParaRPr>
          </a:p>
        </p:txBody>
      </p:sp>
      <p:sp>
        <p:nvSpPr>
          <p:cNvPr id="536" name="Shape 35"/>
          <p:cNvSpPr/>
          <p:nvPr/>
        </p:nvSpPr>
        <p:spPr>
          <a:xfrm>
            <a:off x="1124820" y="8572500"/>
            <a:ext cx="16074720" cy="644220"/>
          </a:xfrm>
          <a:prstGeom prst="roundRect">
            <a:avLst>
              <a:gd name="adj" fmla="val 27660"/>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37" name="Text 36"/>
          <p:cNvSpPr/>
          <p:nvPr/>
        </p:nvSpPr>
        <p:spPr>
          <a:xfrm>
            <a:off x="1385100" y="8737200"/>
            <a:ext cx="1540242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1371600">
              <a:tabLst>
                <a:tab pos="0" algn="l"/>
              </a:tabLst>
            </a:pPr>
            <a:r>
              <a:rPr lang="en-US" sz="1695" b="1">
                <a:solidFill>
                  <a:srgbClr val="D5E4F1"/>
                </a:solidFill>
                <a:latin typeface="Aptos"/>
                <a:ea typeface="Aptos"/>
              </a:rPr>
              <a:t>PROPOSED NOVELTY TEST: Does an evidence- and cost-aware gate beat established update baselines at matched alarm budgets?</a:t>
            </a:r>
            <a:endParaRPr lang="en-US" sz="1695">
              <a:solidFill>
                <a:srgbClr val="FFFFFF"/>
              </a:solidFill>
              <a:latin typeface="Arial"/>
            </a:endParaRPr>
          </a:p>
        </p:txBody>
      </p:sp>
    </p:spTree>
    <p:extLst>
      <p:ext uri="{BB962C8B-B14F-4D97-AF65-F5344CB8AC3E}">
        <p14:creationId xmlns:p14="http://schemas.microsoft.com/office/powerpoint/2010/main" val="1715068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Text 0"/>
          <p:cNvSpPr/>
          <p:nvPr/>
        </p:nvSpPr>
        <p:spPr>
          <a:xfrm>
            <a:off x="960120" y="521100"/>
            <a:ext cx="161843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b="1" spc="195">
                <a:solidFill>
                  <a:srgbClr val="39D2C3"/>
                </a:solidFill>
                <a:latin typeface="Aptos"/>
                <a:ea typeface="Aptos"/>
              </a:rPr>
              <a:t>EVIDENCE LEDGER</a:t>
            </a:r>
            <a:endParaRPr lang="en-US">
              <a:solidFill>
                <a:srgbClr val="FFFFFF"/>
              </a:solidFill>
              <a:latin typeface="Arial"/>
            </a:endParaRPr>
          </a:p>
        </p:txBody>
      </p:sp>
      <p:sp>
        <p:nvSpPr>
          <p:cNvPr id="539" name="Text 1"/>
          <p:cNvSpPr/>
          <p:nvPr/>
        </p:nvSpPr>
        <p:spPr>
          <a:xfrm>
            <a:off x="960120" y="1083780"/>
            <a:ext cx="16321500" cy="877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4125" b="1">
                <a:solidFill>
                  <a:srgbClr val="F0F6FF"/>
                </a:solidFill>
                <a:latin typeface="Aptos"/>
                <a:ea typeface="Aptos"/>
              </a:rPr>
              <a:t>A visible boundary between work done and work proposed</a:t>
            </a:r>
            <a:endParaRPr lang="en-US" sz="4125">
              <a:solidFill>
                <a:srgbClr val="FFFFFF"/>
              </a:solidFill>
              <a:latin typeface="Arial"/>
            </a:endParaRPr>
          </a:p>
        </p:txBody>
      </p:sp>
      <p:sp>
        <p:nvSpPr>
          <p:cNvPr id="540" name="Text 2"/>
          <p:cNvSpPr/>
          <p:nvPr/>
        </p:nvSpPr>
        <p:spPr>
          <a:xfrm>
            <a:off x="1001160" y="1988820"/>
            <a:ext cx="159100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80">
                <a:solidFill>
                  <a:srgbClr val="9BB3C9"/>
                </a:solidFill>
                <a:latin typeface="Aptos"/>
                <a:ea typeface="Aptos"/>
              </a:rPr>
              <a:t>Evidence status from the 19 October Notion audit and latest connected GitHub commit history.</a:t>
            </a:r>
            <a:endParaRPr lang="en-US" sz="1980">
              <a:solidFill>
                <a:srgbClr val="FFFFFF"/>
              </a:solidFill>
              <a:latin typeface="Arial"/>
            </a:endParaRPr>
          </a:p>
        </p:txBody>
      </p:sp>
      <p:sp>
        <p:nvSpPr>
          <p:cNvPr id="541" name="Shape 3"/>
          <p:cNvSpPr/>
          <p:nvPr/>
        </p:nvSpPr>
        <p:spPr>
          <a:xfrm>
            <a:off x="960120" y="2688120"/>
            <a:ext cx="16322040" cy="540"/>
          </a:xfrm>
          <a:prstGeom prst="line">
            <a:avLst/>
          </a:prstGeom>
          <a:ln w="13335">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42" name="Shape 4"/>
          <p:cNvSpPr/>
          <p:nvPr/>
        </p:nvSpPr>
        <p:spPr>
          <a:xfrm>
            <a:off x="960120" y="9669780"/>
            <a:ext cx="16322040" cy="540"/>
          </a:xfrm>
          <a:prstGeom prst="line">
            <a:avLst/>
          </a:prstGeom>
          <a:ln w="508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43" name="Text 5"/>
          <p:cNvSpPr/>
          <p:nvPr/>
        </p:nvSpPr>
        <p:spPr>
          <a:xfrm>
            <a:off x="1001160" y="9745380"/>
            <a:ext cx="1371546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275" spc="98">
                <a:solidFill>
                  <a:srgbClr val="7192AA"/>
                </a:solidFill>
                <a:latin typeface="Aptos"/>
                <a:ea typeface="Aptos"/>
              </a:rPr>
              <a:t>ULSTER PHD  /  LITERATURE → IMPLEMENTATION → EVIDENCE</a:t>
            </a:r>
            <a:endParaRPr lang="en-US" sz="1275">
              <a:solidFill>
                <a:srgbClr val="FFFFFF"/>
              </a:solidFill>
              <a:latin typeface="Arial"/>
            </a:endParaRPr>
          </a:p>
        </p:txBody>
      </p:sp>
      <p:sp>
        <p:nvSpPr>
          <p:cNvPr id="544" name="Text 6"/>
          <p:cNvSpPr/>
          <p:nvPr/>
        </p:nvSpPr>
        <p:spPr>
          <a:xfrm>
            <a:off x="16555320" y="9717840"/>
            <a:ext cx="6442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350">
                <a:solidFill>
                  <a:srgbClr val="7192AA"/>
                </a:solidFill>
                <a:latin typeface="Aptos"/>
                <a:ea typeface="Aptos"/>
              </a:rPr>
              <a:t>08</a:t>
            </a:r>
            <a:endParaRPr lang="en-US" sz="1350">
              <a:solidFill>
                <a:srgbClr val="FFFFFF"/>
              </a:solidFill>
              <a:latin typeface="Arial"/>
            </a:endParaRPr>
          </a:p>
        </p:txBody>
      </p:sp>
      <p:sp>
        <p:nvSpPr>
          <p:cNvPr id="545" name="Shape 7"/>
          <p:cNvSpPr/>
          <p:nvPr/>
        </p:nvSpPr>
        <p:spPr>
          <a:xfrm>
            <a:off x="1028700" y="3086100"/>
            <a:ext cx="5472360" cy="5952420"/>
          </a:xfrm>
          <a:prstGeom prst="roundRect">
            <a:avLst>
              <a:gd name="adj" fmla="val 3258"/>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46" name="Shape 8"/>
          <p:cNvSpPr/>
          <p:nvPr/>
        </p:nvSpPr>
        <p:spPr>
          <a:xfrm>
            <a:off x="1303020" y="3895020"/>
            <a:ext cx="4869180" cy="540"/>
          </a:xfrm>
          <a:prstGeom prst="line">
            <a:avLst/>
          </a:prstGeom>
          <a:ln w="25400">
            <a:solidFill>
              <a:srgbClr val="75D69A"/>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47" name="Text 9"/>
          <p:cNvSpPr/>
          <p:nvPr/>
        </p:nvSpPr>
        <p:spPr>
          <a:xfrm>
            <a:off x="1316520" y="3415500"/>
            <a:ext cx="48686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b="1">
                <a:solidFill>
                  <a:srgbClr val="75D69A"/>
                </a:solidFill>
                <a:latin typeface="Aptos"/>
                <a:ea typeface="Aptos"/>
              </a:rPr>
              <a:t>IMPLEMENTED / AUDITABLE</a:t>
            </a:r>
            <a:endParaRPr lang="en-US" sz="1950">
              <a:solidFill>
                <a:srgbClr val="FFFFFF"/>
              </a:solidFill>
              <a:latin typeface="Arial"/>
            </a:endParaRPr>
          </a:p>
        </p:txBody>
      </p:sp>
      <p:sp>
        <p:nvSpPr>
          <p:cNvPr id="548" name="Shape 10"/>
          <p:cNvSpPr/>
          <p:nvPr/>
        </p:nvSpPr>
        <p:spPr>
          <a:xfrm>
            <a:off x="1442880" y="4295700"/>
            <a:ext cx="131220" cy="131220"/>
          </a:xfrm>
          <a:prstGeom prst="ellipse">
            <a:avLst/>
          </a:prstGeom>
          <a:solidFill>
            <a:srgbClr val="75D69A"/>
          </a:solidFill>
          <a:ln w="12700">
            <a:solidFill>
              <a:srgbClr val="75D69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49" name="Text 11"/>
          <p:cNvSpPr/>
          <p:nvPr/>
        </p:nvSpPr>
        <p:spPr>
          <a:xfrm>
            <a:off x="1728000" y="414234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EEG representation</a:t>
            </a:r>
            <a:endParaRPr lang="en-US" sz="1710">
              <a:solidFill>
                <a:srgbClr val="FFFFFF"/>
              </a:solidFill>
              <a:latin typeface="Arial"/>
            </a:endParaRPr>
          </a:p>
        </p:txBody>
      </p:sp>
      <p:sp>
        <p:nvSpPr>
          <p:cNvPr id="550" name="Text 12"/>
          <p:cNvSpPr/>
          <p:nvPr/>
        </p:nvSpPr>
        <p:spPr>
          <a:xfrm>
            <a:off x="1728000" y="451278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Trial-aligned 2A/2B, FBCSP / PCA</a:t>
            </a:r>
            <a:endParaRPr lang="en-US" sz="1575">
              <a:solidFill>
                <a:srgbClr val="FFFFFF"/>
              </a:solidFill>
              <a:latin typeface="Arial"/>
            </a:endParaRPr>
          </a:p>
        </p:txBody>
      </p:sp>
      <p:sp>
        <p:nvSpPr>
          <p:cNvPr id="551" name="Shape 13"/>
          <p:cNvSpPr/>
          <p:nvPr/>
        </p:nvSpPr>
        <p:spPr>
          <a:xfrm>
            <a:off x="1442880" y="5475600"/>
            <a:ext cx="131220" cy="131220"/>
          </a:xfrm>
          <a:prstGeom prst="ellipse">
            <a:avLst/>
          </a:prstGeom>
          <a:solidFill>
            <a:srgbClr val="75D69A"/>
          </a:solidFill>
          <a:ln w="12700">
            <a:solidFill>
              <a:srgbClr val="75D69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52" name="Text 14"/>
          <p:cNvSpPr/>
          <p:nvPr/>
        </p:nvSpPr>
        <p:spPr>
          <a:xfrm>
            <a:off x="1728000" y="53217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CSE baseline</a:t>
            </a:r>
            <a:endParaRPr lang="en-US" sz="1710">
              <a:solidFill>
                <a:srgbClr val="FFFFFF"/>
              </a:solidFill>
              <a:latin typeface="Arial"/>
            </a:endParaRPr>
          </a:p>
        </p:txBody>
      </p:sp>
      <p:sp>
        <p:nvSpPr>
          <p:cNvPr id="553" name="Text 15"/>
          <p:cNvSpPr/>
          <p:nvPr/>
        </p:nvSpPr>
        <p:spPr>
          <a:xfrm>
            <a:off x="1728000" y="569214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EWMA warnings + Hotelling variants</a:t>
            </a:r>
            <a:endParaRPr lang="en-US" sz="1575">
              <a:solidFill>
                <a:srgbClr val="FFFFFF"/>
              </a:solidFill>
              <a:latin typeface="Arial"/>
            </a:endParaRPr>
          </a:p>
        </p:txBody>
      </p:sp>
      <p:sp>
        <p:nvSpPr>
          <p:cNvPr id="554" name="Shape 16"/>
          <p:cNvSpPr/>
          <p:nvPr/>
        </p:nvSpPr>
        <p:spPr>
          <a:xfrm>
            <a:off x="1442880" y="6654960"/>
            <a:ext cx="131220" cy="131220"/>
          </a:xfrm>
          <a:prstGeom prst="ellipse">
            <a:avLst/>
          </a:prstGeom>
          <a:solidFill>
            <a:srgbClr val="75D69A"/>
          </a:solidFill>
          <a:ln w="12700">
            <a:solidFill>
              <a:srgbClr val="75D69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55" name="Text 17"/>
          <p:cNvSpPr/>
          <p:nvPr/>
        </p:nvSpPr>
        <p:spPr>
          <a:xfrm>
            <a:off x="1728000" y="65016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Monitoring extensions</a:t>
            </a:r>
            <a:endParaRPr lang="en-US" sz="1710">
              <a:solidFill>
                <a:srgbClr val="FFFFFF"/>
              </a:solidFill>
              <a:latin typeface="Arial"/>
            </a:endParaRPr>
          </a:p>
        </p:txBody>
      </p:sp>
      <p:sp>
        <p:nvSpPr>
          <p:cNvPr id="556" name="Text 18"/>
          <p:cNvSpPr/>
          <p:nvPr/>
        </p:nvSpPr>
        <p:spPr>
          <a:xfrm>
            <a:off x="1728000" y="68715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PCA score/residual; Park mean CUSUM</a:t>
            </a:r>
            <a:endParaRPr lang="en-US" sz="1575">
              <a:solidFill>
                <a:srgbClr val="FFFFFF"/>
              </a:solidFill>
              <a:latin typeface="Arial"/>
            </a:endParaRPr>
          </a:p>
        </p:txBody>
      </p:sp>
      <p:sp>
        <p:nvSpPr>
          <p:cNvPr id="557" name="Shape 19"/>
          <p:cNvSpPr/>
          <p:nvPr/>
        </p:nvSpPr>
        <p:spPr>
          <a:xfrm>
            <a:off x="1442880" y="7834320"/>
            <a:ext cx="131220" cy="131220"/>
          </a:xfrm>
          <a:prstGeom prst="ellipse">
            <a:avLst/>
          </a:prstGeom>
          <a:solidFill>
            <a:srgbClr val="75D69A"/>
          </a:solidFill>
          <a:ln w="12700">
            <a:solidFill>
              <a:srgbClr val="75D69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58" name="Text 20"/>
          <p:cNvSpPr/>
          <p:nvPr/>
        </p:nvSpPr>
        <p:spPr>
          <a:xfrm>
            <a:off x="1728000" y="768096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Research infrastructure</a:t>
            </a:r>
            <a:endParaRPr lang="en-US" sz="1710">
              <a:solidFill>
                <a:srgbClr val="FFFFFF"/>
              </a:solidFill>
              <a:latin typeface="Arial"/>
            </a:endParaRPr>
          </a:p>
        </p:txBody>
      </p:sp>
      <p:sp>
        <p:nvSpPr>
          <p:cNvPr id="559" name="Text 21"/>
          <p:cNvSpPr/>
          <p:nvPr/>
        </p:nvSpPr>
        <p:spPr>
          <a:xfrm>
            <a:off x="1728000" y="80514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CLI, tests, saved outputs, pages</a:t>
            </a:r>
            <a:endParaRPr lang="en-US" sz="1575">
              <a:solidFill>
                <a:srgbClr val="FFFFFF"/>
              </a:solidFill>
              <a:latin typeface="Arial"/>
            </a:endParaRPr>
          </a:p>
        </p:txBody>
      </p:sp>
      <p:sp>
        <p:nvSpPr>
          <p:cNvPr id="560" name="Shape 22"/>
          <p:cNvSpPr/>
          <p:nvPr/>
        </p:nvSpPr>
        <p:spPr>
          <a:xfrm>
            <a:off x="6789420" y="3086100"/>
            <a:ext cx="5472360" cy="5952420"/>
          </a:xfrm>
          <a:prstGeom prst="roundRect">
            <a:avLst>
              <a:gd name="adj" fmla="val 3258"/>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61" name="Shape 23"/>
          <p:cNvSpPr/>
          <p:nvPr/>
        </p:nvSpPr>
        <p:spPr>
          <a:xfrm>
            <a:off x="7063740" y="3895020"/>
            <a:ext cx="4869180" cy="540"/>
          </a:xfrm>
          <a:prstGeom prst="line">
            <a:avLst/>
          </a:prstGeom>
          <a:ln w="25400">
            <a:solidFill>
              <a:srgbClr val="F9BE4A"/>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62" name="Text 24"/>
          <p:cNvSpPr/>
          <p:nvPr/>
        </p:nvSpPr>
        <p:spPr>
          <a:xfrm>
            <a:off x="7077240" y="3415500"/>
            <a:ext cx="48686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b="1">
                <a:solidFill>
                  <a:srgbClr val="F9BE4A"/>
                </a:solidFill>
                <a:latin typeface="Aptos"/>
                <a:ea typeface="Aptos"/>
              </a:rPr>
              <a:t>EXPLORATORY EVIDENCE</a:t>
            </a:r>
            <a:endParaRPr lang="en-US" sz="1950">
              <a:solidFill>
                <a:srgbClr val="FFFFFF"/>
              </a:solidFill>
              <a:latin typeface="Arial"/>
            </a:endParaRPr>
          </a:p>
        </p:txBody>
      </p:sp>
      <p:sp>
        <p:nvSpPr>
          <p:cNvPr id="563" name="Shape 25"/>
          <p:cNvSpPr/>
          <p:nvPr/>
        </p:nvSpPr>
        <p:spPr>
          <a:xfrm>
            <a:off x="7203600" y="4295700"/>
            <a:ext cx="131220" cy="131220"/>
          </a:xfrm>
          <a:prstGeom prst="ellipse">
            <a:avLst/>
          </a:prstGeom>
          <a:solidFill>
            <a:srgbClr val="F9BE4A"/>
          </a:solidFill>
          <a:ln w="12700">
            <a:solidFill>
              <a:srgbClr val="F9BE4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64" name="Text 26"/>
          <p:cNvSpPr/>
          <p:nvPr/>
        </p:nvSpPr>
        <p:spPr>
          <a:xfrm>
            <a:off x="7488720" y="414234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CPSS paired pilot</a:t>
            </a:r>
            <a:endParaRPr lang="en-US" sz="1710">
              <a:solidFill>
                <a:srgbClr val="FFFFFF"/>
              </a:solidFill>
              <a:latin typeface="Arial"/>
            </a:endParaRPr>
          </a:p>
        </p:txBody>
      </p:sp>
      <p:sp>
        <p:nvSpPr>
          <p:cNvPr id="565" name="Text 27"/>
          <p:cNvSpPr/>
          <p:nvPr/>
        </p:nvSpPr>
        <p:spPr>
          <a:xfrm>
            <a:off x="7488720" y="451278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24 seeds per stationary/shift case</a:t>
            </a:r>
            <a:endParaRPr lang="en-US" sz="1575">
              <a:solidFill>
                <a:srgbClr val="FFFFFF"/>
              </a:solidFill>
              <a:latin typeface="Arial"/>
            </a:endParaRPr>
          </a:p>
        </p:txBody>
      </p:sp>
      <p:sp>
        <p:nvSpPr>
          <p:cNvPr id="566" name="Shape 28"/>
          <p:cNvSpPr/>
          <p:nvPr/>
        </p:nvSpPr>
        <p:spPr>
          <a:xfrm>
            <a:off x="7203600" y="5475600"/>
            <a:ext cx="131220" cy="131220"/>
          </a:xfrm>
          <a:prstGeom prst="ellipse">
            <a:avLst/>
          </a:prstGeom>
          <a:solidFill>
            <a:srgbClr val="F9BE4A"/>
          </a:solidFill>
          <a:ln w="12700">
            <a:solidFill>
              <a:srgbClr val="F9BE4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67" name="Text 29"/>
          <p:cNvSpPr/>
          <p:nvPr/>
        </p:nvSpPr>
        <p:spPr>
          <a:xfrm>
            <a:off x="7488720" y="53217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Weak mean shift</a:t>
            </a:r>
            <a:endParaRPr lang="en-US" sz="1710">
              <a:solidFill>
                <a:srgbClr val="FFFFFF"/>
              </a:solidFill>
              <a:latin typeface="Arial"/>
            </a:endParaRPr>
          </a:p>
        </p:txBody>
      </p:sp>
      <p:sp>
        <p:nvSpPr>
          <p:cNvPr id="568" name="Text 30"/>
          <p:cNvSpPr/>
          <p:nvPr/>
        </p:nvSpPr>
        <p:spPr>
          <a:xfrm>
            <a:off x="7488720" y="569214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6/24 Park vs 11/24 CPSS alarms</a:t>
            </a:r>
            <a:endParaRPr lang="en-US" sz="1575">
              <a:solidFill>
                <a:srgbClr val="FFFFFF"/>
              </a:solidFill>
              <a:latin typeface="Arial"/>
            </a:endParaRPr>
          </a:p>
        </p:txBody>
      </p:sp>
      <p:sp>
        <p:nvSpPr>
          <p:cNvPr id="569" name="Shape 31"/>
          <p:cNvSpPr/>
          <p:nvPr/>
        </p:nvSpPr>
        <p:spPr>
          <a:xfrm>
            <a:off x="7203600" y="6654960"/>
            <a:ext cx="131220" cy="131220"/>
          </a:xfrm>
          <a:prstGeom prst="ellipse">
            <a:avLst/>
          </a:prstGeom>
          <a:solidFill>
            <a:srgbClr val="F9BE4A"/>
          </a:solidFill>
          <a:ln w="12700">
            <a:solidFill>
              <a:srgbClr val="F9BE4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70" name="Text 32"/>
          <p:cNvSpPr/>
          <p:nvPr/>
        </p:nvSpPr>
        <p:spPr>
          <a:xfrm>
            <a:off x="7488720" y="65016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False alarms</a:t>
            </a:r>
            <a:endParaRPr lang="en-US" sz="1710">
              <a:solidFill>
                <a:srgbClr val="FFFFFF"/>
              </a:solidFill>
              <a:latin typeface="Arial"/>
            </a:endParaRPr>
          </a:p>
        </p:txBody>
      </p:sp>
      <p:sp>
        <p:nvSpPr>
          <p:cNvPr id="571" name="Text 33"/>
          <p:cNvSpPr/>
          <p:nvPr/>
        </p:nvSpPr>
        <p:spPr>
          <a:xfrm>
            <a:off x="7488720" y="68715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0/24 Park vs 1/24 CPSS stationary</a:t>
            </a:r>
            <a:endParaRPr lang="en-US" sz="1575">
              <a:solidFill>
                <a:srgbClr val="FFFFFF"/>
              </a:solidFill>
              <a:latin typeface="Arial"/>
            </a:endParaRPr>
          </a:p>
        </p:txBody>
      </p:sp>
      <p:sp>
        <p:nvSpPr>
          <p:cNvPr id="572" name="Shape 34"/>
          <p:cNvSpPr/>
          <p:nvPr/>
        </p:nvSpPr>
        <p:spPr>
          <a:xfrm>
            <a:off x="7203600" y="7834320"/>
            <a:ext cx="131220" cy="131220"/>
          </a:xfrm>
          <a:prstGeom prst="ellipse">
            <a:avLst/>
          </a:prstGeom>
          <a:solidFill>
            <a:srgbClr val="F9BE4A"/>
          </a:solidFill>
          <a:ln w="12700">
            <a:solidFill>
              <a:srgbClr val="F9BE4A"/>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73" name="Text 35"/>
          <p:cNvSpPr/>
          <p:nvPr/>
        </p:nvSpPr>
        <p:spPr>
          <a:xfrm>
            <a:off x="7488720" y="768096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Not inferential</a:t>
            </a:r>
            <a:endParaRPr lang="en-US" sz="1710">
              <a:solidFill>
                <a:srgbClr val="FFFFFF"/>
              </a:solidFill>
              <a:latin typeface="Arial"/>
            </a:endParaRPr>
          </a:p>
        </p:txBody>
      </p:sp>
      <p:sp>
        <p:nvSpPr>
          <p:cNvPr id="574" name="Text 36"/>
          <p:cNvSpPr/>
          <p:nvPr/>
        </p:nvSpPr>
        <p:spPr>
          <a:xfrm>
            <a:off x="7488720" y="80514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Null calibration threshold = 0</a:t>
            </a:r>
            <a:endParaRPr lang="en-US" sz="1575">
              <a:solidFill>
                <a:srgbClr val="FFFFFF"/>
              </a:solidFill>
              <a:latin typeface="Arial"/>
            </a:endParaRPr>
          </a:p>
        </p:txBody>
      </p:sp>
      <p:sp>
        <p:nvSpPr>
          <p:cNvPr id="575" name="Shape 37"/>
          <p:cNvSpPr/>
          <p:nvPr/>
        </p:nvSpPr>
        <p:spPr>
          <a:xfrm>
            <a:off x="12550140" y="3086100"/>
            <a:ext cx="5472360" cy="5952420"/>
          </a:xfrm>
          <a:prstGeom prst="roundRect">
            <a:avLst>
              <a:gd name="adj" fmla="val 3258"/>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76" name="Shape 38"/>
          <p:cNvSpPr/>
          <p:nvPr/>
        </p:nvSpPr>
        <p:spPr>
          <a:xfrm>
            <a:off x="12824460" y="3895020"/>
            <a:ext cx="4869180" cy="540"/>
          </a:xfrm>
          <a:prstGeom prst="line">
            <a:avLst/>
          </a:prstGeom>
          <a:ln w="25400">
            <a:solidFill>
              <a:srgbClr val="FF858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77" name="Text 39"/>
          <p:cNvSpPr/>
          <p:nvPr/>
        </p:nvSpPr>
        <p:spPr>
          <a:xfrm>
            <a:off x="12837960" y="3415500"/>
            <a:ext cx="486864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50" b="1">
                <a:solidFill>
                  <a:srgbClr val="FF858C"/>
                </a:solidFill>
                <a:latin typeface="Aptos"/>
                <a:ea typeface="Aptos"/>
              </a:rPr>
              <a:t>NOT YET ESTABLISHED</a:t>
            </a:r>
            <a:endParaRPr lang="en-US" sz="1950">
              <a:solidFill>
                <a:srgbClr val="FFFFFF"/>
              </a:solidFill>
              <a:latin typeface="Arial"/>
            </a:endParaRPr>
          </a:p>
        </p:txBody>
      </p:sp>
      <p:sp>
        <p:nvSpPr>
          <p:cNvPr id="578" name="Shape 40"/>
          <p:cNvSpPr/>
          <p:nvPr/>
        </p:nvSpPr>
        <p:spPr>
          <a:xfrm>
            <a:off x="12964320" y="4295700"/>
            <a:ext cx="131220" cy="131220"/>
          </a:xfrm>
          <a:prstGeom prst="ellipse">
            <a:avLst/>
          </a:prstGeom>
          <a:solidFill>
            <a:srgbClr val="FF858C"/>
          </a:solidFill>
          <a:ln w="12700">
            <a:solidFill>
              <a:srgbClr val="FF858C"/>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79" name="Text 41"/>
          <p:cNvSpPr/>
          <p:nvPr/>
        </p:nvSpPr>
        <p:spPr>
          <a:xfrm>
            <a:off x="13249440" y="414234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Published Raza counts</a:t>
            </a:r>
            <a:endParaRPr lang="en-US" sz="1710">
              <a:solidFill>
                <a:srgbClr val="FFFFFF"/>
              </a:solidFill>
              <a:latin typeface="Arial"/>
            </a:endParaRPr>
          </a:p>
        </p:txBody>
      </p:sp>
      <p:sp>
        <p:nvSpPr>
          <p:cNvPr id="580" name="Text 42"/>
          <p:cNvSpPr/>
          <p:nvPr/>
        </p:nvSpPr>
        <p:spPr>
          <a:xfrm>
            <a:off x="13249440" y="451278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2A/2B discrepancies unreconciled</a:t>
            </a:r>
            <a:endParaRPr lang="en-US" sz="1575">
              <a:solidFill>
                <a:srgbClr val="FFFFFF"/>
              </a:solidFill>
              <a:latin typeface="Arial"/>
            </a:endParaRPr>
          </a:p>
        </p:txBody>
      </p:sp>
      <p:sp>
        <p:nvSpPr>
          <p:cNvPr id="581" name="Shape 43"/>
          <p:cNvSpPr/>
          <p:nvPr/>
        </p:nvSpPr>
        <p:spPr>
          <a:xfrm>
            <a:off x="12964320" y="5475600"/>
            <a:ext cx="131220" cy="131220"/>
          </a:xfrm>
          <a:prstGeom prst="ellipse">
            <a:avLst/>
          </a:prstGeom>
          <a:solidFill>
            <a:srgbClr val="FF858C"/>
          </a:solidFill>
          <a:ln w="12700">
            <a:solidFill>
              <a:srgbClr val="FF858C"/>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82" name="Text 44"/>
          <p:cNvSpPr/>
          <p:nvPr/>
        </p:nvSpPr>
        <p:spPr>
          <a:xfrm>
            <a:off x="13249440" y="53217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Park second order</a:t>
            </a:r>
            <a:endParaRPr lang="en-US" sz="1710">
              <a:solidFill>
                <a:srgbClr val="FFFFFF"/>
              </a:solidFill>
              <a:latin typeface="Arial"/>
            </a:endParaRPr>
          </a:p>
        </p:txBody>
      </p:sp>
      <p:sp>
        <p:nvSpPr>
          <p:cNvPr id="583" name="Text 45"/>
          <p:cNvSpPr/>
          <p:nvPr/>
        </p:nvSpPr>
        <p:spPr>
          <a:xfrm>
            <a:off x="13249440" y="569214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Wavelet spectral / dynamic PCA future</a:t>
            </a:r>
            <a:endParaRPr lang="en-US" sz="1575">
              <a:solidFill>
                <a:srgbClr val="FFFFFF"/>
              </a:solidFill>
              <a:latin typeface="Arial"/>
            </a:endParaRPr>
          </a:p>
        </p:txBody>
      </p:sp>
      <p:sp>
        <p:nvSpPr>
          <p:cNvPr id="584" name="Shape 46"/>
          <p:cNvSpPr/>
          <p:nvPr/>
        </p:nvSpPr>
        <p:spPr>
          <a:xfrm>
            <a:off x="12964320" y="6654960"/>
            <a:ext cx="131220" cy="131220"/>
          </a:xfrm>
          <a:prstGeom prst="ellipse">
            <a:avLst/>
          </a:prstGeom>
          <a:solidFill>
            <a:srgbClr val="FF858C"/>
          </a:solidFill>
          <a:ln w="12700">
            <a:solidFill>
              <a:srgbClr val="FF858C"/>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85" name="Text 47"/>
          <p:cNvSpPr/>
          <p:nvPr/>
        </p:nvSpPr>
        <p:spPr>
          <a:xfrm>
            <a:off x="13249440" y="650160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Full CSE–UAEL</a:t>
            </a:r>
            <a:endParaRPr lang="en-US" sz="1710">
              <a:solidFill>
                <a:srgbClr val="FFFFFF"/>
              </a:solidFill>
              <a:latin typeface="Arial"/>
            </a:endParaRPr>
          </a:p>
        </p:txBody>
      </p:sp>
      <p:sp>
        <p:nvSpPr>
          <p:cNvPr id="586" name="Text 48"/>
          <p:cNvSpPr/>
          <p:nvPr/>
        </p:nvSpPr>
        <p:spPr>
          <a:xfrm>
            <a:off x="13249440" y="68715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Original adaptive ensemble not reproduced</a:t>
            </a:r>
            <a:endParaRPr lang="en-US" sz="1575">
              <a:solidFill>
                <a:srgbClr val="FFFFFF"/>
              </a:solidFill>
              <a:latin typeface="Arial"/>
            </a:endParaRPr>
          </a:p>
        </p:txBody>
      </p:sp>
      <p:sp>
        <p:nvSpPr>
          <p:cNvPr id="587" name="Shape 49"/>
          <p:cNvSpPr/>
          <p:nvPr/>
        </p:nvSpPr>
        <p:spPr>
          <a:xfrm>
            <a:off x="12964320" y="7834320"/>
            <a:ext cx="131220" cy="131220"/>
          </a:xfrm>
          <a:prstGeom prst="ellipse">
            <a:avLst/>
          </a:prstGeom>
          <a:solidFill>
            <a:srgbClr val="FF858C"/>
          </a:solidFill>
          <a:ln w="12700">
            <a:solidFill>
              <a:srgbClr val="FF858C"/>
            </a:solidFill>
            <a:round/>
          </a:ln>
        </p:spPr>
        <p:style>
          <a:lnRef idx="0">
            <a:scrgbClr r="0" g="0" b="0"/>
          </a:lnRef>
          <a:fillRef idx="0">
            <a:scrgbClr r="0" g="0" b="0"/>
          </a:fillRef>
          <a:effectRef idx="0">
            <a:scrgbClr r="0" g="0" b="0"/>
          </a:effectRef>
          <a:fontRef idx="minor"/>
        </p:style>
        <p:txBody>
          <a:bodyPr lIns="135000" tIns="25920" rIns="135000" bIns="25920" anchor="t">
            <a:noAutofit/>
          </a:bodyPr>
          <a:lstStyle/>
          <a:p>
            <a:endParaRPr lang="en-US" sz="2700">
              <a:solidFill>
                <a:srgbClr val="000000"/>
              </a:solidFill>
              <a:latin typeface="Arial"/>
            </a:endParaRPr>
          </a:p>
        </p:txBody>
      </p:sp>
      <p:sp>
        <p:nvSpPr>
          <p:cNvPr id="588" name="Text 50"/>
          <p:cNvSpPr/>
          <p:nvPr/>
        </p:nvSpPr>
        <p:spPr>
          <a:xfrm>
            <a:off x="13249440" y="7680960"/>
            <a:ext cx="4388580" cy="3148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10" b="1">
                <a:solidFill>
                  <a:srgbClr val="F0F6FF"/>
                </a:solidFill>
                <a:latin typeface="Aptos"/>
                <a:ea typeface="Aptos"/>
              </a:rPr>
              <a:t>CL/industrial claims</a:t>
            </a:r>
            <a:endParaRPr lang="en-US" sz="1710">
              <a:solidFill>
                <a:srgbClr val="FFFFFF"/>
              </a:solidFill>
              <a:latin typeface="Arial"/>
            </a:endParaRPr>
          </a:p>
        </p:txBody>
      </p:sp>
      <p:sp>
        <p:nvSpPr>
          <p:cNvPr id="589" name="Text 51"/>
          <p:cNvSpPr/>
          <p:nvPr/>
        </p:nvSpPr>
        <p:spPr>
          <a:xfrm>
            <a:off x="13249440" y="8051400"/>
            <a:ext cx="4388580" cy="520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575">
                <a:solidFill>
                  <a:srgbClr val="9BB3C9"/>
                </a:solidFill>
                <a:latin typeface="Aptos"/>
                <a:ea typeface="Aptos"/>
              </a:rPr>
              <a:t>No demonstrated forgetting/cost benefit</a:t>
            </a:r>
            <a:endParaRPr lang="en-US" sz="1575">
              <a:solidFill>
                <a:srgbClr val="FFFFFF"/>
              </a:solidFill>
              <a:latin typeface="Arial"/>
            </a:endParaRPr>
          </a:p>
        </p:txBody>
      </p:sp>
    </p:spTree>
    <p:extLst>
      <p:ext uri="{BB962C8B-B14F-4D97-AF65-F5344CB8AC3E}">
        <p14:creationId xmlns:p14="http://schemas.microsoft.com/office/powerpoint/2010/main" val="3905643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Text 0"/>
          <p:cNvSpPr/>
          <p:nvPr/>
        </p:nvSpPr>
        <p:spPr>
          <a:xfrm>
            <a:off x="960120" y="521100"/>
            <a:ext cx="161843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b="1" spc="195">
                <a:solidFill>
                  <a:srgbClr val="39D2C3"/>
                </a:solidFill>
                <a:latin typeface="Aptos"/>
                <a:ea typeface="Aptos"/>
              </a:rPr>
              <a:t>PILOT EVIDENCE</a:t>
            </a:r>
            <a:endParaRPr lang="en-US">
              <a:solidFill>
                <a:srgbClr val="FFFFFF"/>
              </a:solidFill>
              <a:latin typeface="Arial"/>
            </a:endParaRPr>
          </a:p>
        </p:txBody>
      </p:sp>
      <p:sp>
        <p:nvSpPr>
          <p:cNvPr id="592" name="Text 1"/>
          <p:cNvSpPr/>
          <p:nvPr/>
        </p:nvSpPr>
        <p:spPr>
          <a:xfrm>
            <a:off x="960120" y="1083780"/>
            <a:ext cx="16321500" cy="8775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4125" b="1">
                <a:solidFill>
                  <a:srgbClr val="F0F6FF"/>
                </a:solidFill>
                <a:latin typeface="Aptos"/>
                <a:ea typeface="Aptos"/>
              </a:rPr>
              <a:t>Park binary rule versus proposed CPSS</a:t>
            </a:r>
            <a:endParaRPr lang="en-US" sz="4125">
              <a:solidFill>
                <a:srgbClr val="FFFFFF"/>
              </a:solidFill>
              <a:latin typeface="Arial"/>
            </a:endParaRPr>
          </a:p>
        </p:txBody>
      </p:sp>
      <p:sp>
        <p:nvSpPr>
          <p:cNvPr id="593" name="Text 2"/>
          <p:cNvSpPr/>
          <p:nvPr/>
        </p:nvSpPr>
        <p:spPr>
          <a:xfrm>
            <a:off x="1001160" y="1988820"/>
            <a:ext cx="1591002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980">
                <a:solidFill>
                  <a:srgbClr val="9BB3C9"/>
                </a:solidFill>
                <a:latin typeface="Aptos"/>
                <a:ea typeface="Aptos"/>
              </a:rPr>
              <a:t>Archived exploratory synthetic AR(1) benchmark · 18 Oct 2026 · 24 held-out evaluation seeds per scenario.</a:t>
            </a:r>
            <a:endParaRPr lang="en-US" sz="1980">
              <a:solidFill>
                <a:srgbClr val="FFFFFF"/>
              </a:solidFill>
              <a:latin typeface="Arial"/>
            </a:endParaRPr>
          </a:p>
        </p:txBody>
      </p:sp>
      <p:sp>
        <p:nvSpPr>
          <p:cNvPr id="594" name="Shape 3"/>
          <p:cNvSpPr/>
          <p:nvPr/>
        </p:nvSpPr>
        <p:spPr>
          <a:xfrm>
            <a:off x="960120" y="2688120"/>
            <a:ext cx="16322040" cy="540"/>
          </a:xfrm>
          <a:prstGeom prst="line">
            <a:avLst/>
          </a:prstGeom>
          <a:ln w="13335">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95" name="Shape 4"/>
          <p:cNvSpPr/>
          <p:nvPr/>
        </p:nvSpPr>
        <p:spPr>
          <a:xfrm>
            <a:off x="960120" y="9669780"/>
            <a:ext cx="16322040" cy="540"/>
          </a:xfrm>
          <a:prstGeom prst="line">
            <a:avLst/>
          </a:prstGeom>
          <a:ln w="5080">
            <a:solidFill>
              <a:srgbClr val="28465C"/>
            </a:solidFill>
            <a:round/>
          </a:ln>
        </p:spPr>
        <p:style>
          <a:lnRef idx="0">
            <a:scrgbClr r="0" g="0" b="0"/>
          </a:lnRef>
          <a:fillRef idx="0">
            <a:scrgbClr r="0" g="0" b="0"/>
          </a:fillRef>
          <a:effectRef idx="0">
            <a:scrgbClr r="0" g="0" b="0"/>
          </a:effectRef>
          <a:fontRef idx="minor"/>
        </p:style>
        <p:txBody>
          <a:bodyPr lIns="135000" tIns="-66960" rIns="135000" bIns="-66960" anchor="t" anchorCtr="1">
            <a:noAutofit/>
          </a:bodyPr>
          <a:lstStyle/>
          <a:p>
            <a:endParaRPr lang="en-US" sz="2700">
              <a:solidFill>
                <a:srgbClr val="FFFFFF"/>
              </a:solidFill>
              <a:latin typeface="Arial"/>
            </a:endParaRPr>
          </a:p>
        </p:txBody>
      </p:sp>
      <p:sp>
        <p:nvSpPr>
          <p:cNvPr id="596" name="Text 5"/>
          <p:cNvSpPr/>
          <p:nvPr/>
        </p:nvSpPr>
        <p:spPr>
          <a:xfrm>
            <a:off x="1001160" y="9745380"/>
            <a:ext cx="13715460" cy="2737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275" spc="98">
                <a:solidFill>
                  <a:srgbClr val="7192AA"/>
                </a:solidFill>
                <a:latin typeface="Aptos"/>
                <a:ea typeface="Aptos"/>
              </a:rPr>
              <a:t>ULSTER PHD  /  LITERATURE → IMPLEMENTATION → EVIDENCE</a:t>
            </a:r>
            <a:endParaRPr lang="en-US" sz="1275">
              <a:solidFill>
                <a:srgbClr val="FFFFFF"/>
              </a:solidFill>
              <a:latin typeface="Arial"/>
            </a:endParaRPr>
          </a:p>
        </p:txBody>
      </p:sp>
      <p:sp>
        <p:nvSpPr>
          <p:cNvPr id="597" name="Text 6"/>
          <p:cNvSpPr/>
          <p:nvPr/>
        </p:nvSpPr>
        <p:spPr>
          <a:xfrm>
            <a:off x="16555320" y="9717840"/>
            <a:ext cx="644220" cy="30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350">
                <a:solidFill>
                  <a:srgbClr val="7192AA"/>
                </a:solidFill>
                <a:latin typeface="Aptos"/>
                <a:ea typeface="Aptos"/>
              </a:rPr>
              <a:t>09</a:t>
            </a:r>
            <a:endParaRPr lang="en-US" sz="1350">
              <a:solidFill>
                <a:srgbClr val="FFFFFF"/>
              </a:solidFill>
              <a:latin typeface="Arial"/>
            </a:endParaRPr>
          </a:p>
        </p:txBody>
      </p:sp>
      <p:sp>
        <p:nvSpPr>
          <p:cNvPr id="598" name="Shape 7"/>
          <p:cNvSpPr/>
          <p:nvPr/>
        </p:nvSpPr>
        <p:spPr>
          <a:xfrm>
            <a:off x="1083780" y="3195720"/>
            <a:ext cx="8091900" cy="4649400"/>
          </a:xfrm>
          <a:prstGeom prst="roundRect">
            <a:avLst>
              <a:gd name="adj" fmla="val 3835"/>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599" name="Text 8"/>
          <p:cNvSpPr/>
          <p:nvPr/>
        </p:nvSpPr>
        <p:spPr>
          <a:xfrm>
            <a:off x="1426680" y="3538620"/>
            <a:ext cx="7365060" cy="4930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625" b="1">
                <a:solidFill>
                  <a:srgbClr val="F0F6FF"/>
                </a:solidFill>
                <a:latin typeface="Aptos"/>
                <a:ea typeface="Aptos"/>
              </a:rPr>
              <a:t>Standard mean shift 2.0</a:t>
            </a:r>
            <a:endParaRPr lang="en-US" sz="2625">
              <a:solidFill>
                <a:srgbClr val="FFFFFF"/>
              </a:solidFill>
              <a:latin typeface="Arial"/>
            </a:endParaRPr>
          </a:p>
        </p:txBody>
      </p:sp>
      <p:sp>
        <p:nvSpPr>
          <p:cNvPr id="600" name="Text 9"/>
          <p:cNvSpPr/>
          <p:nvPr/>
        </p:nvSpPr>
        <p:spPr>
          <a:xfrm>
            <a:off x="1440180" y="4114800"/>
            <a:ext cx="7268940" cy="355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9BB3C9"/>
                </a:solidFill>
                <a:latin typeface="Aptos"/>
                <a:ea typeface="Aptos"/>
              </a:rPr>
              <a:t>Mean-change detections out of 24</a:t>
            </a:r>
            <a:endParaRPr lang="en-US" sz="1695">
              <a:solidFill>
                <a:srgbClr val="FFFFFF"/>
              </a:solidFill>
              <a:latin typeface="Arial"/>
            </a:endParaRPr>
          </a:p>
        </p:txBody>
      </p:sp>
      <p:sp>
        <p:nvSpPr>
          <p:cNvPr id="601" name="Text 10"/>
          <p:cNvSpPr/>
          <p:nvPr/>
        </p:nvSpPr>
        <p:spPr>
          <a:xfrm>
            <a:off x="1399140" y="4828140"/>
            <a:ext cx="135756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65">
                <a:solidFill>
                  <a:srgbClr val="D5E4F1"/>
                </a:solidFill>
                <a:latin typeface="Aptos"/>
                <a:ea typeface="Aptos"/>
              </a:rPr>
              <a:t>Park binary</a:t>
            </a:r>
            <a:endParaRPr lang="en-US" sz="1665">
              <a:solidFill>
                <a:srgbClr val="FFFFFF"/>
              </a:solidFill>
              <a:latin typeface="Arial"/>
            </a:endParaRPr>
          </a:p>
        </p:txBody>
      </p:sp>
      <p:sp>
        <p:nvSpPr>
          <p:cNvPr id="602" name="Shape 11"/>
          <p:cNvSpPr/>
          <p:nvPr/>
        </p:nvSpPr>
        <p:spPr>
          <a:xfrm>
            <a:off x="2907900" y="4828140"/>
            <a:ext cx="4923720" cy="507060"/>
          </a:xfrm>
          <a:prstGeom prst="roundRect">
            <a:avLst>
              <a:gd name="adj" fmla="val 35135"/>
            </a:avLst>
          </a:prstGeom>
          <a:solidFill>
            <a:srgbClr val="17354C"/>
          </a:solidFill>
          <a:ln w="8890">
            <a:solidFill>
              <a:srgbClr val="17354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03" name="Shape 12"/>
          <p:cNvSpPr/>
          <p:nvPr/>
        </p:nvSpPr>
        <p:spPr>
          <a:xfrm>
            <a:off x="2907900" y="4828140"/>
            <a:ext cx="4923720" cy="507060"/>
          </a:xfrm>
          <a:prstGeom prst="roundRect">
            <a:avLst>
              <a:gd name="adj" fmla="val 35135"/>
            </a:avLst>
          </a:prstGeom>
          <a:solidFill>
            <a:srgbClr val="65A7FF"/>
          </a:solidFill>
          <a:ln w="8890">
            <a:solidFill>
              <a:srgbClr val="65A7FF"/>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604" name="Text 13"/>
          <p:cNvSpPr/>
          <p:nvPr/>
        </p:nvSpPr>
        <p:spPr>
          <a:xfrm>
            <a:off x="8037360" y="4876200"/>
            <a:ext cx="808920" cy="369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965" b="1">
                <a:solidFill>
                  <a:srgbClr val="65A7FF"/>
                </a:solidFill>
                <a:latin typeface="Aptos"/>
                <a:ea typeface="Aptos"/>
              </a:rPr>
              <a:t>24/24</a:t>
            </a:r>
            <a:endParaRPr lang="en-US" sz="1965">
              <a:solidFill>
                <a:srgbClr val="FFFFFF"/>
              </a:solidFill>
              <a:latin typeface="Arial"/>
            </a:endParaRPr>
          </a:p>
        </p:txBody>
      </p:sp>
      <p:sp>
        <p:nvSpPr>
          <p:cNvPr id="605" name="Text 14"/>
          <p:cNvSpPr/>
          <p:nvPr/>
        </p:nvSpPr>
        <p:spPr>
          <a:xfrm>
            <a:off x="1399140" y="6103620"/>
            <a:ext cx="135756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65">
                <a:solidFill>
                  <a:srgbClr val="D5E4F1"/>
                </a:solidFill>
                <a:latin typeface="Aptos"/>
                <a:ea typeface="Aptos"/>
              </a:rPr>
              <a:t>CPSS</a:t>
            </a:r>
            <a:endParaRPr lang="en-US" sz="1665">
              <a:solidFill>
                <a:srgbClr val="FFFFFF"/>
              </a:solidFill>
              <a:latin typeface="Arial"/>
            </a:endParaRPr>
          </a:p>
        </p:txBody>
      </p:sp>
      <p:sp>
        <p:nvSpPr>
          <p:cNvPr id="606" name="Shape 15"/>
          <p:cNvSpPr/>
          <p:nvPr/>
        </p:nvSpPr>
        <p:spPr>
          <a:xfrm>
            <a:off x="2907900" y="6103620"/>
            <a:ext cx="4923720" cy="507060"/>
          </a:xfrm>
          <a:prstGeom prst="roundRect">
            <a:avLst>
              <a:gd name="adj" fmla="val 35135"/>
            </a:avLst>
          </a:prstGeom>
          <a:solidFill>
            <a:srgbClr val="17354C"/>
          </a:solidFill>
          <a:ln w="8890">
            <a:solidFill>
              <a:srgbClr val="17354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07" name="Shape 16"/>
          <p:cNvSpPr/>
          <p:nvPr/>
        </p:nvSpPr>
        <p:spPr>
          <a:xfrm>
            <a:off x="2907900" y="6103620"/>
            <a:ext cx="4923720" cy="507060"/>
          </a:xfrm>
          <a:prstGeom prst="roundRect">
            <a:avLst>
              <a:gd name="adj" fmla="val 35135"/>
            </a:avLst>
          </a:prstGeom>
          <a:solidFill>
            <a:srgbClr val="39D2C3"/>
          </a:solidFill>
          <a:ln w="889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608" name="Text 17"/>
          <p:cNvSpPr/>
          <p:nvPr/>
        </p:nvSpPr>
        <p:spPr>
          <a:xfrm>
            <a:off x="8037360" y="6151680"/>
            <a:ext cx="808920" cy="369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965" b="1">
                <a:solidFill>
                  <a:srgbClr val="39D2C3"/>
                </a:solidFill>
                <a:latin typeface="Aptos"/>
                <a:ea typeface="Aptos"/>
              </a:rPr>
              <a:t>24/24</a:t>
            </a:r>
            <a:endParaRPr lang="en-US" sz="1965">
              <a:solidFill>
                <a:srgbClr val="FFFFFF"/>
              </a:solidFill>
              <a:latin typeface="Arial"/>
            </a:endParaRPr>
          </a:p>
        </p:txBody>
      </p:sp>
      <p:sp>
        <p:nvSpPr>
          <p:cNvPr id="609" name="Shape 18"/>
          <p:cNvSpPr/>
          <p:nvPr/>
        </p:nvSpPr>
        <p:spPr>
          <a:xfrm>
            <a:off x="9656280" y="3195720"/>
            <a:ext cx="8091900" cy="4649400"/>
          </a:xfrm>
          <a:prstGeom prst="roundRect">
            <a:avLst>
              <a:gd name="adj" fmla="val 3835"/>
            </a:avLst>
          </a:prstGeom>
          <a:solidFill>
            <a:srgbClr val="0C2032"/>
          </a:solidFill>
          <a:ln w="8890">
            <a:solidFill>
              <a:srgbClr val="28465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10" name="Text 19"/>
          <p:cNvSpPr/>
          <p:nvPr/>
        </p:nvSpPr>
        <p:spPr>
          <a:xfrm>
            <a:off x="9999180" y="3538620"/>
            <a:ext cx="7365060" cy="4930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2625" b="1">
                <a:solidFill>
                  <a:srgbClr val="F0F6FF"/>
                </a:solidFill>
                <a:latin typeface="Aptos"/>
                <a:ea typeface="Aptos"/>
              </a:rPr>
              <a:t>Weak mean shift 0.65</a:t>
            </a:r>
            <a:endParaRPr lang="en-US" sz="2625">
              <a:solidFill>
                <a:srgbClr val="FFFFFF"/>
              </a:solidFill>
              <a:latin typeface="Arial"/>
            </a:endParaRPr>
          </a:p>
        </p:txBody>
      </p:sp>
      <p:sp>
        <p:nvSpPr>
          <p:cNvPr id="611" name="Text 20"/>
          <p:cNvSpPr/>
          <p:nvPr/>
        </p:nvSpPr>
        <p:spPr>
          <a:xfrm>
            <a:off x="10012680" y="4114800"/>
            <a:ext cx="7268940" cy="3558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95">
                <a:solidFill>
                  <a:srgbClr val="9BB3C9"/>
                </a:solidFill>
                <a:latin typeface="Aptos"/>
                <a:ea typeface="Aptos"/>
              </a:rPr>
              <a:t>Mean-change detections out of 24</a:t>
            </a:r>
            <a:endParaRPr lang="en-US" sz="1695">
              <a:solidFill>
                <a:srgbClr val="FFFFFF"/>
              </a:solidFill>
              <a:latin typeface="Arial"/>
            </a:endParaRPr>
          </a:p>
        </p:txBody>
      </p:sp>
      <p:sp>
        <p:nvSpPr>
          <p:cNvPr id="612" name="Text 21"/>
          <p:cNvSpPr/>
          <p:nvPr/>
        </p:nvSpPr>
        <p:spPr>
          <a:xfrm>
            <a:off x="9971640" y="4828140"/>
            <a:ext cx="135756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65">
                <a:solidFill>
                  <a:srgbClr val="D5E4F1"/>
                </a:solidFill>
                <a:latin typeface="Aptos"/>
                <a:ea typeface="Aptos"/>
              </a:rPr>
              <a:t>Park binary</a:t>
            </a:r>
            <a:endParaRPr lang="en-US" sz="1665">
              <a:solidFill>
                <a:srgbClr val="FFFFFF"/>
              </a:solidFill>
              <a:latin typeface="Arial"/>
            </a:endParaRPr>
          </a:p>
        </p:txBody>
      </p:sp>
      <p:sp>
        <p:nvSpPr>
          <p:cNvPr id="613" name="Shape 22"/>
          <p:cNvSpPr/>
          <p:nvPr/>
        </p:nvSpPr>
        <p:spPr>
          <a:xfrm>
            <a:off x="11480400" y="4828140"/>
            <a:ext cx="4923720" cy="507060"/>
          </a:xfrm>
          <a:prstGeom prst="roundRect">
            <a:avLst>
              <a:gd name="adj" fmla="val 35135"/>
            </a:avLst>
          </a:prstGeom>
          <a:solidFill>
            <a:srgbClr val="17354C"/>
          </a:solidFill>
          <a:ln w="8890">
            <a:solidFill>
              <a:srgbClr val="17354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14" name="Shape 23"/>
          <p:cNvSpPr/>
          <p:nvPr/>
        </p:nvSpPr>
        <p:spPr>
          <a:xfrm>
            <a:off x="11480400" y="4828140"/>
            <a:ext cx="1230660" cy="507060"/>
          </a:xfrm>
          <a:prstGeom prst="roundRect">
            <a:avLst>
              <a:gd name="adj" fmla="val 35135"/>
            </a:avLst>
          </a:prstGeom>
          <a:solidFill>
            <a:srgbClr val="65A7FF"/>
          </a:solidFill>
          <a:ln w="8890">
            <a:solidFill>
              <a:srgbClr val="65A7FF"/>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615" name="Text 24"/>
          <p:cNvSpPr/>
          <p:nvPr/>
        </p:nvSpPr>
        <p:spPr>
          <a:xfrm>
            <a:off x="16609860" y="4876200"/>
            <a:ext cx="808920" cy="369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965" b="1">
                <a:solidFill>
                  <a:srgbClr val="65A7FF"/>
                </a:solidFill>
                <a:latin typeface="Aptos"/>
                <a:ea typeface="Aptos"/>
              </a:rPr>
              <a:t>6/24</a:t>
            </a:r>
            <a:endParaRPr lang="en-US" sz="1965">
              <a:solidFill>
                <a:srgbClr val="FFFFFF"/>
              </a:solidFill>
              <a:latin typeface="Arial"/>
            </a:endParaRPr>
          </a:p>
        </p:txBody>
      </p:sp>
      <p:sp>
        <p:nvSpPr>
          <p:cNvPr id="616" name="Text 25"/>
          <p:cNvSpPr/>
          <p:nvPr/>
        </p:nvSpPr>
        <p:spPr>
          <a:xfrm>
            <a:off x="9971640" y="6103620"/>
            <a:ext cx="135756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665">
                <a:solidFill>
                  <a:srgbClr val="D5E4F1"/>
                </a:solidFill>
                <a:latin typeface="Aptos"/>
                <a:ea typeface="Aptos"/>
              </a:rPr>
              <a:t>CPSS</a:t>
            </a:r>
            <a:endParaRPr lang="en-US" sz="1665">
              <a:solidFill>
                <a:srgbClr val="FFFFFF"/>
              </a:solidFill>
              <a:latin typeface="Arial"/>
            </a:endParaRPr>
          </a:p>
        </p:txBody>
      </p:sp>
      <p:sp>
        <p:nvSpPr>
          <p:cNvPr id="617" name="Shape 26"/>
          <p:cNvSpPr/>
          <p:nvPr/>
        </p:nvSpPr>
        <p:spPr>
          <a:xfrm>
            <a:off x="11480400" y="6103620"/>
            <a:ext cx="4923720" cy="507060"/>
          </a:xfrm>
          <a:prstGeom prst="roundRect">
            <a:avLst>
              <a:gd name="adj" fmla="val 35135"/>
            </a:avLst>
          </a:prstGeom>
          <a:solidFill>
            <a:srgbClr val="17354C"/>
          </a:solidFill>
          <a:ln w="8890">
            <a:solidFill>
              <a:srgbClr val="17354C"/>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18" name="Shape 27"/>
          <p:cNvSpPr/>
          <p:nvPr/>
        </p:nvSpPr>
        <p:spPr>
          <a:xfrm>
            <a:off x="11480400" y="6103620"/>
            <a:ext cx="2256120" cy="507060"/>
          </a:xfrm>
          <a:prstGeom prst="roundRect">
            <a:avLst>
              <a:gd name="adj" fmla="val 35135"/>
            </a:avLst>
          </a:prstGeom>
          <a:solidFill>
            <a:srgbClr val="39D2C3"/>
          </a:solidFill>
          <a:ln w="8890">
            <a:solidFill>
              <a:srgbClr val="39D2C3"/>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000000"/>
              </a:solidFill>
              <a:latin typeface="Arial"/>
            </a:endParaRPr>
          </a:p>
        </p:txBody>
      </p:sp>
      <p:sp>
        <p:nvSpPr>
          <p:cNvPr id="619" name="Text 28"/>
          <p:cNvSpPr/>
          <p:nvPr/>
        </p:nvSpPr>
        <p:spPr>
          <a:xfrm>
            <a:off x="16609860" y="6151680"/>
            <a:ext cx="808920" cy="369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r" defTabSz="1371600">
              <a:tabLst>
                <a:tab pos="0" algn="l"/>
              </a:tabLst>
            </a:pPr>
            <a:r>
              <a:rPr lang="en-US" sz="1965" b="1">
                <a:solidFill>
                  <a:srgbClr val="39D2C3"/>
                </a:solidFill>
                <a:latin typeface="Aptos"/>
                <a:ea typeface="Aptos"/>
              </a:rPr>
              <a:t>11/24</a:t>
            </a:r>
            <a:endParaRPr lang="en-US" sz="1965">
              <a:solidFill>
                <a:srgbClr val="FFFFFF"/>
              </a:solidFill>
              <a:latin typeface="Arial"/>
            </a:endParaRPr>
          </a:p>
        </p:txBody>
      </p:sp>
      <p:sp>
        <p:nvSpPr>
          <p:cNvPr id="620" name="Shape 29"/>
          <p:cNvSpPr/>
          <p:nvPr/>
        </p:nvSpPr>
        <p:spPr>
          <a:xfrm>
            <a:off x="1138320" y="8119980"/>
            <a:ext cx="16033680" cy="959580"/>
          </a:xfrm>
          <a:prstGeom prst="roundRect">
            <a:avLst>
              <a:gd name="adj" fmla="val 18571"/>
            </a:avLst>
          </a:prstGeom>
          <a:solidFill>
            <a:srgbClr val="10293C"/>
          </a:solidFill>
          <a:ln w="13970">
            <a:solidFill>
              <a:srgbClr val="F9BE4A"/>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endParaRPr lang="en-US" sz="2700">
              <a:solidFill>
                <a:srgbClr val="FFFFFF"/>
              </a:solidFill>
              <a:latin typeface="Arial"/>
            </a:endParaRPr>
          </a:p>
        </p:txBody>
      </p:sp>
      <p:sp>
        <p:nvSpPr>
          <p:cNvPr id="621" name="Text 30"/>
          <p:cNvSpPr/>
          <p:nvPr/>
        </p:nvSpPr>
        <p:spPr>
          <a:xfrm>
            <a:off x="1399140" y="8298180"/>
            <a:ext cx="1700460" cy="34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25" b="1">
                <a:solidFill>
                  <a:srgbClr val="F9BE4A"/>
                </a:solidFill>
                <a:latin typeface="Aptos"/>
                <a:ea typeface="Aptos"/>
              </a:rPr>
              <a:t>KEY LIMITATION</a:t>
            </a:r>
            <a:endParaRPr lang="en-US" sz="1725">
              <a:solidFill>
                <a:srgbClr val="FFFFFF"/>
              </a:solidFill>
              <a:latin typeface="Arial"/>
            </a:endParaRPr>
          </a:p>
        </p:txBody>
      </p:sp>
      <p:sp>
        <p:nvSpPr>
          <p:cNvPr id="622" name="Text 31"/>
          <p:cNvSpPr/>
          <p:nvPr/>
        </p:nvSpPr>
        <p:spPr>
          <a:xfrm>
            <a:off x="3278340" y="8257140"/>
            <a:ext cx="13276440" cy="6031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740">
                <a:solidFill>
                  <a:srgbClr val="D5E4F1"/>
                </a:solidFill>
                <a:latin typeface="Aptos"/>
                <a:ea typeface="Aptos"/>
              </a:rPr>
              <a:t>CPSS stationary alarms 1/24 vs 0/24; 12/12 null calibration scores were zero. The weak-shift gain is not proof of improved discrimination at matched FPR.</a:t>
            </a:r>
            <a:endParaRPr lang="en-US" sz="1740">
              <a:solidFill>
                <a:srgbClr val="FFFFFF"/>
              </a:solidFill>
              <a:latin typeface="Arial"/>
            </a:endParaRPr>
          </a:p>
        </p:txBody>
      </p:sp>
      <p:sp>
        <p:nvSpPr>
          <p:cNvPr id="623" name="Text 32">
            <a:hlinkClick r:id="rId3"/>
          </p:cNvPr>
          <p:cNvSpPr/>
          <p:nvPr/>
        </p:nvSpPr>
        <p:spPr>
          <a:xfrm>
            <a:off x="1138320" y="9299340"/>
            <a:ext cx="16184340" cy="260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1371600">
              <a:tabLst>
                <a:tab pos="0" algn="l"/>
              </a:tabLst>
            </a:pPr>
            <a:r>
              <a:rPr lang="en-US" sz="1425" u="sng">
                <a:solidFill>
                  <a:srgbClr val="7192AA"/>
                </a:solidFill>
                <a:latin typeface="Aptos"/>
                <a:ea typeface="Aptos"/>
                <a:hlinkClick r:id="rId3"/>
              </a:rPr>
              <a:t>Source: docs/park_cpss_benchmark.md  ·  outputs/park_cpss/local_standard_01 &amp; local_weak_01</a:t>
            </a:r>
            <a:endParaRPr lang="en-US" sz="1425">
              <a:solidFill>
                <a:srgbClr val="FFFFFF"/>
              </a:solidFill>
              <a:latin typeface="Arial"/>
            </a:endParaRPr>
          </a:p>
        </p:txBody>
      </p:sp>
    </p:spTree>
    <p:extLst>
      <p:ext uri="{BB962C8B-B14F-4D97-AF65-F5344CB8AC3E}">
        <p14:creationId xmlns:p14="http://schemas.microsoft.com/office/powerpoint/2010/main" val="3489999299"/>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9F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155448"/>
          </a:xfrm>
          <a:prstGeom prst="rect">
            <a:avLst/>
          </a:prstGeom>
          <a:solidFill>
            <a:srgbClr val="14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47472"/>
            <a:ext cx="17373600" cy="438912"/>
          </a:xfrm>
          <a:prstGeom prst="rect">
            <a:avLst/>
          </a:prstGeom>
          <a:noFill/>
        </p:spPr>
        <p:txBody>
          <a:bodyPr wrap="square" tIns="25400" lIns="38100" bIns="12700">
            <a:spAutoFit/>
          </a:bodyPr>
          <a:lstStyle/>
          <a:p>
            <a:r>
              <a:rPr sz="2500" b="1">
                <a:solidFill>
                  <a:srgbClr val="133751"/>
                </a:solidFill>
                <a:latin typeface="Aptos"/>
              </a:rPr>
              <a:t>WP1 — INITIAL ASSESSMENT CHECKPOINT</a:t>
            </a:r>
          </a:p>
        </p:txBody>
      </p:sp>
      <p:sp>
        <p:nvSpPr>
          <p:cNvPr id="5" name="TextBox 4"/>
          <p:cNvSpPr txBox="1"/>
          <p:nvPr/>
        </p:nvSpPr>
        <p:spPr>
          <a:xfrm>
            <a:off x="530352" y="822960"/>
            <a:ext cx="17373600" cy="429768"/>
          </a:xfrm>
          <a:prstGeom prst="rect">
            <a:avLst/>
          </a:prstGeom>
          <a:noFill/>
        </p:spPr>
        <p:txBody>
          <a:bodyPr wrap="square" tIns="25400" lIns="38100" bIns="12700">
            <a:spAutoFit/>
          </a:bodyPr>
          <a:lstStyle/>
          <a:p>
            <a:r>
              <a:rPr sz="1200" b="0">
                <a:solidFill>
                  <a:srgbClr val="4B5F70"/>
                </a:solidFill>
                <a:latin typeface="Aptos"/>
              </a:rPr>
              <a:t>24 October 2026 | Theoretical Formulation &amp; Architecture Definition (Months 1–3)</a:t>
            </a:r>
          </a:p>
        </p:txBody>
      </p:sp>
      <p:sp>
        <p:nvSpPr>
          <p:cNvPr id="6" name="Rectangle 5"/>
          <p:cNvSpPr/>
          <p:nvPr/>
        </p:nvSpPr>
        <p:spPr>
          <a:xfrm>
            <a:off x="457200" y="1490472"/>
            <a:ext cx="17373600" cy="1605686"/>
          </a:xfrm>
          <a:prstGeom prst="rect">
            <a:avLst/>
          </a:prstGeom>
          <a:solidFill>
            <a:srgbClr val="EC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93776" y="1636776"/>
            <a:ext cx="50292" cy="1313078"/>
          </a:xfrm>
          <a:prstGeom prst="rect">
            <a:avLst/>
          </a:prstGeom>
          <a:solidFill>
            <a:srgbClr val="147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63624"/>
            <a:ext cx="2331720" cy="1514246"/>
          </a:xfrm>
          <a:prstGeom prst="rect">
            <a:avLst/>
          </a:prstGeom>
          <a:noFill/>
        </p:spPr>
        <p:txBody>
          <a:bodyPr wrap="square" tIns="25400" lIns="38100" bIns="12700">
            <a:spAutoFit/>
          </a:bodyPr>
          <a:lstStyle/>
          <a:p>
            <a:r>
              <a:rPr sz="1300" b="1">
                <a:solidFill>
                  <a:srgbClr val="1C2D44"/>
                </a:solidFill>
                <a:latin typeface="Aptos"/>
              </a:rPr>
              <a:t>FORMULATION</a:t>
            </a:r>
          </a:p>
        </p:txBody>
      </p:sp>
      <p:sp>
        <p:nvSpPr>
          <p:cNvPr id="9" name="TextBox 8"/>
          <p:cNvSpPr txBox="1"/>
          <p:nvPr/>
        </p:nvSpPr>
        <p:spPr>
          <a:xfrm>
            <a:off x="2880360" y="1563624"/>
            <a:ext cx="2148840" cy="1514246"/>
          </a:xfrm>
          <a:prstGeom prst="rect">
            <a:avLst/>
          </a:prstGeom>
          <a:noFill/>
        </p:spPr>
        <p:txBody>
          <a:bodyPr wrap="square" tIns="25400" lIns="38100" bIns="12700">
            <a:spAutoFit/>
          </a:bodyPr>
          <a:lstStyle/>
          <a:p>
            <a:r>
              <a:rPr sz="1200" b="1">
                <a:solidFill>
                  <a:srgbClr val="146E78"/>
                </a:solidFill>
                <a:latin typeface="Aptos"/>
              </a:rPr>
              <a:t>Substantial foundation</a:t>
            </a:r>
          </a:p>
        </p:txBody>
      </p:sp>
      <p:sp>
        <p:nvSpPr>
          <p:cNvPr id="10" name="TextBox 9"/>
          <p:cNvSpPr txBox="1"/>
          <p:nvPr/>
        </p:nvSpPr>
        <p:spPr>
          <a:xfrm>
            <a:off x="4983480" y="1554480"/>
            <a:ext cx="12710160" cy="1495958"/>
          </a:xfrm>
          <a:prstGeom prst="rect">
            <a:avLst/>
          </a:prstGeom>
          <a:noFill/>
        </p:spPr>
        <p:txBody>
          <a:bodyPr wrap="square" tIns="25400" lIns="38100" bIns="12700">
            <a:spAutoFit/>
          </a:bodyPr>
          <a:lstStyle/>
          <a:p>
            <a:r>
              <a:rPr sz="1200" b="0">
                <a:solidFill>
                  <a:srgbClr val="1C2D44"/>
                </a:solidFill>
                <a:latin typeface="Aptos"/>
              </a:rPr>
              <a:t>Covariate vs concept drift; EWMA, Hotelling, Park and ABCD maths.</a:t>
            </a:r>
          </a:p>
        </p:txBody>
      </p:sp>
      <p:sp>
        <p:nvSpPr>
          <p:cNvPr id="11" name="Rectangle 10"/>
          <p:cNvSpPr/>
          <p:nvPr/>
        </p:nvSpPr>
        <p:spPr>
          <a:xfrm>
            <a:off x="493776" y="3242462"/>
            <a:ext cx="50292" cy="1313078"/>
          </a:xfrm>
          <a:prstGeom prst="rect">
            <a:avLst/>
          </a:prstGeom>
          <a:solidFill>
            <a:srgbClr val="147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69310"/>
            <a:ext cx="2331720" cy="1514246"/>
          </a:xfrm>
          <a:prstGeom prst="rect">
            <a:avLst/>
          </a:prstGeom>
          <a:noFill/>
        </p:spPr>
        <p:txBody>
          <a:bodyPr wrap="square" tIns="25400" lIns="38100" bIns="12700">
            <a:spAutoFit/>
          </a:bodyPr>
          <a:lstStyle/>
          <a:p>
            <a:r>
              <a:rPr sz="1300" b="1">
                <a:solidFill>
                  <a:srgbClr val="1C2D44"/>
                </a:solidFill>
                <a:latin typeface="Aptos"/>
              </a:rPr>
              <a:t>STABILITY–PLASTICITY</a:t>
            </a:r>
          </a:p>
        </p:txBody>
      </p:sp>
      <p:sp>
        <p:nvSpPr>
          <p:cNvPr id="13" name="TextBox 12"/>
          <p:cNvSpPr txBox="1"/>
          <p:nvPr/>
        </p:nvSpPr>
        <p:spPr>
          <a:xfrm>
            <a:off x="2880360" y="3169310"/>
            <a:ext cx="2148840" cy="1514246"/>
          </a:xfrm>
          <a:prstGeom prst="rect">
            <a:avLst/>
          </a:prstGeom>
          <a:noFill/>
        </p:spPr>
        <p:txBody>
          <a:bodyPr wrap="square" tIns="25400" lIns="38100" bIns="12700">
            <a:spAutoFit/>
          </a:bodyPr>
          <a:lstStyle/>
          <a:p>
            <a:r>
              <a:rPr sz="1200" b="1">
                <a:solidFill>
                  <a:srgbClr val="146E78"/>
                </a:solidFill>
                <a:latin typeface="Aptos"/>
              </a:rPr>
              <a:t>Policy laboratory</a:t>
            </a:r>
          </a:p>
        </p:txBody>
      </p:sp>
      <p:sp>
        <p:nvSpPr>
          <p:cNvPr id="14" name="TextBox 13"/>
          <p:cNvSpPr txBox="1"/>
          <p:nvPr/>
        </p:nvSpPr>
        <p:spPr>
          <a:xfrm>
            <a:off x="4983480" y="3160166"/>
            <a:ext cx="12710160" cy="1495958"/>
          </a:xfrm>
          <a:prstGeom prst="rect">
            <a:avLst/>
          </a:prstGeom>
          <a:noFill/>
        </p:spPr>
        <p:txBody>
          <a:bodyPr wrap="square" tIns="25400" lIns="38100" bIns="12700">
            <a:spAutoFit/>
          </a:bodyPr>
          <a:lstStyle/>
          <a:p>
            <a:r>
              <a:rPr sz="1200" b="0">
                <a:solidFill>
                  <a:srgbClr val="1C2D44"/>
                </a:solidFill>
                <a:latin typeface="Aptos"/>
              </a:rPr>
              <a:t>Six rules in code; long-term retention and energy trade-offs not yet validated.</a:t>
            </a:r>
          </a:p>
        </p:txBody>
      </p:sp>
      <p:sp>
        <p:nvSpPr>
          <p:cNvPr id="15" name="Rectangle 14"/>
          <p:cNvSpPr/>
          <p:nvPr/>
        </p:nvSpPr>
        <p:spPr>
          <a:xfrm>
            <a:off x="457200" y="4701844"/>
            <a:ext cx="17373600" cy="1605686"/>
          </a:xfrm>
          <a:prstGeom prst="rect">
            <a:avLst/>
          </a:prstGeom>
          <a:solidFill>
            <a:srgbClr val="EC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4848148"/>
            <a:ext cx="50292" cy="1313078"/>
          </a:xfrm>
          <a:prstGeom prst="rect">
            <a:avLst/>
          </a:prstGeom>
          <a:solidFill>
            <a:srgbClr val="147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774996"/>
            <a:ext cx="2331720" cy="1514246"/>
          </a:xfrm>
          <a:prstGeom prst="rect">
            <a:avLst/>
          </a:prstGeom>
          <a:noFill/>
        </p:spPr>
        <p:txBody>
          <a:bodyPr wrap="square" tIns="25400" lIns="38100" bIns="12700">
            <a:spAutoFit/>
          </a:bodyPr>
          <a:lstStyle/>
          <a:p>
            <a:r>
              <a:rPr sz="1300" b="1">
                <a:solidFill>
                  <a:srgbClr val="1C2D44"/>
                </a:solidFill>
                <a:latin typeface="Aptos"/>
              </a:rPr>
              <a:t>GUARANTEES / BUDGETS</a:t>
            </a:r>
          </a:p>
        </p:txBody>
      </p:sp>
      <p:sp>
        <p:nvSpPr>
          <p:cNvPr id="18" name="TextBox 17"/>
          <p:cNvSpPr txBox="1"/>
          <p:nvPr/>
        </p:nvSpPr>
        <p:spPr>
          <a:xfrm>
            <a:off x="2880360" y="4774996"/>
            <a:ext cx="2148840" cy="1514246"/>
          </a:xfrm>
          <a:prstGeom prst="rect">
            <a:avLst/>
          </a:prstGeom>
          <a:noFill/>
        </p:spPr>
        <p:txBody>
          <a:bodyPr wrap="square" tIns="25400" lIns="38100" bIns="12700">
            <a:spAutoFit/>
          </a:bodyPr>
          <a:lstStyle/>
          <a:p>
            <a:r>
              <a:rPr sz="1200" b="1">
                <a:solidFill>
                  <a:srgbClr val="146E78"/>
                </a:solidFill>
                <a:latin typeface="Aptos"/>
              </a:rPr>
              <a:t>Under investigation</a:t>
            </a:r>
          </a:p>
        </p:txBody>
      </p:sp>
      <p:sp>
        <p:nvSpPr>
          <p:cNvPr id="19" name="TextBox 18"/>
          <p:cNvSpPr txBox="1"/>
          <p:nvPr/>
        </p:nvSpPr>
        <p:spPr>
          <a:xfrm>
            <a:off x="4983480" y="4765852"/>
            <a:ext cx="12710160" cy="1495958"/>
          </a:xfrm>
          <a:prstGeom prst="rect">
            <a:avLst/>
          </a:prstGeom>
          <a:noFill/>
        </p:spPr>
        <p:txBody>
          <a:bodyPr wrap="square" tIns="25400" lIns="38100" bIns="12700">
            <a:spAutoFit/>
          </a:bodyPr>
          <a:lstStyle/>
          <a:p>
            <a:r>
              <a:rPr sz="1200" b="0">
                <a:solidFill>
                  <a:srgbClr val="1C2D44"/>
                </a:solidFill>
                <a:latin typeface="Aptos"/>
              </a:rPr>
              <a:t>False-alarm multiplicity identified; calibrated ARL and resource bounds open.</a:t>
            </a:r>
          </a:p>
        </p:txBody>
      </p:sp>
      <p:sp>
        <p:nvSpPr>
          <p:cNvPr id="20" name="Rectangle 19"/>
          <p:cNvSpPr/>
          <p:nvPr/>
        </p:nvSpPr>
        <p:spPr>
          <a:xfrm>
            <a:off x="493776" y="6453835"/>
            <a:ext cx="50292" cy="1313078"/>
          </a:xfrm>
          <a:prstGeom prst="rect">
            <a:avLst/>
          </a:prstGeom>
          <a:solidFill>
            <a:srgbClr val="147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80683"/>
            <a:ext cx="2331720" cy="1514246"/>
          </a:xfrm>
          <a:prstGeom prst="rect">
            <a:avLst/>
          </a:prstGeom>
          <a:noFill/>
        </p:spPr>
        <p:txBody>
          <a:bodyPr wrap="square" tIns="25400" lIns="38100" bIns="12700">
            <a:spAutoFit/>
          </a:bodyPr>
          <a:lstStyle/>
          <a:p>
            <a:r>
              <a:rPr sz="1300" b="1">
                <a:solidFill>
                  <a:srgbClr val="1C2D44"/>
                </a:solidFill>
                <a:latin typeface="Aptos"/>
              </a:rPr>
              <a:t>CPD–CL–TWIN ARCHITECTURE</a:t>
            </a:r>
          </a:p>
        </p:txBody>
      </p:sp>
      <p:sp>
        <p:nvSpPr>
          <p:cNvPr id="22" name="TextBox 21"/>
          <p:cNvSpPr txBox="1"/>
          <p:nvPr/>
        </p:nvSpPr>
        <p:spPr>
          <a:xfrm>
            <a:off x="2880360" y="6380683"/>
            <a:ext cx="2148840" cy="1514246"/>
          </a:xfrm>
          <a:prstGeom prst="rect">
            <a:avLst/>
          </a:prstGeom>
          <a:noFill/>
        </p:spPr>
        <p:txBody>
          <a:bodyPr wrap="square" tIns="25400" lIns="38100" bIns="12700">
            <a:spAutoFit/>
          </a:bodyPr>
          <a:lstStyle/>
          <a:p>
            <a:r>
              <a:rPr sz="1200" b="1">
                <a:solidFill>
                  <a:srgbClr val="146E78"/>
                </a:solidFill>
                <a:latin typeface="Aptos"/>
              </a:rPr>
              <a:t>Modular prototype</a:t>
            </a:r>
          </a:p>
        </p:txBody>
      </p:sp>
      <p:sp>
        <p:nvSpPr>
          <p:cNvPr id="23" name="TextBox 22"/>
          <p:cNvSpPr txBox="1"/>
          <p:nvPr/>
        </p:nvSpPr>
        <p:spPr>
          <a:xfrm>
            <a:off x="4983480" y="6371539"/>
            <a:ext cx="12710160" cy="1495958"/>
          </a:xfrm>
          <a:prstGeom prst="rect">
            <a:avLst/>
          </a:prstGeom>
          <a:noFill/>
        </p:spPr>
        <p:txBody>
          <a:bodyPr wrap="square" tIns="25400" lIns="38100" bIns="12700">
            <a:spAutoFit/>
          </a:bodyPr>
          <a:lstStyle/>
          <a:p>
            <a:r>
              <a:rPr sz="1200" b="0">
                <a:solidFill>
                  <a:srgbClr val="1C2D44"/>
                </a:solidFill>
                <a:latin typeface="Aptos"/>
              </a:rPr>
              <a:t>Detection-to-policy interfaces exist; CL/twin validation contract remains proposed.</a:t>
            </a:r>
          </a:p>
        </p:txBody>
      </p:sp>
      <p:sp>
        <p:nvSpPr>
          <p:cNvPr id="24" name="Rectangle 23"/>
          <p:cNvSpPr/>
          <p:nvPr/>
        </p:nvSpPr>
        <p:spPr>
          <a:xfrm>
            <a:off x="457200" y="7913217"/>
            <a:ext cx="17373600" cy="1605686"/>
          </a:xfrm>
          <a:prstGeom prst="rect">
            <a:avLst/>
          </a:prstGeom>
          <a:solidFill>
            <a:srgbClr val="EC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3776" y="8059521"/>
            <a:ext cx="50292" cy="1313078"/>
          </a:xfrm>
          <a:prstGeom prst="rect">
            <a:avLst/>
          </a:prstGeom>
          <a:solidFill>
            <a:srgbClr val="147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7986369"/>
            <a:ext cx="2331720" cy="1514246"/>
          </a:xfrm>
          <a:prstGeom prst="rect">
            <a:avLst/>
          </a:prstGeom>
          <a:noFill/>
        </p:spPr>
        <p:txBody>
          <a:bodyPr wrap="square" tIns="25400" lIns="38100" bIns="12700">
            <a:spAutoFit/>
          </a:bodyPr>
          <a:lstStyle/>
          <a:p>
            <a:r>
              <a:rPr sz="1300" b="1">
                <a:solidFill>
                  <a:srgbClr val="1C2D44"/>
                </a:solidFill>
                <a:latin typeface="Aptos"/>
              </a:rPr>
              <a:t>ROBUSTNESS</a:t>
            </a:r>
          </a:p>
        </p:txBody>
      </p:sp>
      <p:sp>
        <p:nvSpPr>
          <p:cNvPr id="27" name="TextBox 26"/>
          <p:cNvSpPr txBox="1"/>
          <p:nvPr/>
        </p:nvSpPr>
        <p:spPr>
          <a:xfrm>
            <a:off x="2880360" y="7986369"/>
            <a:ext cx="2148840" cy="1514246"/>
          </a:xfrm>
          <a:prstGeom prst="rect">
            <a:avLst/>
          </a:prstGeom>
          <a:noFill/>
        </p:spPr>
        <p:txBody>
          <a:bodyPr wrap="square" tIns="25400" lIns="38100" bIns="12700">
            <a:spAutoFit/>
          </a:bodyPr>
          <a:lstStyle/>
          <a:p>
            <a:r>
              <a:rPr sz="1200" b="1">
                <a:solidFill>
                  <a:srgbClr val="146E78"/>
                </a:solidFill>
                <a:latin typeface="Aptos"/>
              </a:rPr>
              <a:t>Evidence-rich audit</a:t>
            </a:r>
          </a:p>
        </p:txBody>
      </p:sp>
      <p:sp>
        <p:nvSpPr>
          <p:cNvPr id="28" name="TextBox 27"/>
          <p:cNvSpPr txBox="1"/>
          <p:nvPr/>
        </p:nvSpPr>
        <p:spPr>
          <a:xfrm>
            <a:off x="4983480" y="7977225"/>
            <a:ext cx="12710160" cy="1495958"/>
          </a:xfrm>
          <a:prstGeom prst="rect">
            <a:avLst/>
          </a:prstGeom>
          <a:noFill/>
        </p:spPr>
        <p:txBody>
          <a:bodyPr wrap="square" tIns="25400" lIns="38100" bIns="12700">
            <a:spAutoFit/>
          </a:bodyPr>
          <a:lstStyle/>
          <a:p>
            <a:r>
              <a:rPr sz="1200" b="0">
                <a:solidFill>
                  <a:srgbClr val="1C2D44"/>
                </a:solidFill>
                <a:latin typeface="Aptos"/>
              </a:rPr>
              <a:t>B01 count conflict, invalid Hotelling settings and CPSS calibration limits documented.</a:t>
            </a:r>
          </a:p>
        </p:txBody>
      </p:sp>
      <p:sp>
        <p:nvSpPr>
          <p:cNvPr id="29" name="TextBox 28"/>
          <p:cNvSpPr txBox="1"/>
          <p:nvPr/>
        </p:nvSpPr>
        <p:spPr>
          <a:xfrm>
            <a:off x="530352" y="9793224"/>
            <a:ext cx="17236440" cy="265176"/>
          </a:xfrm>
          <a:prstGeom prst="rect">
            <a:avLst/>
          </a:prstGeom>
          <a:noFill/>
        </p:spPr>
        <p:txBody>
          <a:bodyPr wrap="square" tIns="25400" lIns="38100" bIns="12700">
            <a:spAutoFit/>
          </a:bodyPr>
          <a:lstStyle/>
          <a:p>
            <a:r>
              <a:rPr sz="1000" b="0">
                <a:solidFill>
                  <a:srgbClr val="526473"/>
                </a:solidFill>
                <a:latin typeface="Aptos"/>
              </a:rPr>
              <a:t>Assessment synthesis; supporting evidence in main.tex, Notion WP1 and GitHub outputs. Not a validated end-to-end system.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 CONTEXT</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Chowdhury et al. (2018): online adaptive BCI</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pp. 1073–1075 · Figs. 1, 3 and 4</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04</a:t>
            </a:r>
          </a:p>
        </p:txBody>
      </p:sp>
      <p:sp>
        <p:nvSpPr>
          <p:cNvPr id="7" name="TextBox 7"/>
          <p:cNvSpPr txBox="1"/>
          <p:nvPr/>
        </p:nvSpPr>
        <p:spPr>
          <a:xfrm>
            <a:off x="1005840" y="2588895"/>
            <a:ext cx="7389495"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Calibration and task</a:t>
            </a:r>
          </a:p>
        </p:txBody>
      </p:sp>
      <p:sp>
        <p:nvSpPr>
          <p:cNvPr id="8" name="TextBox 8"/>
          <p:cNvSpPr txBox="1"/>
          <p:nvPr/>
        </p:nvSpPr>
        <p:spPr>
          <a:xfrm>
            <a:off x="1005840" y="3322320"/>
            <a:ext cx="738949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healthy participants + 10 stroke patients</a:t>
            </a:r>
          </a:p>
          <a:p>
            <a:pPr algn="l">
              <a:lnSpc>
                <a:spcPts val="3240"/>
              </a:lnSpc>
            </a:pPr>
            <a:r>
              <a:rPr lang="en-US" sz="2700">
                <a:solidFill>
                  <a:srgbClr val="EAF2F8"/>
                </a:solidFill>
                <a:latin typeface="DejaVu Sans Light"/>
                <a:ea typeface="DejaVu Sans Light"/>
                <a:cs typeface="DejaVu Sans Light"/>
                <a:sym typeface="DejaVu Sans Light"/>
              </a:rPr>
              <a:t>80 calibration trials, then 40 online trials</a:t>
            </a:r>
          </a:p>
          <a:p>
            <a:pPr algn="l">
              <a:lnSpc>
                <a:spcPts val="3240"/>
              </a:lnSpc>
            </a:pPr>
            <a:r>
              <a:rPr lang="en-US" sz="2700">
                <a:solidFill>
                  <a:srgbClr val="EAF2F8"/>
                </a:solidFill>
                <a:latin typeface="DejaVu Sans Light"/>
                <a:ea typeface="DejaVu Sans Light"/>
                <a:cs typeface="DejaVu Sans Light"/>
                <a:sym typeface="DejaVu Sans Light"/>
              </a:rPr>
              <a:t>Left- versus right-hand motor imagery</a:t>
            </a:r>
          </a:p>
          <a:p>
            <a:pPr algn="l">
              <a:lnSpc>
                <a:spcPts val="3240"/>
              </a:lnSpc>
            </a:pPr>
            <a:r>
              <a:rPr lang="en-US" sz="2700">
                <a:solidFill>
                  <a:srgbClr val="EAF2F8"/>
                </a:solidFill>
                <a:latin typeface="DejaVu Sans Light"/>
                <a:ea typeface="DejaVu Sans Light"/>
                <a:cs typeface="DejaVu Sans Light"/>
                <a:sym typeface="DejaVu Sans Light"/>
              </a:rPr>
              <a:t>Initial linear SVM and CSD parameters</a:t>
            </a:r>
          </a:p>
        </p:txBody>
      </p:sp>
      <p:sp>
        <p:nvSpPr>
          <p:cNvPr id="9" name="TextBox 9"/>
          <p:cNvSpPr txBox="1"/>
          <p:nvPr/>
        </p:nvSpPr>
        <p:spPr>
          <a:xfrm>
            <a:off x="9949815" y="2588895"/>
            <a:ext cx="7103745"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Signal and adaptation</a:t>
            </a:r>
          </a:p>
        </p:txBody>
      </p:sp>
      <p:sp>
        <p:nvSpPr>
          <p:cNvPr id="10" name="TextBox 10"/>
          <p:cNvSpPr txBox="1"/>
          <p:nvPr/>
        </p:nvSpPr>
        <p:spPr>
          <a:xfrm>
            <a:off x="9949815" y="3322320"/>
            <a:ext cx="710374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μ 8–12 Hz and β 16–24 Hz</a:t>
            </a:r>
          </a:p>
          <a:p>
            <a:pPr algn="l">
              <a:lnSpc>
                <a:spcPts val="3240"/>
              </a:lnSpc>
            </a:pPr>
            <a:r>
              <a:rPr lang="en-US" sz="2700">
                <a:solidFill>
                  <a:srgbClr val="EAF2F8"/>
                </a:solidFill>
                <a:latin typeface="DejaVu Sans Light"/>
                <a:ea typeface="DejaVu Sans Light"/>
                <a:cs typeface="DejaVu Sans Light"/>
                <a:sym typeface="DejaVu Sans Light"/>
              </a:rPr>
              <a:t>CSP yields four log-variance features</a:t>
            </a:r>
          </a:p>
          <a:p>
            <a:pPr algn="l">
              <a:lnSpc>
                <a:spcPts val="3240"/>
              </a:lnSpc>
            </a:pPr>
            <a:r>
              <a:rPr lang="en-US" sz="2700">
                <a:solidFill>
                  <a:srgbClr val="EAF2F8"/>
                </a:solidFill>
                <a:latin typeface="DejaVu Sans Light"/>
                <a:ea typeface="DejaVu Sans Light"/>
                <a:cs typeface="DejaVu Sans Light"/>
                <a:sym typeface="DejaVu Sans Light"/>
              </a:rPr>
              <a:t>PC1 EWMA warning, then Hotelling T²</a:t>
            </a:r>
          </a:p>
          <a:p>
            <a:pPr algn="l">
              <a:lnSpc>
                <a:spcPts val="3240"/>
              </a:lnSpc>
            </a:pPr>
            <a:r>
              <a:rPr lang="en-US" sz="2700">
                <a:solidFill>
                  <a:srgbClr val="EAF2F8"/>
                </a:solidFill>
                <a:latin typeface="DejaVu Sans Light"/>
                <a:ea typeface="DejaVu Sans Light"/>
                <a:cs typeface="DejaVu Sans Light"/>
                <a:sym typeface="DejaVu Sans Light"/>
              </a:rPr>
              <a:t>Validated shift triggers SVM retraining</a:t>
            </a:r>
          </a:p>
        </p:txBody>
      </p:sp>
      <p:sp>
        <p:nvSpPr>
          <p:cNvPr id="11" name="TextBox 11"/>
          <p:cNvSpPr txBox="1"/>
          <p:nvPr/>
        </p:nvSpPr>
        <p:spPr>
          <a:xfrm>
            <a:off x="1005840" y="6203632"/>
            <a:ext cx="3246120" cy="39433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Online output</a:t>
            </a:r>
          </a:p>
        </p:txBody>
      </p:sp>
      <p:sp>
        <p:nvSpPr>
          <p:cNvPr id="12" name="TextBox 12"/>
          <p:cNvSpPr txBox="1"/>
          <p:nvPr/>
        </p:nvSpPr>
        <p:spPr>
          <a:xfrm>
            <a:off x="1005840" y="6903720"/>
            <a:ext cx="15533370" cy="837248"/>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Visual feedback and hand-exoskeleton movement follow MI classification.</a:t>
            </a:r>
          </a:p>
        </p:txBody>
      </p:sp>
      <p:sp>
        <p:nvSpPr>
          <p:cNvPr id="13" name="TextBox 13"/>
          <p:cNvSpPr txBox="1"/>
          <p:nvPr/>
        </p:nvSpPr>
        <p:spPr>
          <a:xfrm>
            <a:off x="1005840" y="8094345"/>
            <a:ext cx="15961995" cy="632460"/>
          </a:xfrm>
          <a:prstGeom prst="rect">
            <a:avLst/>
          </a:prstGeom>
        </p:spPr>
        <p:txBody>
          <a:bodyPr lIns="0" tIns="0" rIns="0" bIns="0" rtlCol="0" anchor="t">
            <a:spAutoFit/>
          </a:bodyPr>
          <a:lstStyle/>
          <a:p>
            <a:pPr algn="l">
              <a:lnSpc>
                <a:spcPts val="3104"/>
              </a:lnSpc>
            </a:pPr>
            <a:r>
              <a:rPr lang="en-US" sz="2587">
                <a:solidFill>
                  <a:srgbClr val="9CB0C3"/>
                </a:solidFill>
                <a:latin typeface="DejaVu Sans Light"/>
                <a:ea typeface="DejaVu Sans Light"/>
                <a:cs typeface="DejaVu Sans Light"/>
                <a:sym typeface="DejaVu Sans Light"/>
              </a:rPr>
              <a:t>Comparator: EEG-NAC replays the same recorded data offline with a fixed classifier.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REPRESENTATION VERSUS ADAPTATION</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What is fixed and what changes during SVM updates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The stored training set grows and a new linear SVM is fitted; the feature and monitoring mappings are not refitted.</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mc:AlternateContent xmlns:mc="http://schemas.openxmlformats.org/markup-compatibility/2006" xmlns:a14="http://schemas.microsoft.com/office/drawing/2010/main">
        <mc:Choice Requires="a14">
          <p:sp>
            <p:nvSpPr>
              <p:cNvPr id="22" name="EDITABLE POWERPOINT EQUATION | Representation and adaptation"/>
              <p:cNvSpPr txBox="1"/>
              <p:nvPr/>
            </p:nvSpPr>
            <p:spPr>
              <a:xfrm>
                <a:off x="1097280" y="2798064"/>
                <a:ext cx="16111728" cy="1344168"/>
              </a:xfrm>
              <a:prstGeom prst="rect">
                <a:avLst/>
              </a:prstGeom>
              <a:noFill/>
            </p:spPr>
            <p:txBody>
              <a:bodyPr wrap="none" lIns="0" tIns="0" rIns="0" bIns="0" anchor="ctr">
                <a:spAutoFit/>
              </a:bodyPr>
              <a:lstStyle/>
              <a:p>
                <a:pPr algn="ct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𝐸</m:t>
                          </m:r>
                        </m:e>
                        <m:sub>
                          <m:r>
                            <a:rPr>
                              <a:latin typeface="Cambria Math" panose="02040503050406030204" pitchFamily="18" charset="0"/>
                            </a:rPr>
                            <m:t>𝑡</m:t>
                          </m:r>
                        </m:sub>
                      </m:sSub>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𝑞</m:t>
                          </m:r>
                        </m:e>
                        <m:sub>
                          <m:r>
                            <a:rPr>
                              <a:latin typeface="Cambria Math" panose="02040503050406030204" pitchFamily="18" charset="0"/>
                            </a:rPr>
                            <m:t>𝑡</m:t>
                          </m:r>
                        </m:sub>
                      </m:sSub>
                      <m:r>
                        <a:rPr>
                          <a:latin typeface="Cambria Math" panose="02040503050406030204" pitchFamily="18" charset="0"/>
                        </a:rPr>
                        <m:t> = </m:t>
                      </m:r>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𝑃</m:t>
                              </m:r>
                            </m:e>
                            <m:sub>
                              <m:r>
                                <a:rPr>
                                  <a:latin typeface="Cambria Math" panose="02040503050406030204" pitchFamily="18" charset="0"/>
                                </a:rPr>
                                <m:t>0</m:t>
                              </m:r>
                            </m:sub>
                          </m:sSub>
                        </m:e>
                        <m:sup>
                          <m:r>
                            <a:rPr>
                              <a:latin typeface="Cambria Math" panose="02040503050406030204" pitchFamily="18" charset="0"/>
                            </a:rPr>
                            <m:t>𝑇</m:t>
                          </m:r>
                        </m:sup>
                      </m:sSup>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𝑢</m:t>
                          </m:r>
                        </m:e>
                        <m:sub>
                          <m:r>
                            <a:rPr>
                              <a:latin typeface="Cambria Math" panose="02040503050406030204" pitchFamily="18" charset="0"/>
                            </a:rPr>
                            <m:t>0</m:t>
                          </m:r>
                        </m:sub>
                      </m:sSub>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ŷ</m:t>
                          </m:r>
                        </m:e>
                        <m:sub>
                          <m:r>
                            <a:rPr>
                              <a:latin typeface="Cambria Math" panose="02040503050406030204" pitchFamily="18" charset="0"/>
                            </a:rPr>
                            <m:t>𝑡</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𝑔</m:t>
                          </m:r>
                        </m:e>
                        <m:sub>
                          <m:sSub>
                            <m:sSubPr>
                              <m:ctrlPr>
                                <a:rPr>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𝑡</m:t>
                              </m:r>
                            </m:sub>
                          </m:sSub>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𝑓</m:t>
                          </m:r>
                        </m:e>
                        <m:sub>
                          <m:r>
                            <a:rPr>
                              <a:latin typeface="Cambria Math" panose="02040503050406030204" pitchFamily="18" charset="0"/>
                            </a:rPr>
                            <m:t>𝑡</m:t>
                          </m:r>
                        </m:sub>
                      </m:sSub>
                      <m:r>
                        <a:rPr>
                          <a:latin typeface="Cambria Math" panose="02040503050406030204" pitchFamily="18" charset="0"/>
                        </a:rPr>
                        <m:t>)</m:t>
                      </m:r>
                    </m:oMath>
                  </m:oMathPara>
                </a14:m>
                <a:endParaRPr lang="en-GB" sz="2300">
                  <a:solidFill>
                    <a:srgbClr val="14233B"/>
                  </a:solidFill>
                </a:endParaRPr>
              </a:p>
            </p:txBody>
          </p:sp>
        </mc:Choice>
        <mc:Fallback xmlns="">
          <p:sp>
            <p:nvSpPr>
              <p:cNvPr id="22" name="EDITABLE POWERPOINT EQUATION | Representation and adaptation"/>
              <p:cNvSpPr txBox="1">
                <a:spLocks noRot="1" noChangeAspect="1" noMove="1" noResize="1" noEditPoints="1" noAdjustHandles="1" noChangeArrowheads="1" noChangeShapeType="1" noTextEdit="1"/>
              </p:cNvSpPr>
              <p:nvPr/>
            </p:nvSpPr>
            <p:spPr>
              <a:xfrm>
                <a:off x="1097280" y="2798064"/>
                <a:ext cx="16111728" cy="1344168"/>
              </a:xfrm>
              <a:prstGeom prst="rect">
                <a:avLst/>
              </a:prstGeom>
              <a:blipFill>
                <a:blip r:embed="rId3"/>
                <a:stretch>
                  <a:fillRect/>
                </a:stretch>
              </a:blipFill>
            </p:spPr>
            <p:txBody>
              <a:bodyPr/>
              <a:lstStyle/>
              <a:p>
                <a:r>
                  <a:rPr lang="en-GB">
                    <a:noFill/>
                  </a:rPr>
                  <a:t> </a:t>
                </a:r>
              </a:p>
            </p:txBody>
          </p:sp>
        </mc:Fallback>
      </mc:AlternateContent>
      <p:grpSp>
        <p:nvGrpSpPr>
          <p:cNvPr id="8" name="Group 8"/>
          <p:cNvGrpSpPr/>
          <p:nvPr/>
        </p:nvGrpSpPr>
        <p:grpSpPr>
          <a:xfrm>
            <a:off x="1165860" y="4320540"/>
            <a:ext cx="5006340" cy="2496312"/>
            <a:chOff x="0" y="0"/>
            <a:chExt cx="6675120" cy="3328416"/>
          </a:xfrm>
        </p:grpSpPr>
        <p:sp>
          <p:nvSpPr>
            <p:cNvPr id="9" name="Freeform 9"/>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0" name="TextBox 10"/>
          <p:cNvSpPr txBox="1"/>
          <p:nvPr/>
        </p:nvSpPr>
        <p:spPr>
          <a:xfrm>
            <a:off x="150418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EEG → FBCSP</a:t>
            </a:r>
          </a:p>
        </p:txBody>
      </p:sp>
      <p:sp>
        <p:nvSpPr>
          <p:cNvPr id="11" name="TextBox 11"/>
          <p:cNvSpPr txBox="1"/>
          <p:nvPr/>
        </p:nvSpPr>
        <p:spPr>
          <a:xfrm>
            <a:off x="150418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Eₜ is a trial; φ₀ is the mapping fitted at calibration. Not refitted during SVM updates.</a:t>
            </a:r>
          </a:p>
        </p:txBody>
      </p:sp>
      <p:grpSp>
        <p:nvGrpSpPr>
          <p:cNvPr id="12" name="Group 12"/>
          <p:cNvGrpSpPr/>
          <p:nvPr/>
        </p:nvGrpSpPr>
        <p:grpSpPr>
          <a:xfrm>
            <a:off x="6858000" y="4320540"/>
            <a:ext cx="5006340" cy="2496312"/>
            <a:chOff x="0" y="0"/>
            <a:chExt cx="6675120" cy="3328416"/>
          </a:xfrm>
        </p:grpSpPr>
        <p:sp>
          <p:nvSpPr>
            <p:cNvPr id="13" name="Freeform 13"/>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4" name="TextBox 14"/>
          <p:cNvSpPr txBox="1"/>
          <p:nvPr/>
        </p:nvSpPr>
        <p:spPr>
          <a:xfrm>
            <a:off x="719632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PCA monitor</a:t>
            </a:r>
          </a:p>
        </p:txBody>
      </p:sp>
      <p:sp>
        <p:nvSpPr>
          <p:cNvPr id="15" name="TextBox 15"/>
          <p:cNvSpPr txBox="1"/>
          <p:nvPr/>
        </p:nvSpPr>
        <p:spPr>
          <a:xfrm>
            <a:off x="719632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μ₀ and P₀ define the initial PCA coordinates. qₜ is a monitoring score, not the SVM input.</a:t>
            </a:r>
          </a:p>
        </p:txBody>
      </p:sp>
      <p:grpSp>
        <p:nvGrpSpPr>
          <p:cNvPr id="16" name="Group 16"/>
          <p:cNvGrpSpPr/>
          <p:nvPr/>
        </p:nvGrpSpPr>
        <p:grpSpPr>
          <a:xfrm>
            <a:off x="12412980" y="4320540"/>
            <a:ext cx="5006340" cy="2496312"/>
            <a:chOff x="0" y="0"/>
            <a:chExt cx="6675120" cy="3328416"/>
          </a:xfrm>
        </p:grpSpPr>
        <p:sp>
          <p:nvSpPr>
            <p:cNvPr id="17" name="Freeform 17"/>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8" name="TextBox 18"/>
          <p:cNvSpPr txBox="1"/>
          <p:nvPr/>
        </p:nvSpPr>
        <p:spPr>
          <a:xfrm>
            <a:off x="1275130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prediction</a:t>
            </a:r>
          </a:p>
        </p:txBody>
      </p:sp>
      <p:sp>
        <p:nvSpPr>
          <p:cNvPr id="19" name="TextBox 19"/>
          <p:cNvSpPr txBox="1"/>
          <p:nvPr/>
        </p:nvSpPr>
        <p:spPr>
          <a:xfrm>
            <a:off x="1275130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gθₜ acts on fₜ; θₜ changes when the SVM is retrained on accumulated examples.</a:t>
            </a:r>
          </a:p>
        </p:txBody>
      </p:sp>
      <p:sp>
        <p:nvSpPr>
          <p:cNvPr id="20" name="TextBox 20"/>
          <p:cNvSpPr txBox="1"/>
          <p:nvPr/>
        </p:nvSpPr>
        <p:spPr>
          <a:xfrm>
            <a:off x="1257300" y="7370064"/>
            <a:ext cx="15864840" cy="73152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Implementation boundary: refitting the classifier does not imply calling fit_fbcsp() or fit_cse_pca().</a:t>
            </a:r>
          </a:p>
        </p:txBody>
      </p:sp>
      <p:sp>
        <p:nvSpPr>
          <p:cNvPr id="21" name="TextBox 21"/>
          <p:cNvSpPr txBox="1"/>
          <p:nvPr/>
        </p:nvSpPr>
        <p:spPr>
          <a:xfrm>
            <a:off x="1257300" y="8535924"/>
            <a:ext cx="15727680" cy="416052"/>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Fixed mapping means fixed fitted parameters — not constant features or scores over time.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DETECTOR MATHEMATICS</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PCA scores become warnings and confirmations</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12</a:t>
            </a:r>
          </a:p>
        </p:txBody>
      </p:sp>
      <p:sp>
        <p:nvSpPr>
          <p:cNvPr id="6" name="TextBox 6"/>
          <p:cNvSpPr txBox="1"/>
          <p:nvPr/>
        </p:nvSpPr>
        <p:spPr>
          <a:xfrm>
            <a:off x="1028700" y="2308860"/>
            <a:ext cx="8229600" cy="457200"/>
          </a:xfrm>
          <a:prstGeom prst="rect">
            <a:avLst/>
          </a:prstGeom>
        </p:spPr>
        <p:txBody>
          <a:bodyPr lIns="0" tIns="0" rIns="0" bIns="0" rtlCol="0" anchor="t">
            <a:spAutoFit/>
          </a:bodyPr>
          <a:lstStyle/>
          <a:p>
            <a:pPr algn="l">
              <a:lnSpc>
                <a:spcPts val="3779"/>
              </a:lnSpc>
            </a:pPr>
            <a:r>
              <a:rPr lang="en-US" sz="3150" b="1">
                <a:solidFill>
                  <a:srgbClr val="38DED3"/>
                </a:solidFill>
                <a:latin typeface="DejaVu Sans Bold"/>
                <a:ea typeface="DejaVu Sans Bold"/>
                <a:cs typeface="DejaVu Sans Bold"/>
                <a:sym typeface="DejaVu Sans Bold"/>
              </a:rPr>
              <a:t>Stage I: EWMA warning</a:t>
            </a:r>
          </a:p>
        </p:txBody>
      </p:sp>
      <p:sp>
        <p:nvSpPr>
          <p:cNvPr id="7" name="TextBox 7"/>
          <p:cNvSpPr txBox="1"/>
          <p:nvPr/>
        </p:nvSpPr>
        <p:spPr>
          <a:xfrm>
            <a:off x="1028700" y="311277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State and one-step prediction error</a:t>
            </a:r>
          </a:p>
        </p:txBody>
      </p:sp>
      <p:sp>
        <p:nvSpPr>
          <p:cNvPr id="36" name="Rectangle 35"/>
          <p:cNvSpPr/>
          <p:nvPr/>
        </p:nvSpPr>
        <p:spPr>
          <a:xfrm>
            <a:off x="1033271" y="3749039"/>
            <a:ext cx="7406640" cy="493776"/>
          </a:xfrm>
          <a:prstGeom prst="rect">
            <a:avLst/>
          </a:prstGeom>
          <a:solidFill>
            <a:srgbClr val="E1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EDITABLE POWERPOINT EQUATION | EWMA statistic and innovation"/>
              <p:cNvSpPr txBox="1"/>
              <p:nvPr/>
            </p:nvSpPr>
            <p:spPr>
              <a:xfrm>
                <a:off x="1033271" y="3749039"/>
                <a:ext cx="7406640" cy="493776"/>
              </a:xfrm>
              <a:prstGeom prst="rect">
                <a:avLst/>
              </a:prstGeom>
              <a:solidFill>
                <a:srgbClr val="DDEBF3"/>
              </a:solidFill>
            </p:spPr>
            <p:txBody>
              <a:bodyPr wrap="none" lIns="0" tIns="0" rIns="0" bIns="0" anchor="ctr">
                <a:spAutoFit/>
              </a:bodyPr>
              <a:lstStyle/>
              <a:p>
                <a:pPr algn="ct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sub>
                      </m:sSub>
                      <m:r>
                        <a:rPr>
                          <a:latin typeface="Cambria Math" panose="02040503050406030204" pitchFamily="18" charset="0"/>
                        </a:rPr>
                        <m:t> = </m:t>
                      </m:r>
                      <m:r>
                        <a:rPr>
                          <a:latin typeface="Cambria Math" panose="02040503050406030204" pitchFamily="18" charset="0"/>
                        </a:rPr>
                        <m:t>𝜆</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 + (1−</m:t>
                      </m:r>
                      <m:r>
                        <a:rPr>
                          <a:latin typeface="Cambria Math" panose="02040503050406030204" pitchFamily="18" charset="0"/>
                        </a:rPr>
                        <m:t>𝜆</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−1</m:t>
                          </m:r>
                        </m:sub>
                      </m:sSub>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𝑒</m:t>
                          </m:r>
                        </m:e>
                        <m:sub>
                          <m:r>
                            <a:rPr>
                              <a:latin typeface="Cambria Math" panose="02040503050406030204" pitchFamily="18" charset="0"/>
                            </a:rPr>
                            <m:t>𝑖</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𝑖</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−1</m:t>
                          </m:r>
                        </m:sub>
                      </m:sSub>
                    </m:oMath>
                  </m:oMathPara>
                </a14:m>
                <a:endParaRPr lang="en-GB" sz="1800">
                  <a:solidFill>
                    <a:srgbClr val="14233B"/>
                  </a:solidFill>
                </a:endParaRPr>
              </a:p>
            </p:txBody>
          </p:sp>
        </mc:Choice>
        <mc:Fallback xmlns="">
          <p:sp>
            <p:nvSpPr>
              <p:cNvPr id="26" name="EDITABLE POWERPOINT EQUATION | EWMA statistic and innovation"/>
              <p:cNvSpPr txBox="1">
                <a:spLocks noRot="1" noChangeAspect="1" noMove="1" noResize="1" noEditPoints="1" noAdjustHandles="1" noChangeArrowheads="1" noChangeShapeType="1" noTextEdit="1"/>
              </p:cNvSpPr>
              <p:nvPr/>
            </p:nvSpPr>
            <p:spPr>
              <a:xfrm>
                <a:off x="1033271" y="3749039"/>
                <a:ext cx="7406640" cy="493776"/>
              </a:xfrm>
              <a:prstGeom prst="rect">
                <a:avLst/>
              </a:prstGeom>
              <a:blipFill>
                <a:blip r:embed="rId3"/>
                <a:stretch>
                  <a:fillRect/>
                </a:stretch>
              </a:blipFill>
            </p:spPr>
            <p:txBody>
              <a:bodyPr/>
              <a:lstStyle/>
              <a:p>
                <a:r>
                  <a:rPr lang="en-GB">
                    <a:noFill/>
                  </a:rPr>
                  <a:t> </a:t>
                </a:r>
              </a:p>
            </p:txBody>
          </p:sp>
        </mc:Fallback>
      </mc:AlternateContent>
      <p:sp>
        <p:nvSpPr>
          <p:cNvPr id="10" name="TextBox 10"/>
          <p:cNvSpPr txBox="1"/>
          <p:nvPr/>
        </p:nvSpPr>
        <p:spPr>
          <a:xfrm>
            <a:off x="1028700" y="455295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Control limits use the previous variance</a:t>
            </a:r>
          </a:p>
        </p:txBody>
      </p:sp>
      <p:sp>
        <p:nvSpPr>
          <p:cNvPr id="37" name="Rectangle 36"/>
          <p:cNvSpPr/>
          <p:nvPr/>
        </p:nvSpPr>
        <p:spPr>
          <a:xfrm>
            <a:off x="1033271" y="5193792"/>
            <a:ext cx="8641080" cy="484632"/>
          </a:xfrm>
          <a:prstGeom prst="rect">
            <a:avLst/>
          </a:prstGeom>
          <a:solidFill>
            <a:srgbClr val="E1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7" name="EDITABLE POWERPOINT EQUATION | EWMA upper and lower control limits"/>
              <p:cNvSpPr txBox="1"/>
              <p:nvPr/>
            </p:nvSpPr>
            <p:spPr>
              <a:xfrm>
                <a:off x="1033271" y="5193792"/>
                <a:ext cx="8641080" cy="484632"/>
              </a:xfrm>
              <a:prstGeom prst="rect">
                <a:avLst/>
              </a:prstGeom>
              <a:solidFill>
                <a:srgbClr val="DDEBF3"/>
              </a:solidFill>
            </p:spPr>
            <p:txBody>
              <a:bodyPr wrap="none" lIns="0" tIns="0" rIns="0" bIns="0" anchor="ctr">
                <a:spAutoFit/>
              </a:bodyPr>
              <a:lstStyle/>
              <a:p>
                <a:pPr algn="ct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𝑈𝐶𝐿</m:t>
                          </m:r>
                        </m:e>
                        <m:sub>
                          <m:r>
                            <a:rPr>
                              <a:latin typeface="Cambria Math" panose="02040503050406030204" pitchFamily="18" charset="0"/>
                            </a:rPr>
                            <m:t>𝑖</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−1</m:t>
                          </m:r>
                        </m:sub>
                      </m:sSub>
                      <m:r>
                        <a:rPr>
                          <a:latin typeface="Cambria Math" panose="02040503050406030204" pitchFamily="18" charset="0"/>
                        </a:rPr>
                        <m:t>,    </m:t>
                      </m:r>
                      <m:sSub>
                        <m:sSubPr>
                          <m:ctrlPr>
                            <a:rPr>
                              <a:latin typeface="Cambria Math" panose="02040503050406030204" pitchFamily="18" charset="0"/>
                            </a:rPr>
                          </m:ctrlPr>
                        </m:sSubPr>
                        <m:e>
                          <m:r>
                            <a:rPr>
                              <a:latin typeface="Cambria Math" panose="02040503050406030204" pitchFamily="18" charset="0"/>
                            </a:rPr>
                            <m:t>𝐿𝐶𝐿</m:t>
                          </m:r>
                        </m:e>
                        <m:sub>
                          <m:r>
                            <a:rPr>
                              <a:latin typeface="Cambria Math" panose="02040503050406030204" pitchFamily="18" charset="0"/>
                            </a:rPr>
                            <m:t>𝑖</m:t>
                          </m:r>
                        </m:sub>
                      </m:sSub>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𝑧</m:t>
                          </m:r>
                        </m:e>
                        <m:sub>
                          <m:r>
                            <a:rPr>
                              <a:latin typeface="Cambria Math" panose="02040503050406030204" pitchFamily="18" charset="0"/>
                            </a:rPr>
                            <m:t>𝑖</m:t>
                          </m:r>
                          <m:r>
                            <a:rPr>
                              <a:latin typeface="Cambria Math" panose="02040503050406030204" pitchFamily="18" charset="0"/>
                            </a:rPr>
                            <m:t>−1</m:t>
                          </m:r>
                        </m:sub>
                      </m:sSub>
                      <m:r>
                        <a:rPr>
                          <a:latin typeface="Cambria Math" panose="02040503050406030204" pitchFamily="18" charset="0"/>
                        </a:rPr>
                        <m:t> − </m:t>
                      </m:r>
                      <m:r>
                        <a:rPr>
                          <a:latin typeface="Cambria Math" panose="02040503050406030204" pitchFamily="18" charset="0"/>
                        </a:rPr>
                        <m:t>𝐿</m:t>
                      </m:r>
                      <m:sSub>
                        <m:sSubPr>
                          <m:ctrlPr>
                            <a:rPr>
                              <a:latin typeface="Cambria Math" panose="02040503050406030204" pitchFamily="18" charset="0"/>
                            </a:rPr>
                          </m:ctrlPr>
                        </m:sSub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−1</m:t>
                          </m:r>
                        </m:sub>
                      </m:sSub>
                    </m:oMath>
                  </m:oMathPara>
                </a14:m>
                <a:endParaRPr lang="en-GB" sz="1800">
                  <a:solidFill>
                    <a:srgbClr val="14233B"/>
                  </a:solidFill>
                </a:endParaRPr>
              </a:p>
            </p:txBody>
          </p:sp>
        </mc:Choice>
        <mc:Fallback xmlns="">
          <p:sp>
            <p:nvSpPr>
              <p:cNvPr id="27" name="EDITABLE POWERPOINT EQUATION | EWMA upper and lower control limits"/>
              <p:cNvSpPr txBox="1">
                <a:spLocks noRot="1" noChangeAspect="1" noMove="1" noResize="1" noEditPoints="1" noAdjustHandles="1" noChangeArrowheads="1" noChangeShapeType="1" noTextEdit="1"/>
              </p:cNvSpPr>
              <p:nvPr/>
            </p:nvSpPr>
            <p:spPr>
              <a:xfrm>
                <a:off x="1033271" y="5193792"/>
                <a:ext cx="8641080" cy="484632"/>
              </a:xfrm>
              <a:prstGeom prst="rect">
                <a:avLst/>
              </a:prstGeom>
              <a:blipFill>
                <a:blip r:embed="rId4"/>
                <a:stretch>
                  <a:fillRect/>
                </a:stretch>
              </a:blipFill>
            </p:spPr>
            <p:txBody>
              <a:bodyPr/>
              <a:lstStyle/>
              <a:p>
                <a:r>
                  <a:rPr lang="en-GB">
                    <a:noFill/>
                  </a:rPr>
                  <a:t> </a:t>
                </a:r>
              </a:p>
            </p:txBody>
          </p:sp>
        </mc:Fallback>
      </mc:AlternateContent>
      <p:sp>
        <p:nvSpPr>
          <p:cNvPr id="13" name="TextBox 13"/>
          <p:cNvSpPr txBox="1"/>
          <p:nvPr/>
        </p:nvSpPr>
        <p:spPr>
          <a:xfrm>
            <a:off x="1028700" y="599313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Smoothed error variance • Eq. (8)</a:t>
            </a:r>
          </a:p>
        </p:txBody>
      </p:sp>
      <p:sp>
        <p:nvSpPr>
          <p:cNvPr id="38" name="Rectangle 37"/>
          <p:cNvSpPr/>
          <p:nvPr/>
        </p:nvSpPr>
        <p:spPr>
          <a:xfrm>
            <a:off x="1033271" y="6556248"/>
            <a:ext cx="5513832" cy="640080"/>
          </a:xfrm>
          <a:prstGeom prst="rect">
            <a:avLst/>
          </a:prstGeom>
          <a:solidFill>
            <a:srgbClr val="E1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8" name="EDITABLE POWERPOINT EQUATION | Variance EWMA recurrence"/>
              <p:cNvSpPr txBox="1"/>
              <p:nvPr/>
            </p:nvSpPr>
            <p:spPr>
              <a:xfrm>
                <a:off x="1033271" y="6556248"/>
                <a:ext cx="5513832" cy="640080"/>
              </a:xfrm>
              <a:prstGeom prst="rect">
                <a:avLst/>
              </a:prstGeom>
              <a:solidFill>
                <a:srgbClr val="DDEBF3"/>
              </a:solidFill>
            </p:spPr>
            <p:txBody>
              <a:bodyPr wrap="none" lIns="0" tIns="0" rIns="0" bIns="0" anchor="ctr">
                <a:spAutoFit/>
              </a:bodyPr>
              <a:lstStyle/>
              <a:p>
                <a:pPr algn="ctr"/>
                <a14:m>
                  <m:oMathPara xmlns:m="http://schemas.openxmlformats.org/officeDocument/2006/math">
                    <m:oMath>
                      <m:sSubSup>
                        <m:sSubSupPr>
                          <m:ctrlPr>
                            <a:rPr>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sub>
                        <m:sup>
                          <m:r>
                            <a:rPr>
                              <a:latin typeface="Cambria Math" panose="02040503050406030204" pitchFamily="18" charset="0"/>
                            </a:rPr>
                            <m:t>2</m:t>
                          </m:r>
                        </m:sup>
                      </m:sSubSup>
                      <m:r>
                        <a:rPr>
                          <a:latin typeface="Cambria Math" panose="02040503050406030204" pitchFamily="18" charset="0"/>
                        </a:rPr>
                        <m:t> = </m:t>
                      </m:r>
                      <m:sSub>
                        <m:sSubPr>
                          <m:ctrlPr>
                            <a:rPr>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𝑣</m:t>
                          </m:r>
                        </m:sub>
                      </m:sSub>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𝑒</m:t>
                              </m:r>
                            </m:e>
                            <m:sub>
                              <m:r>
                                <a:rPr>
                                  <a:latin typeface="Cambria Math" panose="02040503050406030204" pitchFamily="18" charset="0"/>
                                </a:rPr>
                                <m:t>𝑖</m:t>
                              </m:r>
                            </m:sub>
                          </m:sSub>
                        </m:e>
                        <m:sup>
                          <m:r>
                            <a:rPr>
                              <a:latin typeface="Cambria Math" panose="02040503050406030204" pitchFamily="18" charset="0"/>
                            </a:rPr>
                            <m:t>2</m:t>
                          </m:r>
                        </m:sup>
                      </m:sSup>
                      <m:r>
                        <a:rPr>
                          <a:latin typeface="Cambria Math" panose="02040503050406030204" pitchFamily="18" charset="0"/>
                        </a:rPr>
                        <m:t> + (1−</m:t>
                      </m:r>
                      <m:sSub>
                        <m:sSubPr>
                          <m:ctrlPr>
                            <a:rPr>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𝑣</m:t>
                          </m:r>
                        </m:sub>
                      </m:sSub>
                      <m:r>
                        <a:rPr>
                          <a:latin typeface="Cambria Math" panose="02040503050406030204" pitchFamily="18" charset="0"/>
                        </a:rPr>
                        <m:t>)</m:t>
                      </m:r>
                      <m:sSubSup>
                        <m:sSubSupPr>
                          <m:ctrlPr>
                            <a:rPr>
                              <a:latin typeface="Cambria Math" panose="02040503050406030204" pitchFamily="18" charset="0"/>
                            </a:rPr>
                          </m:ctrlPr>
                        </m:sSubSupPr>
                        <m:e>
                          <m:r>
                            <a:rPr>
                              <a:latin typeface="Cambria Math" panose="02040503050406030204" pitchFamily="18" charset="0"/>
                            </a:rPr>
                            <m:t>𝜎</m:t>
                          </m:r>
                        </m:e>
                        <m:sub>
                          <m:r>
                            <a:rPr>
                              <a:latin typeface="Cambria Math" panose="02040503050406030204" pitchFamily="18" charset="0"/>
                            </a:rPr>
                            <m:t>𝑒</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−1</m:t>
                          </m:r>
                        </m:sub>
                        <m:sup>
                          <m:r>
                            <a:rPr>
                              <a:latin typeface="Cambria Math" panose="02040503050406030204" pitchFamily="18" charset="0"/>
                            </a:rPr>
                            <m:t>2</m:t>
                          </m:r>
                        </m:sup>
                      </m:sSubSup>
                    </m:oMath>
                  </m:oMathPara>
                </a14:m>
                <a:endParaRPr lang="en-GB" sz="1800">
                  <a:solidFill>
                    <a:srgbClr val="14233B"/>
                  </a:solidFill>
                </a:endParaRPr>
              </a:p>
            </p:txBody>
          </p:sp>
        </mc:Choice>
        <mc:Fallback xmlns="">
          <p:sp>
            <p:nvSpPr>
              <p:cNvPr id="28" name="EDITABLE POWERPOINT EQUATION | Variance EWMA recurrence"/>
              <p:cNvSpPr txBox="1">
                <a:spLocks noRot="1" noChangeAspect="1" noMove="1" noResize="1" noEditPoints="1" noAdjustHandles="1" noChangeArrowheads="1" noChangeShapeType="1" noTextEdit="1"/>
              </p:cNvSpPr>
              <p:nvPr/>
            </p:nvSpPr>
            <p:spPr>
              <a:xfrm>
                <a:off x="1033271" y="6556248"/>
                <a:ext cx="5513832" cy="640080"/>
              </a:xfrm>
              <a:prstGeom prst="rect">
                <a:avLst/>
              </a:prstGeom>
              <a:blipFill>
                <a:blip r:embed="rId5"/>
                <a:stretch>
                  <a:fillRect/>
                </a:stretch>
              </a:blipFill>
            </p:spPr>
            <p:txBody>
              <a:bodyPr/>
              <a:lstStyle/>
              <a:p>
                <a:r>
                  <a:rPr lang="en-GB">
                    <a:noFill/>
                  </a:rPr>
                  <a:t> </a:t>
                </a:r>
              </a:p>
            </p:txBody>
          </p:sp>
        </mc:Fallback>
      </mc:AlternateContent>
      <p:sp>
        <p:nvSpPr>
          <p:cNvPr id="16" name="TextBox 16"/>
          <p:cNvSpPr txBox="1"/>
          <p:nvPr/>
        </p:nvSpPr>
        <p:spPr>
          <a:xfrm>
            <a:off x="1028700" y="7707630"/>
            <a:ext cx="8435340" cy="102489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Check current limits first; update state and variance afterwards.</a:t>
            </a:r>
          </a:p>
          <a:p>
            <a:pPr algn="l">
              <a:lnSpc>
                <a:spcPts val="2520"/>
              </a:lnSpc>
            </a:pPr>
            <a:r>
              <a:rPr lang="en-US" sz="2100">
                <a:solidFill>
                  <a:srgbClr val="9CB0C3"/>
                </a:solidFill>
                <a:latin typeface="DejaVu Sans Light"/>
                <a:ea typeface="DejaVu Sans Light"/>
                <a:cs typeface="DejaVu Sans Light"/>
                <a:sym typeface="DejaVu Sans Light"/>
              </a:rPr>
              <a:t>αᵥ is the variance-smoothing weight (paper: 0.05).</a:t>
            </a:r>
          </a:p>
        </p:txBody>
      </p:sp>
      <p:sp>
        <p:nvSpPr>
          <p:cNvPr id="17" name="TextBox 17"/>
          <p:cNvSpPr txBox="1"/>
          <p:nvPr/>
        </p:nvSpPr>
        <p:spPr>
          <a:xfrm>
            <a:off x="10149840" y="2308860"/>
            <a:ext cx="7269480" cy="457200"/>
          </a:xfrm>
          <a:prstGeom prst="rect">
            <a:avLst/>
          </a:prstGeom>
        </p:spPr>
        <p:txBody>
          <a:bodyPr lIns="0" tIns="0" rIns="0" bIns="0" rtlCol="0" anchor="t">
            <a:spAutoFit/>
          </a:bodyPr>
          <a:lstStyle/>
          <a:p>
            <a:pPr algn="l">
              <a:lnSpc>
                <a:spcPts val="3779"/>
              </a:lnSpc>
            </a:pPr>
            <a:r>
              <a:rPr lang="en-US" sz="3150" b="1">
                <a:solidFill>
                  <a:srgbClr val="F4C04B"/>
                </a:solidFill>
                <a:latin typeface="DejaVu Sans Bold"/>
                <a:ea typeface="DejaVu Sans Bold"/>
                <a:cs typeface="DejaVu Sans Bold"/>
                <a:sym typeface="DejaVu Sans Bold"/>
              </a:rPr>
              <a:t>Stage II: Hotelling validation</a:t>
            </a:r>
          </a:p>
        </p:txBody>
      </p:sp>
      <p:sp>
        <p:nvSpPr>
          <p:cNvPr id="18" name="TextBox 18"/>
          <p:cNvSpPr txBox="1"/>
          <p:nvPr/>
        </p:nvSpPr>
        <p:spPr>
          <a:xfrm>
            <a:off x="10149840" y="311277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Repository pooled two-sample mode</a:t>
            </a:r>
          </a:p>
        </p:txBody>
      </p:sp>
      <p:sp>
        <p:nvSpPr>
          <p:cNvPr id="39" name="Rectangle 38"/>
          <p:cNvSpPr/>
          <p:nvPr/>
        </p:nvSpPr>
        <p:spPr>
          <a:xfrm>
            <a:off x="10085832" y="3977639"/>
            <a:ext cx="6620256" cy="676656"/>
          </a:xfrm>
          <a:prstGeom prst="rect">
            <a:avLst/>
          </a:prstGeom>
          <a:solidFill>
            <a:srgbClr val="E1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9" name="EDITABLE POWERPOINT EQUATION | Two-sample Hotelling T squared"/>
              <p:cNvSpPr txBox="1"/>
              <p:nvPr/>
            </p:nvSpPr>
            <p:spPr>
              <a:xfrm>
                <a:off x="10085832" y="3977639"/>
                <a:ext cx="6620256" cy="676656"/>
              </a:xfrm>
              <a:prstGeom prst="rect">
                <a:avLst/>
              </a:prstGeom>
              <a:solidFill>
                <a:srgbClr val="DDEBF3"/>
              </a:solidFill>
            </p:spPr>
            <p:txBody>
              <a:bodyPr wrap="none" lIns="0" tIns="0" rIns="0" bIns="0" anchor="ctr">
                <a:spAutoFit/>
              </a:bodyPr>
              <a:lstStyle/>
              <a:p>
                <a:pPr algn="ct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𝑇</m:t>
                          </m:r>
                        </m:e>
                        <m:sup>
                          <m:r>
                            <a:rPr>
                              <a:latin typeface="Cambria Math" panose="02040503050406030204" pitchFamily="18" charset="0"/>
                            </a:rPr>
                            <m:t>2</m:t>
                          </m:r>
                        </m:sup>
                      </m:sSup>
                      <m:r>
                        <a:rPr>
                          <a:latin typeface="Cambria Math" panose="02040503050406030204" pitchFamily="18" charset="0"/>
                        </a:rPr>
                        <m:t> = </m:t>
                      </m:r>
                      <m:f>
                        <m:fPr>
                          <m:ctrlPr>
                            <a:rPr i="1">
                              <a:latin typeface="Cambria Math" panose="02040503050406030204" pitchFamily="18" charset="0"/>
                            </a:rPr>
                          </m:ctrlPr>
                        </m:fPr>
                        <m:num>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num>
                        <m:den>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𝑛</m:t>
                              </m:r>
                            </m:e>
                            <m:sub>
                              <m:r>
                                <a:rPr>
                                  <a:latin typeface="Cambria Math" panose="02040503050406030204" pitchFamily="18" charset="0"/>
                                </a:rPr>
                                <m:t>2</m:t>
                              </m:r>
                            </m:sub>
                          </m:sSub>
                        </m:den>
                      </m:f>
                      <m:r>
                        <a:rPr>
                          <a:latin typeface="Cambria Math" panose="02040503050406030204" pitchFamily="18" charset="0"/>
                        </a:rPr>
                        <m:t>(</m:t>
                      </m:r>
                      <m:acc>
                        <m:accPr>
                          <m:chr m:val="̄"/>
                          <m:ctrlPr>
                            <a:rPr i="1">
                              <a:latin typeface="Cambria Math" panose="02040503050406030204" pitchFamily="18" charset="0"/>
                            </a:rPr>
                          </m:ctrlPr>
                        </m:acc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sSup>
                        <m:sSupPr>
                          <m:ctrlPr>
                            <a:rPr>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𝑇</m:t>
                          </m:r>
                        </m:sup>
                      </m:sSup>
                      <m:sSup>
                        <m:sSupPr>
                          <m:ctrlPr>
                            <a:rPr i="1">
                              <a:latin typeface="Cambria Math" panose="02040503050406030204" pitchFamily="18" charset="0"/>
                            </a:rPr>
                          </m:ctrlPr>
                        </m:sSupPr>
                        <m:e>
                          <m:sSub>
                            <m:sSubPr>
                              <m:ctrlPr>
                                <a:rPr>
                                  <a:latin typeface="Cambria Math" panose="02040503050406030204" pitchFamily="18" charset="0"/>
                                </a:rPr>
                              </m:ctrlPr>
                            </m:sSubPr>
                            <m:e>
                              <m:r>
                                <a:rPr>
                                  <a:latin typeface="Cambria Math" panose="02040503050406030204" pitchFamily="18" charset="0"/>
                                </a:rPr>
                                <m:t>𝑆</m:t>
                              </m:r>
                            </m:e>
                            <m:sub>
                              <m:r>
                                <a:rPr>
                                  <a:latin typeface="Cambria Math" panose="02040503050406030204" pitchFamily="18" charset="0"/>
                                </a:rPr>
                                <m:t>𝑝</m:t>
                              </m:r>
                            </m:sub>
                          </m:sSub>
                        </m:e>
                        <m:sup>
                          <m:r>
                            <a:rPr>
                              <a:latin typeface="Cambria Math" panose="02040503050406030204" pitchFamily="18" charset="0"/>
                            </a:rPr>
                            <m:t>−1</m:t>
                          </m:r>
                        </m:sup>
                      </m:sSup>
                      <m:r>
                        <a:rPr>
                          <a:latin typeface="Cambria Math" panose="02040503050406030204" pitchFamily="18" charset="0"/>
                        </a:rPr>
                        <m:t>(</m:t>
                      </m:r>
                      <m:acc>
                        <m:accPr>
                          <m:chr m:val="̄"/>
                          <m:ctrlPr>
                            <a:rPr i="1">
                              <a:latin typeface="Cambria Math" panose="02040503050406030204" pitchFamily="18" charset="0"/>
                            </a:rPr>
                          </m:ctrlPr>
                        </m:acc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1</m:t>
                              </m:r>
                            </m:sub>
                          </m:sSub>
                        </m:e>
                      </m:acc>
                      <m:r>
                        <a:rPr>
                          <a:latin typeface="Cambria Math" panose="02040503050406030204" pitchFamily="18" charset="0"/>
                        </a:rPr>
                        <m:t> − </m:t>
                      </m:r>
                      <m:acc>
                        <m:accPr>
                          <m:chr m:val="̄"/>
                          <m:ctrlPr>
                            <a:rPr i="1">
                              <a:latin typeface="Cambria Math" panose="02040503050406030204" pitchFamily="18" charset="0"/>
                            </a:rPr>
                          </m:ctrlPr>
                        </m:accPr>
                        <m:e>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2</m:t>
                              </m:r>
                            </m:sub>
                          </m:sSub>
                        </m:e>
                      </m:acc>
                      <m:r>
                        <a:rPr>
                          <a:latin typeface="Cambria Math" panose="02040503050406030204" pitchFamily="18" charset="0"/>
                        </a:rPr>
                        <m:t>)</m:t>
                      </m:r>
                    </m:oMath>
                  </m:oMathPara>
                </a14:m>
                <a:endParaRPr lang="en-GB" sz="2000">
                  <a:solidFill>
                    <a:srgbClr val="14233B"/>
                  </a:solidFill>
                </a:endParaRPr>
              </a:p>
            </p:txBody>
          </p:sp>
        </mc:Choice>
        <mc:Fallback xmlns="">
          <p:sp>
            <p:nvSpPr>
              <p:cNvPr id="29" name="EDITABLE POWERPOINT EQUATION | Two-sample Hotelling T squared"/>
              <p:cNvSpPr txBox="1">
                <a:spLocks noRot="1" noChangeAspect="1" noMove="1" noResize="1" noEditPoints="1" noAdjustHandles="1" noChangeArrowheads="1" noChangeShapeType="1" noTextEdit="1"/>
              </p:cNvSpPr>
              <p:nvPr/>
            </p:nvSpPr>
            <p:spPr>
              <a:xfrm>
                <a:off x="10085832" y="3977639"/>
                <a:ext cx="6620256" cy="676656"/>
              </a:xfrm>
              <a:prstGeom prst="rect">
                <a:avLst/>
              </a:prstGeom>
              <a:blipFill>
                <a:blip r:embed="rId6"/>
                <a:stretch>
                  <a:fillRect/>
                </a:stretch>
              </a:blipFill>
            </p:spPr>
            <p:txBody>
              <a:bodyPr/>
              <a:lstStyle/>
              <a:p>
                <a:r>
                  <a:rPr lang="en-GB">
                    <a:noFill/>
                  </a:rPr>
                  <a:t> </a:t>
                </a:r>
              </a:p>
            </p:txBody>
          </p:sp>
        </mc:Fallback>
      </mc:AlternateContent>
      <p:sp>
        <p:nvSpPr>
          <p:cNvPr id="21" name="TextBox 21"/>
          <p:cNvSpPr txBox="1"/>
          <p:nvPr/>
        </p:nvSpPr>
        <p:spPr>
          <a:xfrm>
            <a:off x="10149840" y="510159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Decision and dimensionality condition</a:t>
            </a:r>
          </a:p>
        </p:txBody>
      </p:sp>
      <p:sp>
        <p:nvSpPr>
          <p:cNvPr id="40" name="Rectangle 39"/>
          <p:cNvSpPr/>
          <p:nvPr/>
        </p:nvSpPr>
        <p:spPr>
          <a:xfrm>
            <a:off x="10149840" y="5843016"/>
            <a:ext cx="5660136" cy="512064"/>
          </a:xfrm>
          <a:prstGeom prst="rect">
            <a:avLst/>
          </a:prstGeom>
          <a:solidFill>
            <a:srgbClr val="E1E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EDITABLE POWERPOINT EQUATION | Detection threshold and degrees of freedom"/>
              <p:cNvSpPr txBox="1"/>
              <p:nvPr/>
            </p:nvSpPr>
            <p:spPr>
              <a:xfrm>
                <a:off x="10149840" y="5843016"/>
                <a:ext cx="5660136" cy="512064"/>
              </a:xfrm>
              <a:prstGeom prst="rect">
                <a:avLst/>
              </a:prstGeom>
              <a:solidFill>
                <a:srgbClr val="DDEBF3"/>
              </a:solidFill>
            </p:spPr>
            <p:txBody>
              <a:bodyPr wrap="none" lIns="0" tIns="0" rIns="0" bIns="0" anchor="ctr">
                <a:spAutoFit/>
              </a:bodyPr>
              <a:lstStyle/>
              <a:p>
                <a:pPr algn="ctr"/>
                <a14:m>
                  <m:oMathPara xmlns:m="http://schemas.openxmlformats.org/officeDocument/2006/math">
                    <m:oMath>
                      <m:r>
                        <a:rPr>
                          <a:latin typeface="Cambria Math" panose="02040503050406030204" pitchFamily="18" charset="0"/>
                        </a:rPr>
                        <m:t>𝑝</m:t>
                      </m:r>
                      <m:r>
                        <a:rPr>
                          <a:latin typeface="Cambria Math" panose="02040503050406030204" pitchFamily="18" charset="0"/>
                        </a:rPr>
                        <m:t> &lt; </m:t>
                      </m:r>
                      <m:sSub>
                        <m:sSubPr>
                          <m:ctrlPr>
                            <a:rPr>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𝑡𝑒𝑠𝑡</m:t>
                          </m:r>
                        </m:sub>
                      </m:sSub>
                      <m:r>
                        <a:rPr>
                          <a:latin typeface="Cambria Math" panose="02040503050406030204" pitchFamily="18" charset="0"/>
                        </a:rPr>
                        <m:t>,     2</m:t>
                      </m:r>
                      <m:r>
                        <a:rPr>
                          <a:latin typeface="Cambria Math" panose="02040503050406030204" pitchFamily="18" charset="0"/>
                        </a:rPr>
                        <m:t>𝐻</m:t>
                      </m:r>
                      <m:r>
                        <a:rPr>
                          <a:latin typeface="Cambria Math" panose="02040503050406030204" pitchFamily="18" charset="0"/>
                        </a:rPr>
                        <m:t> − </m:t>
                      </m:r>
                      <m:r>
                        <a:rPr>
                          <a:latin typeface="Cambria Math" panose="02040503050406030204" pitchFamily="18" charset="0"/>
                        </a:rPr>
                        <m:t>𝑑</m:t>
                      </m:r>
                      <m:r>
                        <a:rPr>
                          <a:latin typeface="Cambria Math" panose="02040503050406030204" pitchFamily="18" charset="0"/>
                        </a:rPr>
                        <m:t> − 1 &gt; 0</m:t>
                      </m:r>
                    </m:oMath>
                  </m:oMathPara>
                </a14:m>
                <a:endParaRPr lang="en-GB" sz="1800">
                  <a:solidFill>
                    <a:srgbClr val="14233B"/>
                  </a:solidFill>
                </a:endParaRPr>
              </a:p>
            </p:txBody>
          </p:sp>
        </mc:Choice>
        <mc:Fallback xmlns="">
          <p:sp>
            <p:nvSpPr>
              <p:cNvPr id="30" name="EDITABLE POWERPOINT EQUATION | Detection threshold and degrees of freedom"/>
              <p:cNvSpPr txBox="1">
                <a:spLocks noRot="1" noChangeAspect="1" noMove="1" noResize="1" noEditPoints="1" noAdjustHandles="1" noChangeArrowheads="1" noChangeShapeType="1" noTextEdit="1"/>
              </p:cNvSpPr>
              <p:nvPr/>
            </p:nvSpPr>
            <p:spPr>
              <a:xfrm>
                <a:off x="10149840" y="5843016"/>
                <a:ext cx="5660136" cy="512064"/>
              </a:xfrm>
              <a:prstGeom prst="rect">
                <a:avLst/>
              </a:prstGeom>
              <a:blipFill>
                <a:blip r:embed="rId7"/>
                <a:stretch>
                  <a:fillRect/>
                </a:stretch>
              </a:blipFill>
            </p:spPr>
            <p:txBody>
              <a:bodyPr/>
              <a:lstStyle/>
              <a:p>
                <a:r>
                  <a:rPr lang="en-GB">
                    <a:noFill/>
                  </a:rPr>
                  <a:t> </a:t>
                </a:r>
              </a:p>
            </p:txBody>
          </p:sp>
        </mc:Fallback>
      </mc:AlternateContent>
      <p:sp>
        <p:nvSpPr>
          <p:cNvPr id="24" name="TextBox 24"/>
          <p:cNvSpPr txBox="1"/>
          <p:nvPr/>
        </p:nvSpPr>
        <p:spPr>
          <a:xfrm>
            <a:off x="10149840" y="6884670"/>
            <a:ext cx="6926580" cy="157353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H: observations per window; d: retained dimensions.</a:t>
            </a:r>
          </a:p>
          <a:p>
            <a:pPr algn="l">
              <a:lnSpc>
                <a:spcPts val="2520"/>
              </a:lnSpc>
            </a:pPr>
            <a:r>
              <a:rPr lang="en-US" sz="2100">
                <a:solidFill>
                  <a:srgbClr val="9CB0C3"/>
                </a:solidFill>
                <a:latin typeface="DejaVu Sans Light"/>
                <a:ea typeface="DejaVu Sans Light"/>
                <a:cs typeface="DejaVu Sans Light"/>
                <a:sym typeface="DejaVu Sans Light"/>
              </a:rPr>
              <a:t>αtest is distinct from variance smoothing.</a:t>
            </a:r>
          </a:p>
          <a:p>
            <a:pPr algn="l">
              <a:lnSpc>
                <a:spcPts val="2520"/>
              </a:lnSpc>
            </a:pPr>
            <a:r>
              <a:rPr lang="en-US" sz="2100">
                <a:solidFill>
                  <a:srgbClr val="9CB0C3"/>
                </a:solidFill>
                <a:latin typeface="DejaVu Sans Light"/>
                <a:ea typeface="DejaVu Sans Light"/>
                <a:cs typeface="DejaVu Sans Light"/>
                <a:sym typeface="DejaVu Sans Light"/>
              </a:rPr>
              <a:t>Confirmation is available after the second window.</a:t>
            </a:r>
          </a:p>
        </p:txBody>
      </p:sp>
      <p:sp>
        <p:nvSpPr>
          <p:cNvPr id="25" name="TextBox 25"/>
          <p:cNvSpPr txBox="1"/>
          <p:nvPr/>
        </p:nvSpPr>
        <p:spPr>
          <a:xfrm>
            <a:off x="1028700" y="895159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§II.E.3, Eqs. (3), (5)–(9). Eq. (9) uses separate covariance terms; pooled mode is a repository choice.</a:t>
            </a:r>
          </a:p>
          <a:p>
            <a:pPr algn="l">
              <a:lnSpc>
                <a:spcPts val="1980"/>
              </a:lnSpc>
            </a:pPr>
            <a:r>
              <a:rPr lang="en-US" sz="1650">
                <a:solidFill>
                  <a:srgbClr val="9CB0C3"/>
                </a:solidFill>
                <a:latin typeface="DejaVu Sans Light"/>
                <a:ea typeface="DejaVu Sans Light"/>
                <a:cs typeface="DejaVu Sans Light"/>
                <a:sym typeface="DejaVu Sans Light"/>
              </a:rPr>
              <a:t>Eq. (8) describes the always-update variance mode. The Diethe pilot uses frozen variance.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How structural changes appear in rolling statistics</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Mean, variance and AR dependence shift independently in controlled synthetic data.</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Source: scripts/generate_slide22_structural_visuals.py · n = 1024 · t₀ = 512 · seed 42 · window 96. Synthetic, descriptive; detector outcomes untested.</a:t>
            </a:r>
          </a:p>
        </p:txBody>
      </p:sp>
      <p:grpSp>
        <p:nvGrpSpPr>
          <p:cNvPr id="6" name="Group 6"/>
          <p:cNvGrpSpPr/>
          <p:nvPr/>
        </p:nvGrpSpPr>
        <p:grpSpPr>
          <a:xfrm>
            <a:off x="1000125" y="2743200"/>
            <a:ext cx="11811000" cy="6749143"/>
            <a:chOff x="0" y="0"/>
            <a:chExt cx="9245600" cy="5283200"/>
          </a:xfrm>
        </p:grpSpPr>
        <p:sp>
          <p:nvSpPr>
            <p:cNvPr id="7" name="Freeform 7"/>
            <p:cNvSpPr/>
            <p:nvPr/>
          </p:nvSpPr>
          <p:spPr>
            <a:xfrm>
              <a:off x="0" y="0"/>
              <a:ext cx="9245600" cy="5283200"/>
            </a:xfrm>
            <a:custGeom>
              <a:avLst/>
              <a:gdLst/>
              <a:ahLst/>
              <a:cxnLst/>
              <a:rect l="l" t="t" r="r" b="b"/>
              <a:pathLst>
                <a:path w="9245600" h="5283200">
                  <a:moveTo>
                    <a:pt x="0" y="0"/>
                  </a:moveTo>
                  <a:lnTo>
                    <a:pt x="9245600" y="0"/>
                  </a:lnTo>
                  <a:lnTo>
                    <a:pt x="9245600" y="5283200"/>
                  </a:lnTo>
                  <a:lnTo>
                    <a:pt x="0" y="52832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192125" y="3009900"/>
            <a:ext cx="3952875" cy="2971800"/>
          </a:xfrm>
          <a:prstGeom prst="rect">
            <a:avLst/>
          </a:prstGeom>
        </p:spPr>
        <p:txBody>
          <a:bodyPr lIns="0" tIns="0" rIns="0" bIns="0" rtlCol="0" anchor="t">
            <a:spAutoFit/>
          </a:bodyPr>
          <a:lstStyle/>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ROWS</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Mean shift</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Variance shift</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AR-dependence shift</a:t>
            </a:r>
          </a:p>
          <a:p>
            <a:pPr marL="0" lvl="0" indent="0" algn="l">
              <a:lnSpc>
                <a:spcPts val="2160"/>
              </a:lnSpc>
              <a:spcBef>
                <a:spcPct val="0"/>
              </a:spcBef>
            </a:pPr>
            <a:endParaRPr lang="en-US" sz="1800" b="1" u="none" strike="noStrike" dirty="0">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COLUMNS</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Rolling mean</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Rolling variance</a:t>
            </a: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Lag-1 correlation</a:t>
            </a:r>
          </a:p>
          <a:p>
            <a:pPr marL="0" lvl="0" indent="0" algn="l">
              <a:lnSpc>
                <a:spcPts val="2160"/>
              </a:lnSpc>
              <a:spcBef>
                <a:spcPct val="0"/>
              </a:spcBef>
            </a:pPr>
            <a:endParaRPr lang="en-US" sz="1800" b="1" u="none" strike="noStrike" dirty="0">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dirty="0">
                <a:solidFill>
                  <a:srgbClr val="000000"/>
                </a:solidFill>
                <a:latin typeface="Calibri (MS) Bold"/>
                <a:ea typeface="Calibri (MS) Bold"/>
                <a:cs typeface="Calibri (MS) Bold"/>
                <a:sym typeface="Calibri (MS) Bold"/>
              </a:rPr>
              <a:t>Dashed line: t₀ = 512</a:t>
            </a:r>
          </a:p>
        </p:txBody>
      </p:sp>
      <p:sp>
        <p:nvSpPr>
          <p:cNvPr id="9" name="TextBox 9"/>
          <p:cNvSpPr txBox="1"/>
          <p:nvPr/>
        </p:nvSpPr>
        <p:spPr>
          <a:xfrm>
            <a:off x="13192125" y="6524625"/>
            <a:ext cx="4048125" cy="1619250"/>
          </a:xfrm>
          <a:prstGeom prst="rect">
            <a:avLst/>
          </a:prstGeom>
        </p:spPr>
        <p:txBody>
          <a:bodyPr lIns="0" tIns="0" rIns="0" bIns="0" rtlCol="0" anchor="t">
            <a:spAutoFit/>
          </a:bodyPr>
          <a:lstStyle/>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KEY FINDING</a:t>
            </a:r>
          </a:p>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Temporal dependence can shift without a mean shift. Mean-based validation cannot establish covariance stability.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CSE TABLE-I DATA PROTOCOL</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CSE development and held-out evaluation</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2571750"/>
            <a:ext cx="6715125" cy="571500"/>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BCI Competition IV 2A</a:t>
            </a:r>
          </a:p>
        </p:txBody>
      </p:sp>
      <p:sp>
        <p:nvSpPr>
          <p:cNvPr id="6" name="TextBox 6"/>
          <p:cNvSpPr txBox="1"/>
          <p:nvPr/>
        </p:nvSpPr>
        <p:spPr>
          <a:xfrm>
            <a:off x="914400"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 I develops the model</a:t>
            </a:r>
          </a:p>
        </p:txBody>
      </p:sp>
      <p:sp>
        <p:nvSpPr>
          <p:cNvPr id="7" name="TextBox 7"/>
          <p:cNvSpPr txBox="1"/>
          <p:nvPr/>
        </p:nvSpPr>
        <p:spPr>
          <a:xfrm>
            <a:off x="914400"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 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 II, left/right trials</a:t>
            </a:r>
          </a:p>
        </p:txBody>
      </p:sp>
      <p:sp>
        <p:nvSpPr>
          <p:cNvPr id="8" name="AutoShape 8"/>
          <p:cNvSpPr/>
          <p:nvPr/>
        </p:nvSpPr>
        <p:spPr>
          <a:xfrm rot="5380980">
            <a:off x="6129299" y="5162550"/>
            <a:ext cx="5172151" cy="0"/>
          </a:xfrm>
          <a:prstGeom prst="line">
            <a:avLst/>
          </a:prstGeom>
          <a:ln w="19050" cap="rnd">
            <a:solidFill>
              <a:srgbClr val="294057"/>
            </a:solidFill>
            <a:prstDash val="solid"/>
            <a:headEnd type="none" w="sm" len="sm"/>
            <a:tailEnd type="none" w="sm" len="sm"/>
          </a:ln>
        </p:spPr>
        <p:txBody>
          <a:bodyPr/>
          <a:lstStyle/>
          <a:p>
            <a:endParaRPr lang="en-GB"/>
          </a:p>
        </p:txBody>
      </p:sp>
      <p:sp>
        <p:nvSpPr>
          <p:cNvPr id="9" name="TextBox 9"/>
          <p:cNvSpPr txBox="1"/>
          <p:nvPr/>
        </p:nvSpPr>
        <p:spPr>
          <a:xfrm>
            <a:off x="9858375" y="2571750"/>
            <a:ext cx="6715125" cy="571500"/>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BCI Competition IV 2B</a:t>
            </a:r>
          </a:p>
        </p:txBody>
      </p:sp>
      <p:sp>
        <p:nvSpPr>
          <p:cNvPr id="10" name="TextBox 10"/>
          <p:cNvSpPr txBox="1"/>
          <p:nvPr/>
        </p:nvSpPr>
        <p:spPr>
          <a:xfrm>
            <a:off x="9858375"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Sessions I–III develop the model</a:t>
            </a:r>
          </a:p>
        </p:txBody>
      </p:sp>
      <p:sp>
        <p:nvSpPr>
          <p:cNvPr id="11" name="TextBox 11"/>
          <p:cNvSpPr txBox="1"/>
          <p:nvPr/>
        </p:nvSpPr>
        <p:spPr>
          <a:xfrm>
            <a:off x="9858375"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Sessions I–III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Sessions IV–V</a:t>
            </a:r>
          </a:p>
        </p:txBody>
      </p:sp>
      <p:grpSp>
        <p:nvGrpSpPr>
          <p:cNvPr id="12" name="Group 12"/>
          <p:cNvGrpSpPr/>
          <p:nvPr/>
        </p:nvGrpSpPr>
        <p:grpSpPr>
          <a:xfrm>
            <a:off x="907256" y="7208044"/>
            <a:ext cx="15873412" cy="1042988"/>
            <a:chOff x="0" y="0"/>
            <a:chExt cx="21164550" cy="1390650"/>
          </a:xfrm>
        </p:grpSpPr>
        <p:sp>
          <p:nvSpPr>
            <p:cNvPr id="13" name="Freeform 13"/>
            <p:cNvSpPr/>
            <p:nvPr/>
          </p:nvSpPr>
          <p:spPr>
            <a:xfrm>
              <a:off x="0" y="0"/>
              <a:ext cx="21164550" cy="1390650"/>
            </a:xfrm>
            <a:custGeom>
              <a:avLst/>
              <a:gdLst/>
              <a:ahLst/>
              <a:cxnLst/>
              <a:rect l="l" t="t" r="r" b="b"/>
              <a:pathLst>
                <a:path w="21164550" h="1390650">
                  <a:moveTo>
                    <a:pt x="0" y="193167"/>
                  </a:moveTo>
                  <a:cubicBezTo>
                    <a:pt x="0" y="86487"/>
                    <a:pt x="86487" y="0"/>
                    <a:pt x="193167" y="0"/>
                  </a:cubicBezTo>
                  <a:lnTo>
                    <a:pt x="20971383" y="0"/>
                  </a:lnTo>
                  <a:cubicBezTo>
                    <a:pt x="21078064" y="0"/>
                    <a:pt x="21164550" y="86487"/>
                    <a:pt x="21164550" y="193167"/>
                  </a:cubicBezTo>
                  <a:lnTo>
                    <a:pt x="21164550" y="1197483"/>
                  </a:lnTo>
                  <a:cubicBezTo>
                    <a:pt x="21164550" y="1304163"/>
                    <a:pt x="21078064" y="1390650"/>
                    <a:pt x="20971383" y="1390650"/>
                  </a:cubicBezTo>
                  <a:lnTo>
                    <a:pt x="193167" y="1390650"/>
                  </a:lnTo>
                  <a:cubicBezTo>
                    <a:pt x="86487" y="1390650"/>
                    <a:pt x="0" y="1304163"/>
                    <a:pt x="0" y="1197483"/>
                  </a:cubicBezTo>
                  <a:close/>
                </a:path>
              </a:pathLst>
            </a:custGeom>
            <a:solidFill>
              <a:srgbClr val="0F1C2B"/>
            </a:solidFill>
            <a:ln w="14288" cap="sq">
              <a:solidFill>
                <a:srgbClr val="294057"/>
              </a:solidFill>
              <a:prstDash val="solid"/>
              <a:miter/>
            </a:ln>
          </p:spPr>
          <p:txBody>
            <a:bodyPr/>
            <a:lstStyle/>
            <a:p>
              <a:endParaRPr lang="en-GB"/>
            </a:p>
          </p:txBody>
        </p:sp>
      </p:grpSp>
      <p:sp>
        <p:nvSpPr>
          <p:cNvPr id="14" name="TextBox 14"/>
          <p:cNvSpPr txBox="1"/>
          <p:nvPr/>
        </p:nvSpPr>
        <p:spPr>
          <a:xfrm>
            <a:off x="1228725" y="7477125"/>
            <a:ext cx="3143250" cy="352425"/>
          </a:xfrm>
          <a:prstGeom prst="rect">
            <a:avLst/>
          </a:prstGeom>
        </p:spPr>
        <p:txBody>
          <a:bodyPr lIns="0" tIns="0" rIns="0" bIns="0" rtlCol="0" anchor="t">
            <a:spAutoFit/>
          </a:bodyPr>
          <a:lstStyle/>
          <a:p>
            <a:pPr algn="l">
              <a:lnSpc>
                <a:spcPts val="1889"/>
              </a:lnSpc>
            </a:pPr>
            <a:r>
              <a:rPr lang="en-US" sz="1575" b="1">
                <a:solidFill>
                  <a:srgbClr val="F5B942"/>
                </a:solidFill>
                <a:latin typeface="DejaVu Sans Bold"/>
                <a:ea typeface="DejaVu Sans Bold"/>
                <a:cs typeface="DejaVu Sans Bold"/>
                <a:sym typeface="DejaVu Sans Bold"/>
              </a:rPr>
              <a:t>Shared rule</a:t>
            </a:r>
          </a:p>
        </p:txBody>
      </p:sp>
      <p:sp>
        <p:nvSpPr>
          <p:cNvPr id="15" name="TextBox 15"/>
          <p:cNvSpPr txBox="1"/>
          <p:nvPr/>
        </p:nvSpPr>
        <p:spPr>
          <a:xfrm>
            <a:off x="4543425" y="7362825"/>
            <a:ext cx="11787188" cy="60960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Evaluation trials do not enter feature-model fitting.</a:t>
            </a:r>
          </a:p>
          <a:p>
            <a:pPr algn="l">
              <a:lnSpc>
                <a:spcPts val="2160"/>
              </a:lnSpc>
            </a:pPr>
            <a:r>
              <a:rPr lang="en-US" sz="1800" b="1">
                <a:solidFill>
                  <a:srgbClr val="EAF2F8"/>
                </a:solidFill>
                <a:latin typeface="DejaVu Sans Bold"/>
                <a:ea typeface="DejaVu Sans Bold"/>
                <a:cs typeface="DejaVu Sans Bold"/>
                <a:sym typeface="DejaVu Sans Bold"/>
              </a:rPr>
              <a:t>Record the split seed and effective detector configuration.</a:t>
            </a:r>
          </a:p>
        </p:txBody>
      </p:sp>
      <p:sp>
        <p:nvSpPr>
          <p:cNvPr id="16" name="TextBox 16"/>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17" name="TextBox 17"/>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14</a:t>
            </a:r>
          </a:p>
        </p:txBody>
      </p:sp>
      <p:sp>
        <p:nvSpPr>
          <p:cNvPr id="18" name="TextBox 18"/>
          <p:cNvSpPr txBox="1"/>
          <p:nvPr/>
        </p:nvSpPr>
        <p:spPr>
          <a:xfrm>
            <a:off x="1005840" y="8599170"/>
            <a:ext cx="15961995" cy="670560"/>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Classifier benchmark: 2A fits Session I and tests II.</a:t>
            </a:r>
          </a:p>
          <a:p>
            <a:pPr algn="l">
              <a:lnSpc>
                <a:spcPts val="2430"/>
              </a:lnSpc>
            </a:pPr>
            <a:r>
              <a:rPr lang="en-US" sz="2025">
                <a:solidFill>
                  <a:srgbClr val="9CB0C3"/>
                </a:solidFill>
                <a:latin typeface="DejaVu Sans Light"/>
                <a:ea typeface="DejaVu Sans Light"/>
                <a:cs typeface="DejaVu Sans Light"/>
                <a:sym typeface="DejaVu Sans Light"/>
              </a:rPr>
              <a:t>The stored 2B benchmark fits I–II and tests labelled Session III.</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EXPERIMENT DESIGN</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Six policies, three controlled scenarios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docs/diethe_experiments.md and current CLI. Defaults: 240 trials, 20-trial interval, 30-trial performance window.</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160426477"/>
              </p:ext>
            </p:extLst>
          </p:nvPr>
        </p:nvGraphicFramePr>
        <p:xfrm>
          <a:off x="1028700" y="2510028"/>
          <a:ext cx="16154400" cy="2895600"/>
        </p:xfrm>
        <a:graphic>
          <a:graphicData uri="http://schemas.openxmlformats.org/drawingml/2006/table">
            <a:tbl>
              <a:tblPr/>
              <a:tblGrid>
                <a:gridCol w="6023675">
                  <a:extLst>
                    <a:ext uri="{9D8B030D-6E8A-4147-A177-3AD203B41FA5}">
                      <a16:colId xmlns:a16="http://schemas.microsoft.com/office/drawing/2014/main" val="20000"/>
                    </a:ext>
                  </a:extLst>
                </a:gridCol>
                <a:gridCol w="10130725">
                  <a:extLst>
                    <a:ext uri="{9D8B030D-6E8A-4147-A177-3AD203B41FA5}">
                      <a16:colId xmlns:a16="http://schemas.microsoft.com/office/drawing/2014/main" val="20001"/>
                    </a:ext>
                  </a:extLst>
                </a:gridCol>
              </a:tblGrid>
              <a:tr h="7239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 trigger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72390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 / 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No update / every configured interval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Warning / validated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Stage-I warning / available Stage-II confirmation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Rolling accuracy drops below the validation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5879211"/>
            <a:ext cx="1618488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No shift: baseline alert and update burden.</a:t>
            </a:r>
          </a:p>
          <a:p>
            <a:pPr algn="l">
              <a:lnSpc>
                <a:spcPts val="3600"/>
              </a:lnSpc>
            </a:pPr>
            <a:r>
              <a:rPr lang="en-US" sz="3000">
                <a:solidFill>
                  <a:srgbClr val="EAF2F8"/>
                </a:solidFill>
                <a:latin typeface="DejaVu Sans Light"/>
                <a:ea typeface="DejaVu Sans Light"/>
                <a:cs typeface="DejaVu Sans Light"/>
                <a:sym typeface="DejaVu Sans Light"/>
              </a:rPr>
              <a:t>Feature shift: P(X) changes; the label rule stays fixed.</a:t>
            </a:r>
          </a:p>
          <a:p>
            <a:pPr algn="l">
              <a:lnSpc>
                <a:spcPts val="3600"/>
              </a:lnSpc>
            </a:pPr>
            <a:r>
              <a:rPr lang="en-US" sz="3000">
                <a:solidFill>
                  <a:srgbClr val="EAF2F8"/>
                </a:solidFill>
                <a:latin typeface="DejaVu Sans Light"/>
                <a:ea typeface="DejaVu Sans Light"/>
                <a:cs typeface="DejaVu Sans Light"/>
                <a:sym typeface="DejaVu Sans Light"/>
              </a:rPr>
              <a:t>Relationship shift: the label rule changes; P(X) stays fixed.</a:t>
            </a:r>
          </a:p>
        </p:txBody>
      </p:sp>
      <p:sp>
        <p:nvSpPr>
          <p:cNvPr id="8" name="TextBox 8"/>
          <p:cNvSpPr txBox="1"/>
          <p:nvPr/>
        </p:nvSpPr>
        <p:spPr>
          <a:xfrm>
            <a:off x="1028700" y="8087487"/>
            <a:ext cx="16184880" cy="80962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Predict before revealing each label. Training expands after updates.</a:t>
            </a:r>
          </a:p>
          <a:p>
            <a:pPr algn="l">
              <a:lnSpc>
                <a:spcPts val="2879"/>
              </a:lnSpc>
            </a:pPr>
            <a:r>
              <a:rPr lang="en-US" sz="2400">
                <a:solidFill>
                  <a:srgbClr val="9CB0C3"/>
                </a:solidFill>
                <a:latin typeface="DejaVu Sans Light"/>
                <a:ea typeface="DejaVu Sans Light"/>
                <a:cs typeface="DejaVu Sans Light"/>
                <a:sym typeface="DejaVu Sans Light"/>
              </a:rPr>
              <a:t>Delayed labels, rollback and energy measurement remain outside this experiment.</a:t>
            </a:r>
          </a:p>
        </p:txBody>
      </p:sp>
      <p:sp>
        <p:nvSpPr>
          <p:cNvPr id="9" name="TextBox 9"/>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18</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98145"/>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PILOT RESULT</a:t>
            </a:r>
          </a:p>
        </p:txBody>
      </p:sp>
      <p:sp>
        <p:nvSpPr>
          <p:cNvPr id="3" name="TextBox 3"/>
          <p:cNvSpPr txBox="1"/>
          <p:nvPr/>
        </p:nvSpPr>
        <p:spPr>
          <a:xfrm>
            <a:off x="918972" y="1211580"/>
            <a:ext cx="16459200" cy="868680"/>
          </a:xfrm>
          <a:prstGeom prst="rect">
            <a:avLst/>
          </a:prstGeom>
        </p:spPr>
        <p:txBody>
          <a:bodyPr lIns="0" tIns="0" rIns="0" bIns="0" rtlCol="0" anchor="t">
            <a:spAutoFit/>
          </a:bodyPr>
          <a:lstStyle/>
          <a:p>
            <a:pPr algn="l">
              <a:lnSpc>
                <a:spcPts val="4680"/>
              </a:lnSpc>
            </a:pPr>
            <a:r>
              <a:rPr lang="en-US" sz="3900" b="1">
                <a:solidFill>
                  <a:srgbClr val="EAF2F8"/>
                </a:solidFill>
                <a:latin typeface="DejaVu Sans Bold"/>
                <a:ea typeface="DejaVu Sans Bold"/>
                <a:cs typeface="DejaVu Sans Bold"/>
                <a:sym typeface="DejaVu Sans Bold"/>
              </a:rPr>
              <a:t>A detected shift does not guarantee a useful update</a:t>
            </a:r>
          </a:p>
        </p:txBody>
      </p:sp>
      <p:sp>
        <p:nvSpPr>
          <p:cNvPr id="4" name="TextBox 4"/>
          <p:cNvSpPr txBox="1"/>
          <p:nvPr/>
        </p:nvSpPr>
        <p:spPr>
          <a:xfrm>
            <a:off x="1028700" y="2367915"/>
            <a:ext cx="16184880" cy="60388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Synthetic feature shift; seed 42; 240 trials; shift starts at index 120.</a:t>
            </a:r>
          </a:p>
        </p:txBody>
      </p:sp>
      <p:graphicFrame>
        <p:nvGraphicFramePr>
          <p:cNvPr id="5" name="Table 5"/>
          <p:cNvGraphicFramePr>
            <a:graphicFrameLocks noGrp="1"/>
          </p:cNvGraphicFramePr>
          <p:nvPr>
            <p:extLst>
              <p:ext uri="{D42A27DB-BD31-4B8C-83A1-F6EECF244321}">
                <p14:modId xmlns:p14="http://schemas.microsoft.com/office/powerpoint/2010/main" val="659229463"/>
              </p:ext>
            </p:extLst>
          </p:nvPr>
        </p:nvGraphicFramePr>
        <p:xfrm>
          <a:off x="1028700" y="3223260"/>
          <a:ext cx="16135350" cy="3645408"/>
        </p:xfrm>
        <a:graphic>
          <a:graphicData uri="http://schemas.openxmlformats.org/drawingml/2006/table">
            <a:tbl>
              <a:tblPr/>
              <a:tblGrid>
                <a:gridCol w="6016571">
                  <a:extLst>
                    <a:ext uri="{9D8B030D-6E8A-4147-A177-3AD203B41FA5}">
                      <a16:colId xmlns:a16="http://schemas.microsoft.com/office/drawing/2014/main" val="20000"/>
                    </a:ext>
                  </a:extLst>
                </a:gridCol>
                <a:gridCol w="3281766">
                  <a:extLst>
                    <a:ext uri="{9D8B030D-6E8A-4147-A177-3AD203B41FA5}">
                      <a16:colId xmlns:a16="http://schemas.microsoft.com/office/drawing/2014/main" val="20001"/>
                    </a:ext>
                  </a:extLst>
                </a:gridCol>
                <a:gridCol w="3008286">
                  <a:extLst>
                    <a:ext uri="{9D8B030D-6E8A-4147-A177-3AD203B41FA5}">
                      <a16:colId xmlns:a16="http://schemas.microsoft.com/office/drawing/2014/main" val="20002"/>
                    </a:ext>
                  </a:extLst>
                </a:gridCol>
                <a:gridCol w="3828727">
                  <a:extLst>
                    <a:ext uri="{9D8B030D-6E8A-4147-A177-3AD203B41FA5}">
                      <a16:colId xmlns:a16="http://schemas.microsoft.com/office/drawing/2014/main" val="20003"/>
                    </a:ext>
                  </a:extLst>
                </a:gridCol>
              </a:tblGrid>
              <a:tr h="5905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Accuracy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Gain vs never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97.92%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0.00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98.33%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Warning</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97.50%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Validated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97.50%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5905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97.92%</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0.00 pp</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305675"/>
            <a:ext cx="16184880" cy="946785"/>
          </a:xfrm>
          <a:prstGeom prst="rect">
            <a:avLst/>
          </a:prstGeom>
        </p:spPr>
        <p:txBody>
          <a:bodyPr lIns="0" tIns="0" rIns="0" bIns="0" rtlCol="0" anchor="t">
            <a:spAutoFit/>
          </a:bodyPr>
          <a:lstStyle/>
          <a:p>
            <a:pPr algn="l">
              <a:lnSpc>
                <a:spcPts val="3419"/>
              </a:lnSpc>
            </a:pPr>
            <a:r>
              <a:rPr lang="en-US" sz="2850">
                <a:solidFill>
                  <a:srgbClr val="78D8CC"/>
                </a:solidFill>
                <a:latin typeface="DejaVu Sans Light"/>
                <a:ea typeface="DejaVu Sans Light"/>
                <a:cs typeface="DejaVu Sans Light"/>
                <a:sym typeface="DejaVu Sans Light"/>
              </a:rPr>
              <a:t>Periodic updating gains one correct prediction overall for 12 updates.</a:t>
            </a:r>
          </a:p>
          <a:p>
            <a:pPr algn="l">
              <a:lnSpc>
                <a:spcPts val="3419"/>
              </a:lnSpc>
            </a:pPr>
            <a:r>
              <a:rPr lang="en-US" sz="2850">
                <a:solidFill>
                  <a:srgbClr val="78D8CC"/>
                </a:solidFill>
                <a:latin typeface="DejaVu Sans Light"/>
                <a:ea typeface="DejaVu Sans Light"/>
                <a:cs typeface="DejaVu Sans Light"/>
                <a:sym typeface="DejaVu Sans Light"/>
              </a:rPr>
              <a:t>Validated updating finishes one prediction below never-update.</a:t>
            </a:r>
          </a:p>
        </p:txBody>
      </p:sp>
      <p:sp>
        <p:nvSpPr>
          <p:cNvPr id="7" name="TextBox 7"/>
          <p:cNvSpPr txBox="1"/>
          <p:nvPr/>
        </p:nvSpPr>
        <p:spPr>
          <a:xfrm>
            <a:off x="1028700" y="8489442"/>
            <a:ext cx="16184880" cy="47625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One-run illustration, not a policy ranking. Next: matched comparisons across scenarios and seeds.</a:t>
            </a:r>
          </a:p>
        </p:txBody>
      </p:sp>
      <p:sp>
        <p:nvSpPr>
          <p:cNvPr id="8" name="TextBox 8"/>
          <p:cNvSpPr txBox="1"/>
          <p:nvPr/>
        </p:nvSpPr>
        <p:spPr>
          <a:xfrm>
            <a:off x="1028700" y="9184767"/>
            <a:ext cx="16184880" cy="356997"/>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outputs/diethe/20261004T111759599003Z/summary.csv; generating commit 2a8d20b.</a:t>
            </a:r>
          </a:p>
        </p:txBody>
      </p:sp>
      <p:sp>
        <p:nvSpPr>
          <p:cNvPr id="9" name="TextBox 9"/>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TRACKED EXPERIMENT RESULTS</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Classifier and complementary-monitoring results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21</a:t>
            </a:r>
          </a:p>
        </p:txBody>
      </p:sp>
      <p:sp>
        <p:nvSpPr>
          <p:cNvPr id="7" name="TextBox 7"/>
          <p:cNvSpPr txBox="1"/>
          <p:nvPr/>
        </p:nvSpPr>
        <p:spPr>
          <a:xfrm>
            <a:off x="1005840" y="2579370"/>
            <a:ext cx="6817995" cy="418147"/>
          </a:xfrm>
          <a:prstGeom prst="rect">
            <a:avLst/>
          </a:prstGeom>
        </p:spPr>
        <p:txBody>
          <a:bodyPr lIns="0" tIns="0" rIns="0" bIns="0" rtlCol="0" anchor="t">
            <a:spAutoFit/>
          </a:bodyPr>
          <a:lstStyle/>
          <a:p>
            <a:pPr algn="l">
              <a:lnSpc>
                <a:spcPts val="3104"/>
              </a:lnSpc>
            </a:pPr>
            <a:r>
              <a:rPr lang="en-US" sz="2587" b="1">
                <a:solidFill>
                  <a:srgbClr val="64D98B"/>
                </a:solidFill>
                <a:latin typeface="DejaVu Sans Bold"/>
                <a:ea typeface="DejaVu Sans Bold"/>
                <a:cs typeface="DejaVu Sans Bold"/>
                <a:sym typeface="DejaVu Sans Bold"/>
              </a:rPr>
              <a:t>Real EEG classifier benchmark</a:t>
            </a:r>
          </a:p>
        </p:txBody>
      </p:sp>
      <p:sp>
        <p:nvSpPr>
          <p:cNvPr id="8" name="TextBox 8"/>
          <p:cNvSpPr txBox="1"/>
          <p:nvPr/>
        </p:nvSpPr>
        <p:spPr>
          <a:xfrm>
            <a:off x="1005840" y="3179445"/>
            <a:ext cx="6960870" cy="318135"/>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Mean accuracy across 9 subjects per dataset</a:t>
            </a:r>
          </a:p>
        </p:txBody>
      </p:sp>
      <p:sp>
        <p:nvSpPr>
          <p:cNvPr id="9" name="TextBox 9"/>
          <p:cNvSpPr txBox="1"/>
          <p:nvPr/>
        </p:nvSpPr>
        <p:spPr>
          <a:xfrm>
            <a:off x="9449752" y="2579370"/>
            <a:ext cx="7675245" cy="418147"/>
          </a:xfrm>
          <a:prstGeom prst="rect">
            <a:avLst/>
          </a:prstGeom>
        </p:spPr>
        <p:txBody>
          <a:bodyPr lIns="0" tIns="0" rIns="0" bIns="0" rtlCol="0" anchor="t">
            <a:spAutoFit/>
          </a:bodyPr>
          <a:lstStyle/>
          <a:p>
            <a:pPr algn="l">
              <a:lnSpc>
                <a:spcPts val="3104"/>
              </a:lnSpc>
            </a:pPr>
            <a:r>
              <a:rPr lang="en-US" sz="2587" b="1">
                <a:solidFill>
                  <a:srgbClr val="2DD4BF"/>
                </a:solidFill>
                <a:latin typeface="DejaVu Sans Bold"/>
                <a:ea typeface="DejaVu Sans Bold"/>
                <a:cs typeface="DejaVu Sans Bold"/>
                <a:sym typeface="DejaVu Sans Bold"/>
              </a:rPr>
              <a:t>Complementary Stage-I monitoring</a:t>
            </a:r>
          </a:p>
        </p:txBody>
      </p:sp>
      <p:sp>
        <p:nvSpPr>
          <p:cNvPr id="10" name="TextBox 10"/>
          <p:cNvSpPr txBox="1"/>
          <p:nvPr/>
        </p:nvSpPr>
        <p:spPr>
          <a:xfrm>
            <a:off x="9449752" y="3179445"/>
            <a:ext cx="7675245" cy="561023"/>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Detection within 20 samples, 100 seeds, magnitude 3</a:t>
            </a:r>
          </a:p>
        </p:txBody>
      </p:sp>
      <p:sp>
        <p:nvSpPr>
          <p:cNvPr id="11" name="TextBox 11"/>
          <p:cNvSpPr txBox="1"/>
          <p:nvPr/>
        </p:nvSpPr>
        <p:spPr>
          <a:xfrm>
            <a:off x="1005840" y="6441758"/>
            <a:ext cx="7532370" cy="756285"/>
          </a:xfrm>
          <a:prstGeom prst="rect">
            <a:avLst/>
          </a:prstGeom>
        </p:spPr>
        <p:txBody>
          <a:bodyPr lIns="0" tIns="0" rIns="0" bIns="0" rtlCol="0" anchor="t">
            <a:spAutoFit/>
          </a:bodyPr>
          <a:lstStyle/>
          <a:p>
            <a:pPr algn="l">
              <a:lnSpc>
                <a:spcPts val="2430"/>
              </a:lnSpc>
            </a:pPr>
            <a:r>
              <a:rPr lang="en-US" sz="2025">
                <a:solidFill>
                  <a:srgbClr val="EAF2F8"/>
                </a:solidFill>
                <a:latin typeface="DejaVu Sans Light"/>
                <a:ea typeface="DejaVu Sans Light"/>
                <a:cs typeface="DejaVu Sans Light"/>
                <a:sym typeface="DejaVu Sans Light"/>
              </a:rPr>
              <a:t>Mean change: −0.15 pp (2A), +0.56 pp (2B).</a:t>
            </a:r>
          </a:p>
          <a:p>
            <a:pPr algn="l">
              <a:lnSpc>
                <a:spcPts val="2430"/>
              </a:lnSpc>
            </a:pPr>
            <a:r>
              <a:rPr lang="en-US" sz="2025">
                <a:solidFill>
                  <a:srgbClr val="EAF2F8"/>
                </a:solidFill>
                <a:latin typeface="DejaVu Sans Light"/>
                <a:ea typeface="DejaVu Sans Light"/>
                <a:cs typeface="DejaVu Sans Light"/>
                <a:sym typeface="DejaVu Sans Light"/>
              </a:rPr>
              <a:t>No consistent gain across both datasets.</a:t>
            </a:r>
          </a:p>
        </p:txBody>
      </p:sp>
      <p:sp>
        <p:nvSpPr>
          <p:cNvPr id="12" name="TextBox 12"/>
          <p:cNvSpPr txBox="1"/>
          <p:nvPr/>
        </p:nvSpPr>
        <p:spPr>
          <a:xfrm>
            <a:off x="1005840" y="7508557"/>
            <a:ext cx="7532370" cy="68961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2A: Session II evaluation</a:t>
            </a:r>
          </a:p>
          <a:p>
            <a:pPr algn="l">
              <a:lnSpc>
                <a:spcPts val="2160"/>
              </a:lnSpc>
            </a:pPr>
            <a:r>
              <a:rPr lang="en-US" sz="1800">
                <a:solidFill>
                  <a:srgbClr val="9CB0C3"/>
                </a:solidFill>
                <a:latin typeface="DejaVu Sans Light"/>
                <a:ea typeface="DejaVu Sans Light"/>
                <a:cs typeface="DejaVu Sans Light"/>
                <a:sym typeface="DejaVu Sans Light"/>
              </a:rPr>
              <a:t>2B: Session III GDF-only holdout</a:t>
            </a:r>
          </a:p>
        </p:txBody>
      </p:sp>
      <p:sp>
        <p:nvSpPr>
          <p:cNvPr id="13" name="TextBox 13"/>
          <p:cNvSpPr txBox="1"/>
          <p:nvPr/>
        </p:nvSpPr>
        <p:spPr>
          <a:xfrm>
            <a:off x="9449752" y="7108507"/>
            <a:ext cx="7746682" cy="675323"/>
          </a:xfrm>
          <a:prstGeom prst="rect">
            <a:avLst/>
          </a:prstGeom>
        </p:spPr>
        <p:txBody>
          <a:bodyPr lIns="0" tIns="0" rIns="0" bIns="0" rtlCol="0" anchor="t">
            <a:spAutoFit/>
          </a:bodyPr>
          <a:lstStyle/>
          <a:p>
            <a:pPr algn="l">
              <a:lnSpc>
                <a:spcPts val="2295"/>
              </a:lnSpc>
            </a:pPr>
            <a:r>
              <a:rPr lang="en-US" sz="1912">
                <a:solidFill>
                  <a:srgbClr val="EAF2F8"/>
                </a:solidFill>
                <a:latin typeface="DejaVu Sans Light"/>
                <a:ea typeface="DejaVu Sans Light"/>
                <a:cs typeface="DejaVu Sans Light"/>
                <a:sym typeface="DejaVu Sans Light"/>
              </a:rPr>
              <a:t>Magnitude 6: PC1 detection rises to 88%</a:t>
            </a:r>
          </a:p>
          <a:p>
            <a:pPr algn="l">
              <a:lnSpc>
                <a:spcPts val="2295"/>
              </a:lnSpc>
            </a:pPr>
            <a:r>
              <a:rPr lang="en-US" sz="1912">
                <a:solidFill>
                  <a:srgbClr val="EAF2F8"/>
                </a:solidFill>
                <a:latin typeface="DejaVu Sans Light"/>
                <a:ea typeface="DejaVu Sans Light"/>
                <a:cs typeface="DejaVu Sans Light"/>
                <a:sym typeface="DejaVu Sans Light"/>
              </a:rPr>
              <a:t>(score) and 82% (combined).</a:t>
            </a:r>
          </a:p>
        </p:txBody>
      </p:sp>
      <p:sp>
        <p:nvSpPr>
          <p:cNvPr id="14" name="TextBox 14"/>
          <p:cNvSpPr txBox="1"/>
          <p:nvPr/>
        </p:nvSpPr>
        <p:spPr>
          <a:xfrm>
            <a:off x="9449752" y="8008620"/>
            <a:ext cx="7746682" cy="63246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No-shift 20-sample alarm rate: 21–26%.</a:t>
            </a:r>
          </a:p>
          <a:p>
            <a:pPr algn="l">
              <a:lnSpc>
                <a:spcPts val="2160"/>
              </a:lnSpc>
            </a:pPr>
            <a:r>
              <a:rPr lang="en-US" sz="1800">
                <a:solidFill>
                  <a:srgbClr val="9CB0C3"/>
                </a:solidFill>
                <a:latin typeface="DejaVu Sans Light"/>
                <a:ea typeface="DejaVu Sans Light"/>
                <a:cs typeface="DejaVu Sans Light"/>
                <a:sym typeface="DejaVu Sans Light"/>
              </a:rPr>
              <a:t>Per-sample false-alarm rate: about 1%.</a:t>
            </a:r>
          </a:p>
        </p:txBody>
      </p:sp>
      <p:sp>
        <p:nvSpPr>
          <p:cNvPr id="15" name="TextBox 15"/>
          <p:cNvSpPr txBox="1"/>
          <p:nvPr/>
        </p:nvSpPr>
        <p:spPr>
          <a:xfrm>
            <a:off x="1005840" y="9123045"/>
            <a:ext cx="16104870" cy="318135"/>
          </a:xfrm>
          <a:prstGeom prst="rect">
            <a:avLst/>
          </a:prstGeom>
        </p:spPr>
        <p:txBody>
          <a:bodyPr lIns="0" tIns="0" rIns="0" bIns="0" rtlCol="0" anchor="t">
            <a:spAutoFit/>
          </a:bodyPr>
          <a:lstStyle/>
          <a:p>
            <a:pPr algn="l">
              <a:lnSpc>
                <a:spcPts val="2160"/>
              </a:lnSpc>
            </a:pPr>
            <a:r>
              <a:rPr lang="en-US" sz="1800">
                <a:solidFill>
                  <a:srgbClr val="F5B942"/>
                </a:solidFill>
                <a:latin typeface="DejaVu Sans Light"/>
                <a:ea typeface="DejaVu Sans Light"/>
                <a:cs typeface="DejaVu Sans Light"/>
                <a:sym typeface="DejaVu Sans Light"/>
              </a:rPr>
              <a:t>CI at 2a8d20b: 255 passed, 1 failed. Homepage test expects /diethe; route is /results/diethe.</a:t>
            </a:r>
          </a:p>
        </p:txBody>
      </p:sp>
      <p:graphicFrame>
        <p:nvGraphicFramePr>
          <p:cNvPr id="16" name="Table 16"/>
          <p:cNvGraphicFramePr>
            <a:graphicFrameLocks noGrp="1"/>
          </p:cNvGraphicFramePr>
          <p:nvPr/>
        </p:nvGraphicFramePr>
        <p:xfrm>
          <a:off x="914400" y="3971925"/>
          <a:ext cx="7124700" cy="2114550"/>
        </p:xfrm>
        <a:graphic>
          <a:graphicData uri="http://schemas.openxmlformats.org/drawingml/2006/table">
            <a:tbl>
              <a:tblPr/>
              <a:tblGrid>
                <a:gridCol w="1852422">
                  <a:extLst>
                    <a:ext uri="{9D8B030D-6E8A-4147-A177-3AD203B41FA5}">
                      <a16:colId xmlns:a16="http://schemas.microsoft.com/office/drawing/2014/main" val="20000"/>
                    </a:ext>
                  </a:extLst>
                </a:gridCol>
                <a:gridCol w="2564892">
                  <a:extLst>
                    <a:ext uri="{9D8B030D-6E8A-4147-A177-3AD203B41FA5}">
                      <a16:colId xmlns:a16="http://schemas.microsoft.com/office/drawing/2014/main" val="20001"/>
                    </a:ext>
                  </a:extLst>
                </a:gridCol>
                <a:gridCol w="2707386">
                  <a:extLst>
                    <a:ext uri="{9D8B030D-6E8A-4147-A177-3AD203B41FA5}">
                      <a16:colId xmlns:a16="http://schemas.microsoft.com/office/drawing/2014/main" val="20002"/>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Dataset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Single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Bagged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2A</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76.00%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75.85%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2B</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74.86%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75.42%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bl>
          </a:graphicData>
        </a:graphic>
      </p:graphicFrame>
      <p:graphicFrame>
        <p:nvGraphicFramePr>
          <p:cNvPr id="17" name="Table 17"/>
          <p:cNvGraphicFramePr>
            <a:graphicFrameLocks noGrp="1"/>
          </p:cNvGraphicFramePr>
          <p:nvPr/>
        </p:nvGraphicFramePr>
        <p:xfrm>
          <a:off x="9358312" y="3971925"/>
          <a:ext cx="7886701" cy="2819400"/>
        </p:xfrm>
        <a:graphic>
          <a:graphicData uri="http://schemas.openxmlformats.org/drawingml/2006/table">
            <a:tbl>
              <a:tblPr/>
              <a:tblGrid>
                <a:gridCol w="1634181">
                  <a:extLst>
                    <a:ext uri="{9D8B030D-6E8A-4147-A177-3AD203B41FA5}">
                      <a16:colId xmlns:a16="http://schemas.microsoft.com/office/drawing/2014/main" val="20000"/>
                    </a:ext>
                  </a:extLst>
                </a:gridCol>
                <a:gridCol w="1776284">
                  <a:extLst>
                    <a:ext uri="{9D8B030D-6E8A-4147-A177-3AD203B41FA5}">
                      <a16:colId xmlns:a16="http://schemas.microsoft.com/office/drawing/2014/main" val="20001"/>
                    </a:ext>
                  </a:extLst>
                </a:gridCol>
                <a:gridCol w="2131541">
                  <a:extLst>
                    <a:ext uri="{9D8B030D-6E8A-4147-A177-3AD203B41FA5}">
                      <a16:colId xmlns:a16="http://schemas.microsoft.com/office/drawing/2014/main" val="20002"/>
                    </a:ext>
                  </a:extLst>
                </a:gridCol>
                <a:gridCol w="2344695">
                  <a:extLst>
                    <a:ext uri="{9D8B030D-6E8A-4147-A177-3AD203B41FA5}">
                      <a16:colId xmlns:a16="http://schemas.microsoft.com/office/drawing/2014/main" val="20003"/>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Shift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Score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Residual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Combined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Both</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99%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3"/>
                  </a:ext>
                </a:extLst>
              </a:tr>
            </a:tbl>
          </a:graphicData>
        </a:graphic>
      </p:graphicFrame>
      <p:grpSp>
        <p:nvGrpSpPr>
          <p:cNvPr id="18" name="Group 18"/>
          <p:cNvGrpSpPr/>
          <p:nvPr/>
        </p:nvGrpSpPr>
        <p:grpSpPr>
          <a:xfrm>
            <a:off x="13089255" y="8658987"/>
            <a:ext cx="3832098" cy="361950"/>
            <a:chOff x="0" y="0"/>
            <a:chExt cx="5109464" cy="482600"/>
          </a:xfrm>
        </p:grpSpPr>
        <p:sp>
          <p:nvSpPr>
            <p:cNvPr id="19" name="Freeform 19"/>
            <p:cNvSpPr/>
            <p:nvPr/>
          </p:nvSpPr>
          <p:spPr>
            <a:xfrm>
              <a:off x="0" y="0"/>
              <a:ext cx="5109464" cy="482600"/>
            </a:xfrm>
            <a:custGeom>
              <a:avLst/>
              <a:gdLst/>
              <a:ahLst/>
              <a:cxnLst/>
              <a:rect l="l" t="t" r="r" b="b"/>
              <a:pathLst>
                <a:path w="5109464" h="482600">
                  <a:moveTo>
                    <a:pt x="0" y="80391"/>
                  </a:moveTo>
                  <a:cubicBezTo>
                    <a:pt x="0" y="36068"/>
                    <a:pt x="36068" y="0"/>
                    <a:pt x="80391" y="0"/>
                  </a:cubicBezTo>
                  <a:lnTo>
                    <a:pt x="5029073" y="0"/>
                  </a:lnTo>
                  <a:cubicBezTo>
                    <a:pt x="5073523" y="0"/>
                    <a:pt x="5109464" y="36068"/>
                    <a:pt x="5109464" y="80391"/>
                  </a:cubicBezTo>
                  <a:lnTo>
                    <a:pt x="5109464" y="402209"/>
                  </a:lnTo>
                  <a:cubicBezTo>
                    <a:pt x="5109464" y="446659"/>
                    <a:pt x="5073396" y="482600"/>
                    <a:pt x="5029073" y="482600"/>
                  </a:cubicBezTo>
                  <a:lnTo>
                    <a:pt x="80391" y="482600"/>
                  </a:lnTo>
                  <a:cubicBezTo>
                    <a:pt x="36068" y="482600"/>
                    <a:pt x="0" y="446532"/>
                    <a:pt x="0" y="402209"/>
                  </a:cubicBezTo>
                  <a:close/>
                </a:path>
              </a:pathLst>
            </a:custGeom>
            <a:solidFill>
              <a:srgbClr val="071422"/>
            </a:solidFill>
            <a:ln w="19050" cap="sq">
              <a:solidFill>
                <a:srgbClr val="1DE7D5"/>
              </a:solidFill>
              <a:prstDash val="solid"/>
              <a:miter/>
            </a:ln>
          </p:spPr>
          <p:txBody>
            <a:bodyPr/>
            <a:lstStyle/>
            <a:p>
              <a:endParaRPr lang="en-GB"/>
            </a:p>
          </p:txBody>
        </p:sp>
      </p:grpSp>
      <mc:AlternateContent xmlns:mc="http://schemas.openxmlformats.org/markup-compatibility/2006" xmlns:a14="http://schemas.microsoft.com/office/drawing/2010/main">
        <mc:Choice Requires="a14">
          <p:sp>
            <p:nvSpPr>
              <p:cNvPr id="22" name="EDITABLE POWERPOINT EQUATION | CUSUM auxiliary quantity"/>
              <p:cNvSpPr txBox="1"/>
              <p:nvPr/>
            </p:nvSpPr>
            <p:spPr>
              <a:xfrm>
                <a:off x="14785848" y="8732520"/>
                <a:ext cx="1216152" cy="365760"/>
              </a:xfrm>
              <a:prstGeom prst="rect">
                <a:avLst/>
              </a:prstGeom>
              <a:solidFill>
                <a:srgbClr val="D5F6F1"/>
              </a:solidFill>
            </p:spPr>
            <p:txBody>
              <a:bodyPr wrap="none" lIns="0" tIns="0" rIns="0" bIns="0" anchor="ctr">
                <a:spAutoFit/>
              </a:bodyPr>
              <a:lstStyle/>
              <a:p>
                <a:pPr algn="ct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𝑄</m:t>
                          </m:r>
                        </m:e>
                        <m:sub>
                          <m:r>
                            <a:rPr>
                              <a:latin typeface="Cambria Math" panose="02040503050406030204" pitchFamily="18" charset="0"/>
                            </a:rPr>
                            <m:t>𝑡</m:t>
                          </m:r>
                        </m:sub>
                      </m:sSub>
                      <m:r>
                        <a:rPr>
                          <a:latin typeface="Cambria Math" panose="02040503050406030204" pitchFamily="18" charset="0"/>
                        </a:rPr>
                        <m:t> = </m:t>
                      </m:r>
                      <m:r>
                        <a:rPr>
                          <a:latin typeface="Cambria Math" panose="02040503050406030204" pitchFamily="18" charset="0"/>
                        </a:rPr>
                        <m:t>𝑑</m:t>
                      </m:r>
                      <m:sSub>
                        <m:sSubPr>
                          <m:ctrlPr>
                            <a:rPr>
                              <a:latin typeface="Cambria Math" panose="02040503050406030204" pitchFamily="18" charset="0"/>
                            </a:rPr>
                          </m:ctrlPr>
                        </m:sSubPr>
                        <m:e>
                          <m:r>
                            <a:rPr>
                              <a:latin typeface="Cambria Math" panose="02040503050406030204" pitchFamily="18" charset="0"/>
                            </a:rPr>
                            <m:t>𝐿</m:t>
                          </m:r>
                        </m:e>
                        <m:sub>
                          <m:r>
                            <a:rPr>
                              <a:latin typeface="Cambria Math" panose="02040503050406030204" pitchFamily="18" charset="0"/>
                            </a:rPr>
                            <m:t>𝑡</m:t>
                          </m:r>
                        </m:sub>
                      </m:sSub>
                    </m:oMath>
                  </m:oMathPara>
                </a14:m>
                <a:endParaRPr lang="en-GB" sz="1800">
                  <a:solidFill>
                    <a:srgbClr val="075F57"/>
                  </a:solidFill>
                </a:endParaRPr>
              </a:p>
            </p:txBody>
          </p:sp>
        </mc:Choice>
        <mc:Fallback xmlns="">
          <p:sp>
            <p:nvSpPr>
              <p:cNvPr id="22" name="EDITABLE POWERPOINT EQUATION | CUSUM auxiliary quantity"/>
              <p:cNvSpPr txBox="1">
                <a:spLocks noRot="1" noChangeAspect="1" noMove="1" noResize="1" noEditPoints="1" noAdjustHandles="1" noChangeArrowheads="1" noChangeShapeType="1" noTextEdit="1"/>
              </p:cNvSpPr>
              <p:nvPr/>
            </p:nvSpPr>
            <p:spPr>
              <a:xfrm>
                <a:off x="14785848" y="8732520"/>
                <a:ext cx="1216152" cy="365760"/>
              </a:xfrm>
              <a:prstGeom prst="rect">
                <a:avLst/>
              </a:prstGeom>
              <a:blipFill>
                <a:blip r:embed="rId3"/>
                <a:stretch>
                  <a:fillRect l="-1508" b="-10000"/>
                </a:stretch>
              </a:blipFill>
            </p:spPr>
            <p:txBody>
              <a:bodyPr/>
              <a:lstStyle/>
              <a:p>
                <a:r>
                  <a:rPr lang="en-GB">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REPRODUCTION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B01: two saved runs give different validation totals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outputs/metrics/bci_2b_table1_results.csv and bci_table1_comparison.csv at 2a8d20b.</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1064935326"/>
              </p:ext>
            </p:extLst>
          </p:nvPr>
        </p:nvGraphicFramePr>
        <p:xfrm>
          <a:off x="1028700" y="2674620"/>
          <a:ext cx="16154401" cy="3687318"/>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57250">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B01 evidence</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Warnings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Validated shifts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Published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14</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Standalone diagnostic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5</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57250">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Combined Table-I file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6592443"/>
            <a:ext cx="1618488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What this means</a:t>
            </a:r>
          </a:p>
        </p:txBody>
      </p:sp>
      <p:sp>
        <p:nvSpPr>
          <p:cNvPr id="8" name="TextBox 8"/>
          <p:cNvSpPr txBox="1"/>
          <p:nvPr/>
        </p:nvSpPr>
        <p:spPr>
          <a:xfrm>
            <a:off x="1028700" y="7260336"/>
            <a:ext cx="16184880" cy="800100"/>
          </a:xfrm>
          <a:prstGeom prst="rect">
            <a:avLst/>
          </a:prstGeom>
        </p:spPr>
        <p:txBody>
          <a:bodyPr lIns="0" tIns="0" rIns="0" bIns="0" rtlCol="0" anchor="t">
            <a:spAutoFit/>
          </a:bodyPr>
          <a:lstStyle/>
          <a:p>
            <a:pPr algn="l">
              <a:lnSpc>
                <a:spcPts val="3779"/>
              </a:lnSpc>
            </a:pPr>
            <a:r>
              <a:rPr lang="en-US" sz="3150">
                <a:solidFill>
                  <a:srgbClr val="EAF2F8"/>
                </a:solidFill>
                <a:latin typeface="DejaVu Sans Light"/>
                <a:ea typeface="DejaVu Sans Light"/>
                <a:cs typeface="DejaVu Sans Light"/>
                <a:sym typeface="DejaVu Sans Light"/>
              </a:rPr>
              <a:t>Both stored runs differ from the published result. Neither file proves that one run supersedes the other.</a:t>
            </a:r>
          </a:p>
        </p:txBody>
      </p:sp>
      <p:sp>
        <p:nvSpPr>
          <p:cNvPr id="9" name="TextBox 9"/>
          <p:cNvSpPr txBox="1"/>
          <p:nvPr/>
        </p:nvSpPr>
        <p:spPr>
          <a:xfrm>
            <a:off x="1028700" y="8306943"/>
            <a:ext cx="16184880" cy="535305"/>
          </a:xfrm>
          <a:prstGeom prst="rect">
            <a:avLst/>
          </a:prstGeom>
        </p:spPr>
        <p:txBody>
          <a:bodyPr lIns="0" tIns="0" rIns="0" bIns="0" rtlCol="0" anchor="t">
            <a:spAutoFit/>
          </a:bodyPr>
          <a:lstStyle/>
          <a:p>
            <a:pPr algn="l">
              <a:lnSpc>
                <a:spcPts val="3060"/>
              </a:lnSpc>
            </a:pPr>
            <a:r>
              <a:rPr lang="en-US" sz="2550">
                <a:solidFill>
                  <a:srgbClr val="9CB0C3"/>
                </a:solidFill>
                <a:latin typeface="DejaVu Sans Light"/>
                <a:ea typeface="DejaVu Sans Light"/>
                <a:cs typeface="DejaVu Sans Light"/>
                <a:sym typeface="DejaVu Sans Light"/>
              </a:rPr>
              <a:t>Next: record the Stage-II mode, window settings and generating commit for each run.</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564084" y="493551"/>
            <a:ext cx="2527490" cy="284983"/>
          </a:xfrm>
          <a:prstGeom prst="rect">
            <a:avLst/>
          </a:prstGeom>
        </p:spPr>
        <p:txBody>
          <a:bodyPr lIns="0" tIns="0" rIns="0" bIns="0" rtlCol="0" anchor="t">
            <a:spAutoFit/>
          </a:bodyPr>
          <a:lstStyle/>
          <a:p>
            <a:pPr algn="l">
              <a:lnSpc>
                <a:spcPts val="2179"/>
              </a:lnSpc>
            </a:pPr>
            <a:r>
              <a:rPr lang="en-US" sz="2179" b="1" spc="-43">
                <a:solidFill>
                  <a:srgbClr val="F6F6F6"/>
                </a:solidFill>
                <a:latin typeface="Roboto Bold"/>
                <a:ea typeface="Roboto Bold"/>
                <a:cs typeface="Roboto Bold"/>
                <a:sym typeface="Roboto Bold"/>
              </a:rPr>
              <a:t>PROJECT TIMELINE</a:t>
            </a:r>
          </a:p>
        </p:txBody>
      </p:sp>
      <p:sp>
        <p:nvSpPr>
          <p:cNvPr id="4" name="TextBox 4"/>
          <p:cNvSpPr txBox="1"/>
          <p:nvPr/>
        </p:nvSpPr>
        <p:spPr>
          <a:xfrm>
            <a:off x="477399" y="981511"/>
            <a:ext cx="11196013" cy="776061"/>
          </a:xfrm>
          <a:prstGeom prst="rect">
            <a:avLst/>
          </a:prstGeom>
        </p:spPr>
        <p:txBody>
          <a:bodyPr lIns="0" tIns="0" rIns="0" bIns="0" rtlCol="0" anchor="t">
            <a:spAutoFit/>
          </a:bodyPr>
          <a:lstStyle/>
          <a:p>
            <a:pPr algn="l">
              <a:lnSpc>
                <a:spcPts val="5868"/>
              </a:lnSpc>
            </a:pPr>
            <a:r>
              <a:rPr lang="en-US" sz="5868" b="1" spc="-174">
                <a:solidFill>
                  <a:srgbClr val="F6F6F6"/>
                </a:solidFill>
                <a:latin typeface="Roboto Bold"/>
                <a:ea typeface="Roboto Bold"/>
                <a:cs typeface="Roboto Bold"/>
                <a:sym typeface="Roboto Bold"/>
              </a:rPr>
              <a:t>Year 1 timeline · Part 1: WP1–WP3</a:t>
            </a:r>
          </a:p>
        </p:txBody>
      </p:sp>
      <p:sp>
        <p:nvSpPr>
          <p:cNvPr id="5" name="TextBox 5"/>
          <p:cNvSpPr txBox="1"/>
          <p:nvPr/>
        </p:nvSpPr>
        <p:spPr>
          <a:xfrm>
            <a:off x="460787" y="1803076"/>
            <a:ext cx="12857213" cy="478561"/>
          </a:xfrm>
          <a:prstGeom prst="rect">
            <a:avLst/>
          </a:prstGeom>
        </p:spPr>
        <p:txBody>
          <a:bodyPr lIns="0" tIns="0" rIns="0" bIns="0" rtlCol="0" anchor="t">
            <a:spAutoFit/>
          </a:bodyPr>
          <a:lstStyle/>
          <a:p>
            <a:pPr algn="l">
              <a:lnSpc>
                <a:spcPts val="3863"/>
              </a:lnSpc>
            </a:pPr>
            <a:r>
              <a:rPr lang="en-US" sz="2759" b="1" spc="-55">
                <a:solidFill>
                  <a:srgbClr val="8F96A2"/>
                </a:solidFill>
                <a:latin typeface="Roboto Bold"/>
                <a:ea typeface="Roboto Bold"/>
                <a:cs typeface="Roboto Bold"/>
                <a:sym typeface="Roboto Bold"/>
              </a:rPr>
              <a:t>October 2026 – September 2027 | Foundations, detection evidence and adaptation</a:t>
            </a:r>
          </a:p>
        </p:txBody>
      </p:sp>
      <p:sp>
        <p:nvSpPr>
          <p:cNvPr id="6" name="Freeform 6"/>
          <p:cNvSpPr/>
          <p:nvPr/>
        </p:nvSpPr>
        <p:spPr>
          <a:xfrm>
            <a:off x="426574" y="2776725"/>
            <a:ext cx="17434852" cy="229572"/>
          </a:xfrm>
          <a:custGeom>
            <a:avLst/>
            <a:gdLst/>
            <a:ahLst/>
            <a:cxnLst/>
            <a:rect l="l" t="t" r="r" b="b"/>
            <a:pathLst>
              <a:path w="17434852" h="229572">
                <a:moveTo>
                  <a:pt x="0" y="0"/>
                </a:moveTo>
                <a:lnTo>
                  <a:pt x="17434852" y="0"/>
                </a:lnTo>
                <a:lnTo>
                  <a:pt x="17434852" y="229571"/>
                </a:lnTo>
                <a:lnTo>
                  <a:pt x="0" y="229571"/>
                </a:lnTo>
                <a:lnTo>
                  <a:pt x="0" y="0"/>
                </a:lnTo>
                <a:close/>
              </a:path>
            </a:pathLst>
          </a:custGeom>
          <a:blipFill>
            <a:blip r:embed="rId3"/>
            <a:stretch>
              <a:fillRect/>
            </a:stretch>
          </a:blipFill>
        </p:spPr>
        <p:txBody>
          <a:bodyPr/>
          <a:lstStyle/>
          <a:p>
            <a:endParaRPr lang="en-GB"/>
          </a:p>
        </p:txBody>
      </p:sp>
      <p:sp>
        <p:nvSpPr>
          <p:cNvPr id="7" name="Freeform 7"/>
          <p:cNvSpPr/>
          <p:nvPr/>
        </p:nvSpPr>
        <p:spPr>
          <a:xfrm>
            <a:off x="238444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4"/>
            <a:stretch>
              <a:fillRect/>
            </a:stretch>
          </a:blipFill>
        </p:spPr>
        <p:txBody>
          <a:bodyPr/>
          <a:lstStyle/>
          <a:p>
            <a:endParaRPr lang="en-GB"/>
          </a:p>
        </p:txBody>
      </p:sp>
      <p:sp>
        <p:nvSpPr>
          <p:cNvPr id="8" name="TextBox 8"/>
          <p:cNvSpPr txBox="1"/>
          <p:nvPr/>
        </p:nvSpPr>
        <p:spPr>
          <a:xfrm>
            <a:off x="1852947" y="3244675"/>
            <a:ext cx="1530296"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Oct–Dec 2026</a:t>
            </a:r>
          </a:p>
        </p:txBody>
      </p:sp>
      <p:sp>
        <p:nvSpPr>
          <p:cNvPr id="9" name="Freeform 9"/>
          <p:cNvSpPr/>
          <p:nvPr/>
        </p:nvSpPr>
        <p:spPr>
          <a:xfrm>
            <a:off x="6748622"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6145006" y="3244675"/>
            <a:ext cx="1572255"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Jan–Mar 2027</a:t>
            </a:r>
          </a:p>
        </p:txBody>
      </p:sp>
      <p:sp>
        <p:nvSpPr>
          <p:cNvPr id="11" name="Freeform 11"/>
          <p:cNvSpPr/>
          <p:nvPr/>
        </p:nvSpPr>
        <p:spPr>
          <a:xfrm>
            <a:off x="11101866"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6"/>
            <a:stretch>
              <a:fillRect/>
            </a:stretch>
          </a:blipFill>
        </p:spPr>
        <p:txBody>
          <a:bodyPr/>
          <a:lstStyle/>
          <a:p>
            <a:endParaRPr lang="en-GB"/>
          </a:p>
        </p:txBody>
      </p:sp>
      <p:sp>
        <p:nvSpPr>
          <p:cNvPr id="12" name="TextBox 12"/>
          <p:cNvSpPr txBox="1"/>
          <p:nvPr/>
        </p:nvSpPr>
        <p:spPr>
          <a:xfrm>
            <a:off x="10533387" y="3244675"/>
            <a:ext cx="152872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Apr–Jun 2027</a:t>
            </a:r>
          </a:p>
        </p:txBody>
      </p:sp>
      <p:sp>
        <p:nvSpPr>
          <p:cNvPr id="13" name="Freeform 13"/>
          <p:cNvSpPr/>
          <p:nvPr/>
        </p:nvSpPr>
        <p:spPr>
          <a:xfrm>
            <a:off x="1545511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4892205" y="3244675"/>
            <a:ext cx="149074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Jul–Sep 2027</a:t>
            </a:r>
          </a:p>
        </p:txBody>
      </p:sp>
      <p:sp>
        <p:nvSpPr>
          <p:cNvPr id="15" name="TextBox 15"/>
          <p:cNvSpPr txBox="1"/>
          <p:nvPr/>
        </p:nvSpPr>
        <p:spPr>
          <a:xfrm>
            <a:off x="6184916" y="3620205"/>
            <a:ext cx="5693583" cy="325345"/>
          </a:xfrm>
          <a:prstGeom prst="rect">
            <a:avLst/>
          </a:prstGeom>
        </p:spPr>
        <p:txBody>
          <a:bodyPr lIns="0" tIns="0" rIns="0" bIns="0" rtlCol="0" anchor="t">
            <a:spAutoFit/>
          </a:bodyPr>
          <a:lstStyle/>
          <a:p>
            <a:pPr algn="l">
              <a:lnSpc>
                <a:spcPts val="2794"/>
              </a:lnSpc>
            </a:pPr>
            <a:r>
              <a:rPr lang="en-US" sz="1863" spc="-37">
                <a:solidFill>
                  <a:srgbClr val="8F96A2"/>
                </a:solidFill>
                <a:latin typeface="Roboto"/>
                <a:ea typeface="Roboto"/>
                <a:cs typeface="Roboto"/>
                <a:sym typeface="Roboto"/>
              </a:rPr>
              <a:t>planning horizon; exact package dates not yet validated</a:t>
            </a:r>
          </a:p>
        </p:txBody>
      </p:sp>
      <p:sp>
        <p:nvSpPr>
          <p:cNvPr id="16" name="Freeform 16"/>
          <p:cNvSpPr/>
          <p:nvPr/>
        </p:nvSpPr>
        <p:spPr>
          <a:xfrm>
            <a:off x="426574" y="4066699"/>
            <a:ext cx="17434852" cy="1727254"/>
          </a:xfrm>
          <a:custGeom>
            <a:avLst/>
            <a:gdLst/>
            <a:ahLst/>
            <a:cxnLst/>
            <a:rect l="l" t="t" r="r" b="b"/>
            <a:pathLst>
              <a:path w="17434852" h="1727254">
                <a:moveTo>
                  <a:pt x="0" y="0"/>
                </a:moveTo>
                <a:lnTo>
                  <a:pt x="17434852" y="0"/>
                </a:lnTo>
                <a:lnTo>
                  <a:pt x="17434852" y="1727254"/>
                </a:lnTo>
                <a:lnTo>
                  <a:pt x="0" y="1727254"/>
                </a:lnTo>
                <a:lnTo>
                  <a:pt x="0" y="0"/>
                </a:lnTo>
                <a:close/>
              </a:path>
            </a:pathLst>
          </a:custGeom>
          <a:blipFill>
            <a:blip r:embed="rId8"/>
            <a:stretch>
              <a:fillRect/>
            </a:stretch>
          </a:blipFill>
        </p:spPr>
        <p:txBody>
          <a:bodyPr/>
          <a:lstStyle/>
          <a:p>
            <a:endParaRPr lang="en-GB"/>
          </a:p>
        </p:txBody>
      </p:sp>
      <p:sp>
        <p:nvSpPr>
          <p:cNvPr id="17" name="TextBox 17"/>
          <p:cNvSpPr txBox="1"/>
          <p:nvPr/>
        </p:nvSpPr>
        <p:spPr>
          <a:xfrm>
            <a:off x="966177" y="4733867"/>
            <a:ext cx="5180699"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WP1 · Theory and architecture</a:t>
            </a:r>
          </a:p>
        </p:txBody>
      </p:sp>
      <p:sp>
        <p:nvSpPr>
          <p:cNvPr id="18" name="TextBox 18"/>
          <p:cNvSpPr txBox="1"/>
          <p:nvPr/>
        </p:nvSpPr>
        <p:spPr>
          <a:xfrm>
            <a:off x="6990433" y="4824515"/>
            <a:ext cx="283011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EWMA / Stage-II pipeline,</a:t>
            </a:r>
          </a:p>
          <a:p>
            <a:pPr algn="l">
              <a:lnSpc>
                <a:spcPts val="2610"/>
              </a:lnSpc>
            </a:pPr>
            <a:r>
              <a:rPr lang="en-US" sz="1740" spc="-34">
                <a:solidFill>
                  <a:srgbClr val="8F96A2"/>
                </a:solidFill>
                <a:latin typeface="Roboto"/>
                <a:ea typeface="Roboto"/>
                <a:cs typeface="Roboto"/>
                <a:sym typeface="Roboto"/>
              </a:rPr>
              <a:t>research architecture drafted</a:t>
            </a:r>
          </a:p>
        </p:txBody>
      </p:sp>
      <p:sp>
        <p:nvSpPr>
          <p:cNvPr id="19" name="Freeform 19"/>
          <p:cNvSpPr/>
          <p:nvPr/>
        </p:nvSpPr>
        <p:spPr>
          <a:xfrm>
            <a:off x="11965952" y="4285339"/>
            <a:ext cx="229694" cy="1289974"/>
          </a:xfrm>
          <a:custGeom>
            <a:avLst/>
            <a:gdLst/>
            <a:ahLst/>
            <a:cxnLst/>
            <a:rect l="l" t="t" r="r" b="b"/>
            <a:pathLst>
              <a:path w="229694" h="1289974">
                <a:moveTo>
                  <a:pt x="0" y="0"/>
                </a:moveTo>
                <a:lnTo>
                  <a:pt x="229694" y="0"/>
                </a:lnTo>
                <a:lnTo>
                  <a:pt x="229694" y="1289974"/>
                </a:lnTo>
                <a:lnTo>
                  <a:pt x="0" y="1289974"/>
                </a:lnTo>
                <a:lnTo>
                  <a:pt x="0" y="0"/>
                </a:lnTo>
                <a:close/>
              </a:path>
            </a:pathLst>
          </a:custGeom>
          <a:blipFill>
            <a:blip r:embed="rId9"/>
            <a:stretch>
              <a:fillRect/>
            </a:stretch>
          </a:blipFill>
        </p:spPr>
        <p:txBody>
          <a:bodyPr/>
          <a:lstStyle/>
          <a:p>
            <a:endParaRPr lang="en-GB"/>
          </a:p>
        </p:txBody>
      </p:sp>
      <p:sp>
        <p:nvSpPr>
          <p:cNvPr id="20" name="TextBox 20"/>
          <p:cNvSpPr txBox="1"/>
          <p:nvPr/>
        </p:nvSpPr>
        <p:spPr>
          <a:xfrm>
            <a:off x="12423145" y="4794393"/>
            <a:ext cx="3376937"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Documented CPD–CL–digital-twin architecture</a:t>
            </a:r>
          </a:p>
        </p:txBody>
      </p:sp>
      <p:sp>
        <p:nvSpPr>
          <p:cNvPr id="21" name="Freeform 21"/>
          <p:cNvSpPr/>
          <p:nvPr/>
        </p:nvSpPr>
        <p:spPr>
          <a:xfrm>
            <a:off x="426574" y="5564382"/>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0"/>
            <a:stretch>
              <a:fillRect/>
            </a:stretch>
          </a:blipFill>
        </p:spPr>
        <p:txBody>
          <a:bodyPr/>
          <a:lstStyle/>
          <a:p>
            <a:endParaRPr lang="en-GB"/>
          </a:p>
        </p:txBody>
      </p:sp>
      <p:sp>
        <p:nvSpPr>
          <p:cNvPr id="22" name="TextBox 22"/>
          <p:cNvSpPr txBox="1"/>
          <p:nvPr/>
        </p:nvSpPr>
        <p:spPr>
          <a:xfrm>
            <a:off x="973781" y="6270073"/>
            <a:ext cx="4420302"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WP2 · CPD benchmarking</a:t>
            </a:r>
          </a:p>
        </p:txBody>
      </p:sp>
      <p:sp>
        <p:nvSpPr>
          <p:cNvPr id="23" name="TextBox 23"/>
          <p:cNvSpPr txBox="1"/>
          <p:nvPr/>
        </p:nvSpPr>
        <p:spPr>
          <a:xfrm>
            <a:off x="6996500" y="6045991"/>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24" name="TextBox 24"/>
          <p:cNvSpPr txBox="1"/>
          <p:nvPr/>
        </p:nvSpPr>
        <p:spPr>
          <a:xfrm>
            <a:off x="6973968" y="6360720"/>
            <a:ext cx="4476622"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Mean-CUSUM smoothing, Park simulation models and controlled scenario visualisations</a:t>
            </a:r>
          </a:p>
        </p:txBody>
      </p:sp>
      <p:sp>
        <p:nvSpPr>
          <p:cNvPr id="25" name="Freeform 25"/>
          <p:cNvSpPr/>
          <p:nvPr/>
        </p:nvSpPr>
        <p:spPr>
          <a:xfrm>
            <a:off x="11965952" y="5783021"/>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1"/>
            <a:stretch>
              <a:fillRect/>
            </a:stretch>
          </a:blipFill>
        </p:spPr>
        <p:txBody>
          <a:bodyPr/>
          <a:lstStyle/>
          <a:p>
            <a:endParaRPr lang="en-GB"/>
          </a:p>
        </p:txBody>
      </p:sp>
      <p:sp>
        <p:nvSpPr>
          <p:cNvPr id="26" name="TextBox 26"/>
          <p:cNvSpPr txBox="1"/>
          <p:nvPr/>
        </p:nvSpPr>
        <p:spPr>
          <a:xfrm>
            <a:off x="12435340" y="6045991"/>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27" name="TextBox 27"/>
          <p:cNvSpPr txBox="1"/>
          <p:nvPr/>
        </p:nvSpPr>
        <p:spPr>
          <a:xfrm>
            <a:off x="12423388" y="6360721"/>
            <a:ext cx="335259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Calibrated multi-seed benchmarks and Stage-II gap investigation</a:t>
            </a:r>
          </a:p>
        </p:txBody>
      </p:sp>
      <p:sp>
        <p:nvSpPr>
          <p:cNvPr id="28" name="Freeform 28"/>
          <p:cNvSpPr/>
          <p:nvPr/>
        </p:nvSpPr>
        <p:spPr>
          <a:xfrm>
            <a:off x="426574" y="7280704"/>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2"/>
            <a:stretch>
              <a:fillRect/>
            </a:stretch>
          </a:blipFill>
        </p:spPr>
        <p:txBody>
          <a:bodyPr/>
          <a:lstStyle/>
          <a:p>
            <a:endParaRPr lang="en-GB"/>
          </a:p>
        </p:txBody>
      </p:sp>
      <p:sp>
        <p:nvSpPr>
          <p:cNvPr id="29" name="TextBox 29"/>
          <p:cNvSpPr txBox="1"/>
          <p:nvPr/>
        </p:nvSpPr>
        <p:spPr>
          <a:xfrm>
            <a:off x="976336" y="7641802"/>
            <a:ext cx="4164815" cy="779048"/>
          </a:xfrm>
          <a:prstGeom prst="rect">
            <a:avLst/>
          </a:prstGeom>
        </p:spPr>
        <p:txBody>
          <a:bodyPr lIns="0" tIns="0" rIns="0" bIns="0" rtlCol="0" anchor="t">
            <a:spAutoFit/>
          </a:bodyPr>
          <a:lstStyle/>
          <a:p>
            <a:pPr algn="l">
              <a:lnSpc>
                <a:spcPts val="3032"/>
              </a:lnSpc>
            </a:pPr>
            <a:r>
              <a:rPr lang="en-US" sz="3032" b="1" spc="-90">
                <a:solidFill>
                  <a:srgbClr val="F6F6F6"/>
                </a:solidFill>
                <a:latin typeface="Roboto Bold"/>
                <a:ea typeface="Roboto Bold"/>
                <a:cs typeface="Roboto Bold"/>
                <a:sym typeface="Roboto Bold"/>
              </a:rPr>
              <a:t>WP3 · Continual learning and sustainability</a:t>
            </a:r>
          </a:p>
        </p:txBody>
      </p:sp>
      <p:sp>
        <p:nvSpPr>
          <p:cNvPr id="30" name="TextBox 30"/>
          <p:cNvSpPr txBox="1"/>
          <p:nvPr/>
        </p:nvSpPr>
        <p:spPr>
          <a:xfrm>
            <a:off x="6996500" y="7597258"/>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1" name="TextBox 31"/>
          <p:cNvSpPr txBox="1"/>
          <p:nvPr/>
        </p:nvSpPr>
        <p:spPr>
          <a:xfrm>
            <a:off x="6981854" y="7911987"/>
            <a:ext cx="3688073"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Six adaptation-policy prototypes and supervised/pseudo-label experiments</a:t>
            </a:r>
          </a:p>
        </p:txBody>
      </p:sp>
      <p:sp>
        <p:nvSpPr>
          <p:cNvPr id="32" name="Freeform 32"/>
          <p:cNvSpPr/>
          <p:nvPr/>
        </p:nvSpPr>
        <p:spPr>
          <a:xfrm>
            <a:off x="11965952" y="728070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3"/>
            <a:stretch>
              <a:fillRect/>
            </a:stretch>
          </a:blipFill>
        </p:spPr>
        <p:txBody>
          <a:bodyPr/>
          <a:lstStyle/>
          <a:p>
            <a:endParaRPr lang="en-GB"/>
          </a:p>
        </p:txBody>
      </p:sp>
      <p:sp>
        <p:nvSpPr>
          <p:cNvPr id="33" name="TextBox 33"/>
          <p:cNvSpPr txBox="1"/>
          <p:nvPr/>
        </p:nvSpPr>
        <p:spPr>
          <a:xfrm>
            <a:off x="12435340" y="7597258"/>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34" name="TextBox 34"/>
          <p:cNvSpPr txBox="1"/>
          <p:nvPr/>
        </p:nvSpPr>
        <p:spPr>
          <a:xfrm>
            <a:off x="12427574" y="7911987"/>
            <a:ext cx="2933980"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Forgetting, replay, update-cost</a:t>
            </a:r>
          </a:p>
          <a:p>
            <a:pPr algn="l">
              <a:lnSpc>
                <a:spcPts val="2610"/>
              </a:lnSpc>
            </a:pPr>
            <a:r>
              <a:rPr lang="en-US" sz="1740" spc="-34">
                <a:solidFill>
                  <a:srgbClr val="8F96A2"/>
                </a:solidFill>
                <a:latin typeface="Roboto"/>
                <a:ea typeface="Roboto"/>
                <a:cs typeface="Roboto"/>
                <a:sym typeface="Roboto"/>
              </a:rPr>
              <a:t>and energy evaluation</a:t>
            </a:r>
          </a:p>
        </p:txBody>
      </p:sp>
      <p:sp>
        <p:nvSpPr>
          <p:cNvPr id="35" name="TextBox 35"/>
          <p:cNvSpPr txBox="1"/>
          <p:nvPr/>
        </p:nvSpPr>
        <p:spPr>
          <a:xfrm>
            <a:off x="504738" y="9036509"/>
            <a:ext cx="8462115" cy="675495"/>
          </a:xfrm>
          <a:prstGeom prst="rect">
            <a:avLst/>
          </a:prstGeom>
        </p:spPr>
        <p:txBody>
          <a:bodyPr lIns="0" tIns="0" rIns="0" bIns="0" rtlCol="0" anchor="t">
            <a:spAutoFit/>
          </a:bodyPr>
          <a:lstStyle/>
          <a:p>
            <a:pPr algn="l">
              <a:lnSpc>
                <a:spcPts val="2780"/>
              </a:lnSpc>
            </a:pPr>
            <a:r>
              <a:rPr lang="en-US" sz="1986" spc="-39">
                <a:solidFill>
                  <a:srgbClr val="8F96A2"/>
                </a:solidFill>
                <a:latin typeface="Roboto"/>
                <a:ea typeface="Roboto"/>
                <a:cs typeface="Roboto"/>
                <a:sym typeface="Roboto"/>
              </a:rPr>
              <a:t>Evidence boundary: Implemented code # validated detection or reproduction; BOCPD, density ratios and energy benchmarking remain planned.</a:t>
            </a:r>
          </a:p>
        </p:txBody>
      </p:sp>
      <p:sp>
        <p:nvSpPr>
          <p:cNvPr id="36" name="TextBox 36"/>
          <p:cNvSpPr txBox="1"/>
          <p:nvPr/>
        </p:nvSpPr>
        <p:spPr>
          <a:xfrm>
            <a:off x="11777094" y="9478314"/>
            <a:ext cx="5834516" cy="312180"/>
          </a:xfrm>
          <a:prstGeom prst="rect">
            <a:avLst/>
          </a:prstGeom>
        </p:spPr>
        <p:txBody>
          <a:bodyPr lIns="0" tIns="0" rIns="0" bIns="0" rtlCol="0" anchor="t">
            <a:spAutoFit/>
          </a:bodyPr>
          <a:lstStyle/>
          <a:p>
            <a:pPr algn="r">
              <a:lnSpc>
                <a:spcPts val="2610"/>
              </a:lnSpc>
            </a:pPr>
            <a:r>
              <a:rPr lang="en-US" sz="1740" spc="-34">
                <a:solidFill>
                  <a:srgbClr val="8F96A2"/>
                </a:solidFill>
                <a:latin typeface="Roboto"/>
                <a:ea typeface="Roboto"/>
                <a:cs typeface="Roboto"/>
                <a:sym typeface="Roboto"/>
              </a:rPr>
              <a:t>hlin863/ewma_covariate_shift demo  |  October 2026 status</a:t>
            </a:r>
          </a:p>
        </p:txBody>
      </p:sp>
      <p:sp>
        <p:nvSpPr>
          <p:cNvPr id="37" name="TextBox 37"/>
          <p:cNvSpPr txBox="1"/>
          <p:nvPr/>
        </p:nvSpPr>
        <p:spPr>
          <a:xfrm>
            <a:off x="6996500" y="4494725"/>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8" name="TextBox 38"/>
          <p:cNvSpPr txBox="1"/>
          <p:nvPr/>
        </p:nvSpPr>
        <p:spPr>
          <a:xfrm>
            <a:off x="12435340" y="4494725"/>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Tree>
    <p:extLst>
      <p:ext uri="{BB962C8B-B14F-4D97-AF65-F5344CB8AC3E}">
        <p14:creationId xmlns:p14="http://schemas.microsoft.com/office/powerpoint/2010/main" val="25393827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NEXT MILESTONE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Next milestone: a reproducible evidence package</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028700" y="261061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1. Reconcile the saved reproduction runs</a:t>
            </a:r>
          </a:p>
        </p:txBody>
      </p:sp>
      <p:sp>
        <p:nvSpPr>
          <p:cNvPr id="7" name="TextBox 7"/>
          <p:cNvSpPr txBox="1"/>
          <p:nvPr/>
        </p:nvSpPr>
        <p:spPr>
          <a:xfrm>
            <a:off x="1028700" y="3410331"/>
            <a:ext cx="16184880" cy="7410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Lock settings and explain the Stage-II accepted, rejected and ineligible events.</a:t>
            </a:r>
          </a:p>
        </p:txBody>
      </p:sp>
      <p:sp>
        <p:nvSpPr>
          <p:cNvPr id="8" name="TextBox 8"/>
          <p:cNvSpPr txBox="1"/>
          <p:nvPr/>
        </p:nvSpPr>
        <p:spPr>
          <a:xfrm>
            <a:off x="1028700" y="453085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2. Generate adaptation and real EEG evidence</a:t>
            </a:r>
          </a:p>
        </p:txBody>
      </p:sp>
      <p:sp>
        <p:nvSpPr>
          <p:cNvPr id="9" name="TextBox 9"/>
          <p:cNvSpPr txBox="1"/>
          <p:nvPr/>
        </p:nvSpPr>
        <p:spPr>
          <a:xfrm>
            <a:off x="1028700" y="5330571"/>
            <a:ext cx="16184880" cy="87820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Extend the saved Diethe pilot across three scenarios and 20 seeds. Export 2A/2B complementary traces.</a:t>
            </a:r>
          </a:p>
        </p:txBody>
      </p:sp>
      <p:sp>
        <p:nvSpPr>
          <p:cNvPr id="10" name="TextBox 10"/>
          <p:cNvSpPr txBox="1"/>
          <p:nvPr/>
        </p:nvSpPr>
        <p:spPr>
          <a:xfrm>
            <a:off x="1028700" y="6629400"/>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3. Align tests, slides and research notes</a:t>
            </a:r>
          </a:p>
        </p:txBody>
      </p:sp>
      <p:sp>
        <p:nvSpPr>
          <p:cNvPr id="11" name="TextBox 11"/>
          <p:cNvSpPr txBox="1"/>
          <p:nvPr/>
        </p:nvSpPr>
        <p:spPr>
          <a:xfrm>
            <a:off x="1028700" y="7415403"/>
            <a:ext cx="16184880" cy="10839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Resolve the homepage route assertion. Refresh Notion implementation status and link every numerical claim to its run.</a:t>
            </a:r>
          </a:p>
        </p:txBody>
      </p:sp>
      <p:sp>
        <p:nvSpPr>
          <p:cNvPr id="12" name="TextBox 12"/>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1352</TotalTime>
  <Words>10674</Words>
  <Application>Microsoft Office PowerPoint</Application>
  <PresentationFormat>Custom</PresentationFormat>
  <Paragraphs>1392</Paragraphs>
  <Slides>55</Slides>
  <Notes>45</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55</vt:i4>
      </vt:variant>
    </vt:vector>
  </HeadingPairs>
  <TitlesOfParts>
    <vt:vector size="77" baseType="lpstr">
      <vt:lpstr>Arial</vt:lpstr>
      <vt:lpstr>Calibri (MS) Bold</vt:lpstr>
      <vt:lpstr>Calibri (MS)</vt:lpstr>
      <vt:lpstr>Segoe UI</vt:lpstr>
      <vt:lpstr>Inter Medium</vt:lpstr>
      <vt:lpstr>Roboto Bold</vt:lpstr>
      <vt:lpstr>Inter Italics</vt:lpstr>
      <vt:lpstr>Consolas</vt:lpstr>
      <vt:lpstr>Aptos Bold</vt:lpstr>
      <vt:lpstr>DejaVu Sans Bold</vt:lpstr>
      <vt:lpstr>Symbol</vt:lpstr>
      <vt:lpstr>Roboto</vt:lpstr>
      <vt:lpstr>DejaVu Sans Light</vt:lpstr>
      <vt:lpstr>Inter Semi-Bold</vt:lpstr>
      <vt:lpstr>Cambria Math</vt:lpstr>
      <vt:lpstr>Calibri</vt:lpstr>
      <vt:lpstr>Times New Roman</vt:lpstr>
      <vt:lpstr>Inter</vt:lpstr>
      <vt:lpstr>Aptos</vt:lpstr>
      <vt:lpstr>Inter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EWMA latest slides layout review</dc:title>
  <cp:lastModifiedBy>Haocheng Lin</cp:lastModifiedBy>
  <cp:revision>93</cp:revision>
  <dcterms:created xsi:type="dcterms:W3CDTF">2006-08-16T00:00:00Z</dcterms:created>
  <dcterms:modified xsi:type="dcterms:W3CDTF">2026-10-24T10:45:49Z</dcterms:modified>
  <dc:identifier>DAHYBaR-K0c</dc:identifier>
</cp:coreProperties>
</file>